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9"/>
  </p:notesMasterIdLst>
  <p:sldIdLst>
    <p:sldId id="256" r:id="rId2"/>
    <p:sldId id="289" r:id="rId3"/>
    <p:sldId id="257" r:id="rId4"/>
    <p:sldId id="290" r:id="rId5"/>
    <p:sldId id="291" r:id="rId6"/>
    <p:sldId id="294" r:id="rId7"/>
    <p:sldId id="295" r:id="rId8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cundo Gartner" initials="FG" lastIdx="1" clrIdx="0">
    <p:extLst>
      <p:ext uri="{19B8F6BF-5375-455C-9EA6-DF929625EA0E}">
        <p15:presenceInfo xmlns:p15="http://schemas.microsoft.com/office/powerpoint/2012/main" userId="0ccb9dd232b47e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9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928367690d_0_2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928367690d_0_2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28367690d_0_2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28367690d_0_2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28367690d_0_2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28367690d_0_2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42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84300" y="1473713"/>
            <a:ext cx="3300900" cy="15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472760" y="2974989"/>
            <a:ext cx="27237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1">
  <p:cSld name="CUSTO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 flipH="1">
            <a:off x="674800" y="1555775"/>
            <a:ext cx="2070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1"/>
          </p:nvPr>
        </p:nvSpPr>
        <p:spPr>
          <a:xfrm flipH="1">
            <a:off x="660325" y="2472925"/>
            <a:ext cx="2070300" cy="1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One Column 2">
  <p:cSld name="CUSTOM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733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ubTitle" idx="1"/>
          </p:nvPr>
        </p:nvSpPr>
        <p:spPr>
          <a:xfrm>
            <a:off x="658800" y="2449313"/>
            <a:ext cx="25134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orient="horz" pos="25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2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>
            <a:spLocks noGrp="1"/>
          </p:cNvSpPr>
          <p:nvPr>
            <p:ph type="ctrTitle"/>
          </p:nvPr>
        </p:nvSpPr>
        <p:spPr>
          <a:xfrm>
            <a:off x="4691731" y="650619"/>
            <a:ext cx="4496311" cy="2876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Comp. Gráfica </a:t>
            </a:r>
            <a:r>
              <a:rPr lang="en-US" dirty="0"/>
              <a:t>– </a:t>
            </a:r>
            <a:r>
              <a:rPr lang="es-AR" dirty="0"/>
              <a:t>Iluminación, materiales y texturas</a:t>
            </a:r>
            <a:endParaRPr dirty="0"/>
          </a:p>
        </p:txBody>
      </p:sp>
      <p:sp>
        <p:nvSpPr>
          <p:cNvPr id="65" name="Google Shape;65;p19"/>
          <p:cNvSpPr txBox="1">
            <a:spLocks noGrp="1"/>
          </p:cNvSpPr>
          <p:nvPr>
            <p:ph type="subTitle" idx="1"/>
          </p:nvPr>
        </p:nvSpPr>
        <p:spPr>
          <a:xfrm>
            <a:off x="6080759" y="4573713"/>
            <a:ext cx="2926057" cy="263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Gartner, Facundo Nicol</a:t>
            </a:r>
            <a:r>
              <a:rPr lang="es-AR" dirty="0" err="1"/>
              <a:t>ás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6" name="Google Shape;66;p19"/>
          <p:cNvGrpSpPr/>
          <p:nvPr/>
        </p:nvGrpSpPr>
        <p:grpSpPr>
          <a:xfrm>
            <a:off x="200674" y="-25545"/>
            <a:ext cx="1349787" cy="2442484"/>
            <a:chOff x="912725" y="2818850"/>
            <a:chExt cx="708475" cy="1268625"/>
          </a:xfrm>
        </p:grpSpPr>
        <p:sp>
          <p:nvSpPr>
            <p:cNvPr id="67" name="Google Shape;67;p19"/>
            <p:cNvSpPr/>
            <p:nvPr/>
          </p:nvSpPr>
          <p:spPr>
            <a:xfrm>
              <a:off x="1221400" y="3995125"/>
              <a:ext cx="15075" cy="92350"/>
            </a:xfrm>
            <a:custGeom>
              <a:avLst/>
              <a:gdLst/>
              <a:ahLst/>
              <a:cxnLst/>
              <a:rect l="l" t="t" r="r" b="b"/>
              <a:pathLst>
                <a:path w="603" h="3694" extrusionOk="0">
                  <a:moveTo>
                    <a:pt x="18" y="2724"/>
                  </a:moveTo>
                  <a:lnTo>
                    <a:pt x="18" y="2290"/>
                  </a:lnTo>
                  <a:cubicBezTo>
                    <a:pt x="1" y="2073"/>
                    <a:pt x="34" y="1872"/>
                    <a:pt x="101" y="1672"/>
                  </a:cubicBezTo>
                  <a:cubicBezTo>
                    <a:pt x="201" y="1304"/>
                    <a:pt x="218" y="936"/>
                    <a:pt x="268" y="569"/>
                  </a:cubicBezTo>
                  <a:cubicBezTo>
                    <a:pt x="285" y="435"/>
                    <a:pt x="302" y="318"/>
                    <a:pt x="318" y="184"/>
                  </a:cubicBezTo>
                  <a:cubicBezTo>
                    <a:pt x="335" y="151"/>
                    <a:pt x="335" y="118"/>
                    <a:pt x="352" y="84"/>
                  </a:cubicBezTo>
                  <a:cubicBezTo>
                    <a:pt x="369" y="34"/>
                    <a:pt x="435" y="1"/>
                    <a:pt x="486" y="17"/>
                  </a:cubicBezTo>
                  <a:cubicBezTo>
                    <a:pt x="519" y="34"/>
                    <a:pt x="569" y="67"/>
                    <a:pt x="569" y="101"/>
                  </a:cubicBezTo>
                  <a:cubicBezTo>
                    <a:pt x="586" y="151"/>
                    <a:pt x="586" y="201"/>
                    <a:pt x="569" y="268"/>
                  </a:cubicBezTo>
                  <a:cubicBezTo>
                    <a:pt x="536" y="552"/>
                    <a:pt x="502" y="836"/>
                    <a:pt x="469" y="1120"/>
                  </a:cubicBezTo>
                  <a:cubicBezTo>
                    <a:pt x="469" y="1220"/>
                    <a:pt x="469" y="1321"/>
                    <a:pt x="486" y="1421"/>
                  </a:cubicBezTo>
                  <a:cubicBezTo>
                    <a:pt x="602" y="2006"/>
                    <a:pt x="602" y="2607"/>
                    <a:pt x="586" y="3192"/>
                  </a:cubicBezTo>
                  <a:cubicBezTo>
                    <a:pt x="586" y="3276"/>
                    <a:pt x="586" y="3359"/>
                    <a:pt x="569" y="3426"/>
                  </a:cubicBezTo>
                  <a:cubicBezTo>
                    <a:pt x="519" y="3593"/>
                    <a:pt x="385" y="3693"/>
                    <a:pt x="252" y="3693"/>
                  </a:cubicBezTo>
                  <a:cubicBezTo>
                    <a:pt x="101" y="3677"/>
                    <a:pt x="1" y="3526"/>
                    <a:pt x="1" y="3376"/>
                  </a:cubicBezTo>
                  <a:cubicBezTo>
                    <a:pt x="1" y="3159"/>
                    <a:pt x="1" y="2941"/>
                    <a:pt x="1" y="272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9"/>
            <p:cNvSpPr/>
            <p:nvPr/>
          </p:nvSpPr>
          <p:spPr>
            <a:xfrm>
              <a:off x="1354675" y="3993450"/>
              <a:ext cx="33000" cy="68950"/>
            </a:xfrm>
            <a:custGeom>
              <a:avLst/>
              <a:gdLst/>
              <a:ahLst/>
              <a:cxnLst/>
              <a:rect l="l" t="t" r="r" b="b"/>
              <a:pathLst>
                <a:path w="1320" h="2758" extrusionOk="0">
                  <a:moveTo>
                    <a:pt x="50" y="1"/>
                  </a:moveTo>
                  <a:cubicBezTo>
                    <a:pt x="117" y="51"/>
                    <a:pt x="150" y="68"/>
                    <a:pt x="184" y="101"/>
                  </a:cubicBezTo>
                  <a:cubicBezTo>
                    <a:pt x="451" y="385"/>
                    <a:pt x="702" y="686"/>
                    <a:pt x="835" y="1070"/>
                  </a:cubicBezTo>
                  <a:cubicBezTo>
                    <a:pt x="902" y="1287"/>
                    <a:pt x="1019" y="1488"/>
                    <a:pt x="1119" y="1688"/>
                  </a:cubicBezTo>
                  <a:cubicBezTo>
                    <a:pt x="1203" y="1872"/>
                    <a:pt x="1253" y="2056"/>
                    <a:pt x="1303" y="2256"/>
                  </a:cubicBezTo>
                  <a:cubicBezTo>
                    <a:pt x="1320" y="2373"/>
                    <a:pt x="1303" y="2490"/>
                    <a:pt x="1253" y="2607"/>
                  </a:cubicBezTo>
                  <a:cubicBezTo>
                    <a:pt x="1203" y="2691"/>
                    <a:pt x="1136" y="2741"/>
                    <a:pt x="1036" y="2758"/>
                  </a:cubicBezTo>
                  <a:cubicBezTo>
                    <a:pt x="936" y="2758"/>
                    <a:pt x="869" y="2708"/>
                    <a:pt x="819" y="2607"/>
                  </a:cubicBezTo>
                  <a:cubicBezTo>
                    <a:pt x="802" y="2557"/>
                    <a:pt x="769" y="2507"/>
                    <a:pt x="752" y="2440"/>
                  </a:cubicBezTo>
                  <a:cubicBezTo>
                    <a:pt x="602" y="1822"/>
                    <a:pt x="368" y="1221"/>
                    <a:pt x="100" y="636"/>
                  </a:cubicBezTo>
                  <a:cubicBezTo>
                    <a:pt x="17" y="419"/>
                    <a:pt x="0" y="335"/>
                    <a:pt x="50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912725" y="3698125"/>
              <a:ext cx="66025" cy="23425"/>
            </a:xfrm>
            <a:custGeom>
              <a:avLst/>
              <a:gdLst/>
              <a:ahLst/>
              <a:cxnLst/>
              <a:rect l="l" t="t" r="r" b="b"/>
              <a:pathLst>
                <a:path w="2641" h="937" extrusionOk="0">
                  <a:moveTo>
                    <a:pt x="2640" y="753"/>
                  </a:moveTo>
                  <a:cubicBezTo>
                    <a:pt x="2523" y="937"/>
                    <a:pt x="2356" y="937"/>
                    <a:pt x="2172" y="903"/>
                  </a:cubicBezTo>
                  <a:cubicBezTo>
                    <a:pt x="1755" y="836"/>
                    <a:pt x="1354" y="769"/>
                    <a:pt x="953" y="653"/>
                  </a:cubicBezTo>
                  <a:cubicBezTo>
                    <a:pt x="719" y="586"/>
                    <a:pt x="502" y="502"/>
                    <a:pt x="251" y="519"/>
                  </a:cubicBezTo>
                  <a:cubicBezTo>
                    <a:pt x="84" y="536"/>
                    <a:pt x="0" y="352"/>
                    <a:pt x="67" y="201"/>
                  </a:cubicBezTo>
                  <a:cubicBezTo>
                    <a:pt x="117" y="118"/>
                    <a:pt x="184" y="34"/>
                    <a:pt x="301" y="18"/>
                  </a:cubicBezTo>
                  <a:cubicBezTo>
                    <a:pt x="385" y="1"/>
                    <a:pt x="485" y="1"/>
                    <a:pt x="568" y="18"/>
                  </a:cubicBezTo>
                  <a:cubicBezTo>
                    <a:pt x="719" y="34"/>
                    <a:pt x="869" y="68"/>
                    <a:pt x="1020" y="101"/>
                  </a:cubicBezTo>
                  <a:cubicBezTo>
                    <a:pt x="1320" y="168"/>
                    <a:pt x="1621" y="235"/>
                    <a:pt x="1922" y="318"/>
                  </a:cubicBezTo>
                  <a:cubicBezTo>
                    <a:pt x="2039" y="335"/>
                    <a:pt x="2156" y="368"/>
                    <a:pt x="2256" y="419"/>
                  </a:cubicBezTo>
                  <a:cubicBezTo>
                    <a:pt x="2423" y="469"/>
                    <a:pt x="2557" y="569"/>
                    <a:pt x="2640" y="75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9"/>
            <p:cNvSpPr/>
            <p:nvPr/>
          </p:nvSpPr>
          <p:spPr>
            <a:xfrm>
              <a:off x="1050975" y="3964625"/>
              <a:ext cx="65200" cy="51825"/>
            </a:xfrm>
            <a:custGeom>
              <a:avLst/>
              <a:gdLst/>
              <a:ahLst/>
              <a:cxnLst/>
              <a:rect l="l" t="t" r="r" b="b"/>
              <a:pathLst>
                <a:path w="2608" h="2073" extrusionOk="0">
                  <a:moveTo>
                    <a:pt x="235" y="2073"/>
                  </a:moveTo>
                  <a:cubicBezTo>
                    <a:pt x="101" y="2073"/>
                    <a:pt x="1" y="1956"/>
                    <a:pt x="34" y="1839"/>
                  </a:cubicBezTo>
                  <a:cubicBezTo>
                    <a:pt x="68" y="1755"/>
                    <a:pt x="101" y="1688"/>
                    <a:pt x="151" y="1622"/>
                  </a:cubicBezTo>
                  <a:cubicBezTo>
                    <a:pt x="185" y="1588"/>
                    <a:pt x="218" y="1572"/>
                    <a:pt x="252" y="1538"/>
                  </a:cubicBezTo>
                  <a:cubicBezTo>
                    <a:pt x="853" y="1137"/>
                    <a:pt x="1421" y="703"/>
                    <a:pt x="2039" y="318"/>
                  </a:cubicBezTo>
                  <a:cubicBezTo>
                    <a:pt x="2156" y="252"/>
                    <a:pt x="2273" y="151"/>
                    <a:pt x="2390" y="68"/>
                  </a:cubicBezTo>
                  <a:cubicBezTo>
                    <a:pt x="2474" y="1"/>
                    <a:pt x="2541" y="1"/>
                    <a:pt x="2574" y="68"/>
                  </a:cubicBezTo>
                  <a:cubicBezTo>
                    <a:pt x="2607" y="118"/>
                    <a:pt x="2591" y="168"/>
                    <a:pt x="2524" y="218"/>
                  </a:cubicBezTo>
                  <a:cubicBezTo>
                    <a:pt x="2240" y="419"/>
                    <a:pt x="2039" y="686"/>
                    <a:pt x="1822" y="953"/>
                  </a:cubicBezTo>
                  <a:cubicBezTo>
                    <a:pt x="1688" y="1104"/>
                    <a:pt x="1538" y="1237"/>
                    <a:pt x="1388" y="1354"/>
                  </a:cubicBezTo>
                  <a:cubicBezTo>
                    <a:pt x="1104" y="1555"/>
                    <a:pt x="820" y="1755"/>
                    <a:pt x="536" y="1956"/>
                  </a:cubicBezTo>
                  <a:cubicBezTo>
                    <a:pt x="452" y="2023"/>
                    <a:pt x="352" y="2073"/>
                    <a:pt x="235" y="207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546400" y="3724450"/>
              <a:ext cx="74800" cy="27600"/>
            </a:xfrm>
            <a:custGeom>
              <a:avLst/>
              <a:gdLst/>
              <a:ahLst/>
              <a:cxnLst/>
              <a:rect l="l" t="t" r="r" b="b"/>
              <a:pathLst>
                <a:path w="2992" h="1104" extrusionOk="0">
                  <a:moveTo>
                    <a:pt x="0" y="1103"/>
                  </a:moveTo>
                  <a:cubicBezTo>
                    <a:pt x="17" y="1070"/>
                    <a:pt x="34" y="1036"/>
                    <a:pt x="50" y="1020"/>
                  </a:cubicBezTo>
                  <a:cubicBezTo>
                    <a:pt x="117" y="1003"/>
                    <a:pt x="184" y="986"/>
                    <a:pt x="234" y="986"/>
                  </a:cubicBezTo>
                  <a:cubicBezTo>
                    <a:pt x="351" y="953"/>
                    <a:pt x="451" y="920"/>
                    <a:pt x="535" y="836"/>
                  </a:cubicBezTo>
                  <a:cubicBezTo>
                    <a:pt x="652" y="702"/>
                    <a:pt x="819" y="619"/>
                    <a:pt x="1003" y="569"/>
                  </a:cubicBezTo>
                  <a:cubicBezTo>
                    <a:pt x="1337" y="452"/>
                    <a:pt x="1671" y="335"/>
                    <a:pt x="2005" y="218"/>
                  </a:cubicBezTo>
                  <a:cubicBezTo>
                    <a:pt x="2172" y="151"/>
                    <a:pt x="2356" y="101"/>
                    <a:pt x="2523" y="51"/>
                  </a:cubicBezTo>
                  <a:cubicBezTo>
                    <a:pt x="2640" y="1"/>
                    <a:pt x="2757" y="34"/>
                    <a:pt x="2857" y="101"/>
                  </a:cubicBezTo>
                  <a:cubicBezTo>
                    <a:pt x="2991" y="168"/>
                    <a:pt x="2991" y="335"/>
                    <a:pt x="2874" y="402"/>
                  </a:cubicBezTo>
                  <a:cubicBezTo>
                    <a:pt x="2757" y="468"/>
                    <a:pt x="2640" y="535"/>
                    <a:pt x="2523" y="569"/>
                  </a:cubicBezTo>
                  <a:cubicBezTo>
                    <a:pt x="2222" y="686"/>
                    <a:pt x="1905" y="803"/>
                    <a:pt x="1604" y="903"/>
                  </a:cubicBezTo>
                  <a:cubicBezTo>
                    <a:pt x="1270" y="1020"/>
                    <a:pt x="953" y="1070"/>
                    <a:pt x="602" y="1053"/>
                  </a:cubicBezTo>
                  <a:cubicBezTo>
                    <a:pt x="485" y="1053"/>
                    <a:pt x="351" y="1087"/>
                    <a:pt x="217" y="1087"/>
                  </a:cubicBezTo>
                  <a:cubicBezTo>
                    <a:pt x="167" y="1103"/>
                    <a:pt x="84" y="1103"/>
                    <a:pt x="0" y="110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9"/>
            <p:cNvSpPr/>
            <p:nvPr/>
          </p:nvSpPr>
          <p:spPr>
            <a:xfrm>
              <a:off x="1540550" y="3863125"/>
              <a:ext cx="75625" cy="24675"/>
            </a:xfrm>
            <a:custGeom>
              <a:avLst/>
              <a:gdLst/>
              <a:ahLst/>
              <a:cxnLst/>
              <a:rect l="l" t="t" r="r" b="b"/>
              <a:pathLst>
                <a:path w="3025" h="987" extrusionOk="0">
                  <a:moveTo>
                    <a:pt x="0" y="34"/>
                  </a:moveTo>
                  <a:cubicBezTo>
                    <a:pt x="101" y="17"/>
                    <a:pt x="134" y="1"/>
                    <a:pt x="151" y="1"/>
                  </a:cubicBezTo>
                  <a:cubicBezTo>
                    <a:pt x="234" y="1"/>
                    <a:pt x="318" y="1"/>
                    <a:pt x="401" y="17"/>
                  </a:cubicBezTo>
                  <a:cubicBezTo>
                    <a:pt x="635" y="51"/>
                    <a:pt x="852" y="68"/>
                    <a:pt x="1086" y="68"/>
                  </a:cubicBezTo>
                  <a:cubicBezTo>
                    <a:pt x="1571" y="51"/>
                    <a:pt x="2039" y="118"/>
                    <a:pt x="2507" y="268"/>
                  </a:cubicBezTo>
                  <a:cubicBezTo>
                    <a:pt x="2624" y="318"/>
                    <a:pt x="2757" y="385"/>
                    <a:pt x="2874" y="452"/>
                  </a:cubicBezTo>
                  <a:cubicBezTo>
                    <a:pt x="2941" y="502"/>
                    <a:pt x="2991" y="569"/>
                    <a:pt x="2991" y="652"/>
                  </a:cubicBezTo>
                  <a:cubicBezTo>
                    <a:pt x="3025" y="836"/>
                    <a:pt x="2874" y="987"/>
                    <a:pt x="2674" y="953"/>
                  </a:cubicBezTo>
                  <a:cubicBezTo>
                    <a:pt x="2657" y="936"/>
                    <a:pt x="2624" y="936"/>
                    <a:pt x="2607" y="920"/>
                  </a:cubicBezTo>
                  <a:cubicBezTo>
                    <a:pt x="2373" y="803"/>
                    <a:pt x="2122" y="736"/>
                    <a:pt x="1872" y="686"/>
                  </a:cubicBezTo>
                  <a:cubicBezTo>
                    <a:pt x="1538" y="602"/>
                    <a:pt x="1220" y="502"/>
                    <a:pt x="919" y="302"/>
                  </a:cubicBezTo>
                  <a:cubicBezTo>
                    <a:pt x="786" y="201"/>
                    <a:pt x="619" y="168"/>
                    <a:pt x="451" y="151"/>
                  </a:cubicBezTo>
                  <a:cubicBezTo>
                    <a:pt x="318" y="151"/>
                    <a:pt x="184" y="151"/>
                    <a:pt x="0" y="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9"/>
            <p:cNvSpPr/>
            <p:nvPr/>
          </p:nvSpPr>
          <p:spPr>
            <a:xfrm>
              <a:off x="1485825" y="3544825"/>
              <a:ext cx="56825" cy="33875"/>
            </a:xfrm>
            <a:custGeom>
              <a:avLst/>
              <a:gdLst/>
              <a:ahLst/>
              <a:cxnLst/>
              <a:rect l="l" t="t" r="r" b="b"/>
              <a:pathLst>
                <a:path w="2273" h="1355" extrusionOk="0">
                  <a:moveTo>
                    <a:pt x="2273" y="252"/>
                  </a:moveTo>
                  <a:cubicBezTo>
                    <a:pt x="2256" y="268"/>
                    <a:pt x="2239" y="335"/>
                    <a:pt x="2189" y="368"/>
                  </a:cubicBezTo>
                  <a:cubicBezTo>
                    <a:pt x="2139" y="419"/>
                    <a:pt x="2089" y="452"/>
                    <a:pt x="2022" y="485"/>
                  </a:cubicBezTo>
                  <a:cubicBezTo>
                    <a:pt x="1437" y="786"/>
                    <a:pt x="853" y="1070"/>
                    <a:pt x="251" y="1321"/>
                  </a:cubicBezTo>
                  <a:cubicBezTo>
                    <a:pt x="234" y="1321"/>
                    <a:pt x="218" y="1338"/>
                    <a:pt x="184" y="1338"/>
                  </a:cubicBezTo>
                  <a:cubicBezTo>
                    <a:pt x="134" y="1354"/>
                    <a:pt x="67" y="1321"/>
                    <a:pt x="34" y="1254"/>
                  </a:cubicBezTo>
                  <a:cubicBezTo>
                    <a:pt x="1" y="1204"/>
                    <a:pt x="17" y="1137"/>
                    <a:pt x="51" y="1104"/>
                  </a:cubicBezTo>
                  <a:cubicBezTo>
                    <a:pt x="251" y="886"/>
                    <a:pt x="452" y="669"/>
                    <a:pt x="736" y="536"/>
                  </a:cubicBezTo>
                  <a:cubicBezTo>
                    <a:pt x="1070" y="385"/>
                    <a:pt x="1404" y="218"/>
                    <a:pt x="1738" y="68"/>
                  </a:cubicBezTo>
                  <a:cubicBezTo>
                    <a:pt x="1872" y="1"/>
                    <a:pt x="1989" y="1"/>
                    <a:pt x="2122" y="51"/>
                  </a:cubicBezTo>
                  <a:cubicBezTo>
                    <a:pt x="2206" y="68"/>
                    <a:pt x="2273" y="151"/>
                    <a:pt x="2273" y="25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9"/>
            <p:cNvSpPr/>
            <p:nvPr/>
          </p:nvSpPr>
          <p:spPr>
            <a:xfrm>
              <a:off x="1479975" y="3945000"/>
              <a:ext cx="55575" cy="43050"/>
            </a:xfrm>
            <a:custGeom>
              <a:avLst/>
              <a:gdLst/>
              <a:ahLst/>
              <a:cxnLst/>
              <a:rect l="l" t="t" r="r" b="b"/>
              <a:pathLst>
                <a:path w="2223" h="1722" extrusionOk="0">
                  <a:moveTo>
                    <a:pt x="1889" y="1705"/>
                  </a:moveTo>
                  <a:cubicBezTo>
                    <a:pt x="1822" y="1671"/>
                    <a:pt x="1705" y="1621"/>
                    <a:pt x="1605" y="1555"/>
                  </a:cubicBezTo>
                  <a:cubicBezTo>
                    <a:pt x="1287" y="1354"/>
                    <a:pt x="1003" y="1103"/>
                    <a:pt x="736" y="836"/>
                  </a:cubicBezTo>
                  <a:cubicBezTo>
                    <a:pt x="535" y="636"/>
                    <a:pt x="301" y="418"/>
                    <a:pt x="101" y="218"/>
                  </a:cubicBezTo>
                  <a:cubicBezTo>
                    <a:pt x="67" y="184"/>
                    <a:pt x="17" y="151"/>
                    <a:pt x="1" y="118"/>
                  </a:cubicBezTo>
                  <a:cubicBezTo>
                    <a:pt x="1" y="84"/>
                    <a:pt x="1" y="51"/>
                    <a:pt x="17" y="17"/>
                  </a:cubicBezTo>
                  <a:cubicBezTo>
                    <a:pt x="34" y="1"/>
                    <a:pt x="67" y="1"/>
                    <a:pt x="84" y="1"/>
                  </a:cubicBezTo>
                  <a:cubicBezTo>
                    <a:pt x="118" y="17"/>
                    <a:pt x="151" y="34"/>
                    <a:pt x="184" y="67"/>
                  </a:cubicBezTo>
                  <a:cubicBezTo>
                    <a:pt x="351" y="251"/>
                    <a:pt x="585" y="335"/>
                    <a:pt x="803" y="435"/>
                  </a:cubicBezTo>
                  <a:cubicBezTo>
                    <a:pt x="1204" y="602"/>
                    <a:pt x="1554" y="803"/>
                    <a:pt x="1905" y="1053"/>
                  </a:cubicBezTo>
                  <a:cubicBezTo>
                    <a:pt x="2039" y="1154"/>
                    <a:pt x="2139" y="1287"/>
                    <a:pt x="2173" y="1438"/>
                  </a:cubicBezTo>
                  <a:cubicBezTo>
                    <a:pt x="2223" y="1605"/>
                    <a:pt x="2106" y="1722"/>
                    <a:pt x="1889" y="170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948225" y="3859800"/>
              <a:ext cx="50575" cy="28000"/>
            </a:xfrm>
            <a:custGeom>
              <a:avLst/>
              <a:gdLst/>
              <a:ahLst/>
              <a:cxnLst/>
              <a:rect l="l" t="t" r="r" b="b"/>
              <a:pathLst>
                <a:path w="2023" h="1120" extrusionOk="0">
                  <a:moveTo>
                    <a:pt x="301" y="1120"/>
                  </a:moveTo>
                  <a:cubicBezTo>
                    <a:pt x="168" y="1120"/>
                    <a:pt x="84" y="1086"/>
                    <a:pt x="51" y="1003"/>
                  </a:cubicBezTo>
                  <a:cubicBezTo>
                    <a:pt x="1" y="919"/>
                    <a:pt x="17" y="802"/>
                    <a:pt x="118" y="735"/>
                  </a:cubicBezTo>
                  <a:cubicBezTo>
                    <a:pt x="201" y="668"/>
                    <a:pt x="285" y="602"/>
                    <a:pt x="385" y="551"/>
                  </a:cubicBezTo>
                  <a:cubicBezTo>
                    <a:pt x="602" y="468"/>
                    <a:pt x="803" y="368"/>
                    <a:pt x="1020" y="284"/>
                  </a:cubicBezTo>
                  <a:cubicBezTo>
                    <a:pt x="1270" y="201"/>
                    <a:pt x="1538" y="117"/>
                    <a:pt x="1788" y="34"/>
                  </a:cubicBezTo>
                  <a:cubicBezTo>
                    <a:pt x="1872" y="0"/>
                    <a:pt x="1972" y="50"/>
                    <a:pt x="1989" y="117"/>
                  </a:cubicBezTo>
                  <a:cubicBezTo>
                    <a:pt x="2022" y="201"/>
                    <a:pt x="2006" y="301"/>
                    <a:pt x="1922" y="334"/>
                  </a:cubicBezTo>
                  <a:cubicBezTo>
                    <a:pt x="1638" y="451"/>
                    <a:pt x="1438" y="702"/>
                    <a:pt x="1153" y="819"/>
                  </a:cubicBezTo>
                  <a:cubicBezTo>
                    <a:pt x="953" y="902"/>
                    <a:pt x="752" y="1003"/>
                    <a:pt x="535" y="1086"/>
                  </a:cubicBezTo>
                  <a:cubicBezTo>
                    <a:pt x="452" y="1103"/>
                    <a:pt x="351" y="1120"/>
                    <a:pt x="301" y="112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994600" y="3546100"/>
              <a:ext cx="43875" cy="39275"/>
            </a:xfrm>
            <a:custGeom>
              <a:avLst/>
              <a:gdLst/>
              <a:ahLst/>
              <a:cxnLst/>
              <a:rect l="l" t="t" r="r" b="b"/>
              <a:pathLst>
                <a:path w="1755" h="1571" extrusionOk="0">
                  <a:moveTo>
                    <a:pt x="1755" y="1487"/>
                  </a:moveTo>
                  <a:cubicBezTo>
                    <a:pt x="1705" y="1520"/>
                    <a:pt x="1671" y="1554"/>
                    <a:pt x="1638" y="1554"/>
                  </a:cubicBezTo>
                  <a:cubicBezTo>
                    <a:pt x="1604" y="1571"/>
                    <a:pt x="1571" y="1537"/>
                    <a:pt x="1537" y="1537"/>
                  </a:cubicBezTo>
                  <a:cubicBezTo>
                    <a:pt x="1420" y="1487"/>
                    <a:pt x="1320" y="1437"/>
                    <a:pt x="1203" y="1404"/>
                  </a:cubicBezTo>
                  <a:cubicBezTo>
                    <a:pt x="953" y="1320"/>
                    <a:pt x="769" y="1186"/>
                    <a:pt x="585" y="1003"/>
                  </a:cubicBezTo>
                  <a:cubicBezTo>
                    <a:pt x="435" y="835"/>
                    <a:pt x="284" y="668"/>
                    <a:pt x="134" y="485"/>
                  </a:cubicBezTo>
                  <a:cubicBezTo>
                    <a:pt x="117" y="451"/>
                    <a:pt x="84" y="418"/>
                    <a:pt x="67" y="384"/>
                  </a:cubicBezTo>
                  <a:cubicBezTo>
                    <a:pt x="0" y="284"/>
                    <a:pt x="17" y="167"/>
                    <a:pt x="100" y="100"/>
                  </a:cubicBezTo>
                  <a:cubicBezTo>
                    <a:pt x="167" y="17"/>
                    <a:pt x="284" y="0"/>
                    <a:pt x="401" y="67"/>
                  </a:cubicBezTo>
                  <a:cubicBezTo>
                    <a:pt x="451" y="84"/>
                    <a:pt x="501" y="134"/>
                    <a:pt x="535" y="184"/>
                  </a:cubicBezTo>
                  <a:cubicBezTo>
                    <a:pt x="635" y="284"/>
                    <a:pt x="735" y="401"/>
                    <a:pt x="836" y="501"/>
                  </a:cubicBezTo>
                  <a:cubicBezTo>
                    <a:pt x="1019" y="718"/>
                    <a:pt x="1203" y="952"/>
                    <a:pt x="1404" y="1170"/>
                  </a:cubicBezTo>
                  <a:cubicBezTo>
                    <a:pt x="1471" y="1236"/>
                    <a:pt x="1571" y="1303"/>
                    <a:pt x="1654" y="1370"/>
                  </a:cubicBezTo>
                  <a:cubicBezTo>
                    <a:pt x="1688" y="1404"/>
                    <a:pt x="1705" y="1437"/>
                    <a:pt x="1755" y="14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9"/>
            <p:cNvSpPr/>
            <p:nvPr/>
          </p:nvSpPr>
          <p:spPr>
            <a:xfrm>
              <a:off x="1045975" y="3437825"/>
              <a:ext cx="442800" cy="508000"/>
            </a:xfrm>
            <a:custGeom>
              <a:avLst/>
              <a:gdLst/>
              <a:ahLst/>
              <a:cxnLst/>
              <a:rect l="l" t="t" r="r" b="b"/>
              <a:pathLst>
                <a:path w="17712" h="20320" extrusionOk="0">
                  <a:moveTo>
                    <a:pt x="7432" y="0"/>
                  </a:moveTo>
                  <a:cubicBezTo>
                    <a:pt x="6997" y="0"/>
                    <a:pt x="6573" y="52"/>
                    <a:pt x="6149" y="154"/>
                  </a:cubicBezTo>
                  <a:cubicBezTo>
                    <a:pt x="5882" y="237"/>
                    <a:pt x="5648" y="388"/>
                    <a:pt x="5431" y="572"/>
                  </a:cubicBezTo>
                  <a:cubicBezTo>
                    <a:pt x="5381" y="605"/>
                    <a:pt x="5347" y="672"/>
                    <a:pt x="5330" y="722"/>
                  </a:cubicBezTo>
                  <a:cubicBezTo>
                    <a:pt x="5230" y="1039"/>
                    <a:pt x="5130" y="1357"/>
                    <a:pt x="5130" y="1691"/>
                  </a:cubicBezTo>
                  <a:cubicBezTo>
                    <a:pt x="5130" y="1741"/>
                    <a:pt x="5130" y="1791"/>
                    <a:pt x="5113" y="1841"/>
                  </a:cubicBezTo>
                  <a:cubicBezTo>
                    <a:pt x="4996" y="2426"/>
                    <a:pt x="4762" y="2961"/>
                    <a:pt x="4495" y="3479"/>
                  </a:cubicBezTo>
                  <a:cubicBezTo>
                    <a:pt x="4395" y="3663"/>
                    <a:pt x="4278" y="3863"/>
                    <a:pt x="4194" y="4047"/>
                  </a:cubicBezTo>
                  <a:cubicBezTo>
                    <a:pt x="4010" y="4431"/>
                    <a:pt x="3793" y="4765"/>
                    <a:pt x="3526" y="5083"/>
                  </a:cubicBezTo>
                  <a:cubicBezTo>
                    <a:pt x="3075" y="5668"/>
                    <a:pt x="2607" y="6252"/>
                    <a:pt x="2139" y="6837"/>
                  </a:cubicBezTo>
                  <a:cubicBezTo>
                    <a:pt x="2039" y="6954"/>
                    <a:pt x="1939" y="7088"/>
                    <a:pt x="1822" y="7188"/>
                  </a:cubicBezTo>
                  <a:cubicBezTo>
                    <a:pt x="1554" y="7372"/>
                    <a:pt x="1370" y="7623"/>
                    <a:pt x="1153" y="7856"/>
                  </a:cubicBezTo>
                  <a:cubicBezTo>
                    <a:pt x="1036" y="7990"/>
                    <a:pt x="936" y="8141"/>
                    <a:pt x="853" y="8291"/>
                  </a:cubicBezTo>
                  <a:cubicBezTo>
                    <a:pt x="652" y="8642"/>
                    <a:pt x="485" y="8993"/>
                    <a:pt x="318" y="9360"/>
                  </a:cubicBezTo>
                  <a:cubicBezTo>
                    <a:pt x="251" y="9511"/>
                    <a:pt x="201" y="9694"/>
                    <a:pt x="167" y="9862"/>
                  </a:cubicBezTo>
                  <a:cubicBezTo>
                    <a:pt x="134" y="10179"/>
                    <a:pt x="34" y="10480"/>
                    <a:pt x="67" y="10814"/>
                  </a:cubicBezTo>
                  <a:cubicBezTo>
                    <a:pt x="67" y="10831"/>
                    <a:pt x="51" y="10864"/>
                    <a:pt x="51" y="10897"/>
                  </a:cubicBezTo>
                  <a:cubicBezTo>
                    <a:pt x="0" y="11065"/>
                    <a:pt x="0" y="11248"/>
                    <a:pt x="0" y="11432"/>
                  </a:cubicBezTo>
                  <a:cubicBezTo>
                    <a:pt x="0" y="11900"/>
                    <a:pt x="17" y="12385"/>
                    <a:pt x="17" y="12852"/>
                  </a:cubicBezTo>
                  <a:cubicBezTo>
                    <a:pt x="17" y="12936"/>
                    <a:pt x="17" y="13003"/>
                    <a:pt x="34" y="13070"/>
                  </a:cubicBezTo>
                  <a:cubicBezTo>
                    <a:pt x="101" y="13337"/>
                    <a:pt x="117" y="13604"/>
                    <a:pt x="134" y="13888"/>
                  </a:cubicBezTo>
                  <a:cubicBezTo>
                    <a:pt x="134" y="14089"/>
                    <a:pt x="167" y="14306"/>
                    <a:pt x="301" y="14490"/>
                  </a:cubicBezTo>
                  <a:cubicBezTo>
                    <a:pt x="435" y="14657"/>
                    <a:pt x="485" y="14857"/>
                    <a:pt x="552" y="15058"/>
                  </a:cubicBezTo>
                  <a:cubicBezTo>
                    <a:pt x="602" y="15242"/>
                    <a:pt x="669" y="15425"/>
                    <a:pt x="719" y="15609"/>
                  </a:cubicBezTo>
                  <a:cubicBezTo>
                    <a:pt x="752" y="15760"/>
                    <a:pt x="836" y="15893"/>
                    <a:pt x="936" y="16010"/>
                  </a:cubicBezTo>
                  <a:cubicBezTo>
                    <a:pt x="1036" y="16111"/>
                    <a:pt x="1103" y="16227"/>
                    <a:pt x="1153" y="16344"/>
                  </a:cubicBezTo>
                  <a:cubicBezTo>
                    <a:pt x="1237" y="16578"/>
                    <a:pt x="1370" y="16796"/>
                    <a:pt x="1504" y="16996"/>
                  </a:cubicBezTo>
                  <a:cubicBezTo>
                    <a:pt x="1738" y="17380"/>
                    <a:pt x="1989" y="17715"/>
                    <a:pt x="2340" y="17999"/>
                  </a:cubicBezTo>
                  <a:cubicBezTo>
                    <a:pt x="2724" y="18299"/>
                    <a:pt x="3158" y="18533"/>
                    <a:pt x="3543" y="18851"/>
                  </a:cubicBezTo>
                  <a:cubicBezTo>
                    <a:pt x="3593" y="18884"/>
                    <a:pt x="3643" y="18901"/>
                    <a:pt x="3693" y="18918"/>
                  </a:cubicBezTo>
                  <a:cubicBezTo>
                    <a:pt x="3994" y="19085"/>
                    <a:pt x="4294" y="19235"/>
                    <a:pt x="4579" y="19402"/>
                  </a:cubicBezTo>
                  <a:cubicBezTo>
                    <a:pt x="5046" y="19669"/>
                    <a:pt x="5548" y="19870"/>
                    <a:pt x="6066" y="20020"/>
                  </a:cubicBezTo>
                  <a:cubicBezTo>
                    <a:pt x="6183" y="20037"/>
                    <a:pt x="6316" y="20054"/>
                    <a:pt x="6450" y="20070"/>
                  </a:cubicBezTo>
                  <a:cubicBezTo>
                    <a:pt x="6751" y="20137"/>
                    <a:pt x="7051" y="20137"/>
                    <a:pt x="7369" y="20137"/>
                  </a:cubicBezTo>
                  <a:cubicBezTo>
                    <a:pt x="7519" y="20137"/>
                    <a:pt x="7686" y="20154"/>
                    <a:pt x="7820" y="20204"/>
                  </a:cubicBezTo>
                  <a:cubicBezTo>
                    <a:pt x="8020" y="20254"/>
                    <a:pt x="8221" y="20254"/>
                    <a:pt x="8422" y="20254"/>
                  </a:cubicBezTo>
                  <a:lnTo>
                    <a:pt x="9056" y="20254"/>
                  </a:lnTo>
                  <a:cubicBezTo>
                    <a:pt x="9157" y="20254"/>
                    <a:pt x="9257" y="20271"/>
                    <a:pt x="9357" y="20271"/>
                  </a:cubicBezTo>
                  <a:cubicBezTo>
                    <a:pt x="9588" y="20308"/>
                    <a:pt x="9824" y="20319"/>
                    <a:pt x="10060" y="20319"/>
                  </a:cubicBezTo>
                  <a:cubicBezTo>
                    <a:pt x="10250" y="20319"/>
                    <a:pt x="10440" y="20312"/>
                    <a:pt x="10627" y="20304"/>
                  </a:cubicBezTo>
                  <a:cubicBezTo>
                    <a:pt x="10811" y="20288"/>
                    <a:pt x="10995" y="20254"/>
                    <a:pt x="11145" y="20137"/>
                  </a:cubicBezTo>
                  <a:cubicBezTo>
                    <a:pt x="11212" y="20087"/>
                    <a:pt x="11279" y="20070"/>
                    <a:pt x="11346" y="20070"/>
                  </a:cubicBezTo>
                  <a:cubicBezTo>
                    <a:pt x="11412" y="20070"/>
                    <a:pt x="11479" y="20054"/>
                    <a:pt x="11529" y="20037"/>
                  </a:cubicBezTo>
                  <a:cubicBezTo>
                    <a:pt x="12081" y="19903"/>
                    <a:pt x="12599" y="19703"/>
                    <a:pt x="13066" y="19402"/>
                  </a:cubicBezTo>
                  <a:cubicBezTo>
                    <a:pt x="13133" y="19369"/>
                    <a:pt x="13200" y="19352"/>
                    <a:pt x="13267" y="19302"/>
                  </a:cubicBezTo>
                  <a:cubicBezTo>
                    <a:pt x="13568" y="19151"/>
                    <a:pt x="13868" y="18984"/>
                    <a:pt x="14186" y="18817"/>
                  </a:cubicBezTo>
                  <a:cubicBezTo>
                    <a:pt x="14236" y="18784"/>
                    <a:pt x="14270" y="18750"/>
                    <a:pt x="14320" y="18717"/>
                  </a:cubicBezTo>
                  <a:cubicBezTo>
                    <a:pt x="14470" y="18600"/>
                    <a:pt x="14620" y="18500"/>
                    <a:pt x="14771" y="18366"/>
                  </a:cubicBezTo>
                  <a:cubicBezTo>
                    <a:pt x="14854" y="18299"/>
                    <a:pt x="14938" y="18232"/>
                    <a:pt x="14988" y="18132"/>
                  </a:cubicBezTo>
                  <a:cubicBezTo>
                    <a:pt x="15055" y="17999"/>
                    <a:pt x="15155" y="17932"/>
                    <a:pt x="15289" y="17848"/>
                  </a:cubicBezTo>
                  <a:cubicBezTo>
                    <a:pt x="15556" y="17698"/>
                    <a:pt x="15757" y="17464"/>
                    <a:pt x="15907" y="17197"/>
                  </a:cubicBezTo>
                  <a:cubicBezTo>
                    <a:pt x="15957" y="17096"/>
                    <a:pt x="16024" y="17013"/>
                    <a:pt x="16091" y="16946"/>
                  </a:cubicBezTo>
                  <a:cubicBezTo>
                    <a:pt x="16224" y="16829"/>
                    <a:pt x="16291" y="16695"/>
                    <a:pt x="16375" y="16545"/>
                  </a:cubicBezTo>
                  <a:cubicBezTo>
                    <a:pt x="16475" y="16378"/>
                    <a:pt x="16575" y="16211"/>
                    <a:pt x="16709" y="16044"/>
                  </a:cubicBezTo>
                  <a:cubicBezTo>
                    <a:pt x="16826" y="15893"/>
                    <a:pt x="16926" y="15743"/>
                    <a:pt x="16976" y="15559"/>
                  </a:cubicBezTo>
                  <a:cubicBezTo>
                    <a:pt x="17077" y="15258"/>
                    <a:pt x="17160" y="14958"/>
                    <a:pt x="17260" y="14674"/>
                  </a:cubicBezTo>
                  <a:cubicBezTo>
                    <a:pt x="17277" y="14590"/>
                    <a:pt x="17294" y="14506"/>
                    <a:pt x="17344" y="14440"/>
                  </a:cubicBezTo>
                  <a:cubicBezTo>
                    <a:pt x="17511" y="14189"/>
                    <a:pt x="17595" y="13905"/>
                    <a:pt x="17611" y="13588"/>
                  </a:cubicBezTo>
                  <a:cubicBezTo>
                    <a:pt x="17611" y="13554"/>
                    <a:pt x="17611" y="13521"/>
                    <a:pt x="17628" y="13487"/>
                  </a:cubicBezTo>
                  <a:cubicBezTo>
                    <a:pt x="17711" y="13270"/>
                    <a:pt x="17711" y="13053"/>
                    <a:pt x="17695" y="12836"/>
                  </a:cubicBezTo>
                  <a:cubicBezTo>
                    <a:pt x="17695" y="12451"/>
                    <a:pt x="17661" y="12084"/>
                    <a:pt x="17678" y="11716"/>
                  </a:cubicBezTo>
                  <a:cubicBezTo>
                    <a:pt x="17711" y="11248"/>
                    <a:pt x="17595" y="10780"/>
                    <a:pt x="17595" y="10329"/>
                  </a:cubicBezTo>
                  <a:cubicBezTo>
                    <a:pt x="17595" y="10279"/>
                    <a:pt x="17561" y="10229"/>
                    <a:pt x="17561" y="10196"/>
                  </a:cubicBezTo>
                  <a:cubicBezTo>
                    <a:pt x="17544" y="10129"/>
                    <a:pt x="17528" y="10062"/>
                    <a:pt x="17528" y="9995"/>
                  </a:cubicBezTo>
                  <a:cubicBezTo>
                    <a:pt x="17511" y="9745"/>
                    <a:pt x="17444" y="9494"/>
                    <a:pt x="17327" y="9277"/>
                  </a:cubicBezTo>
                  <a:cubicBezTo>
                    <a:pt x="17194" y="9009"/>
                    <a:pt x="17060" y="8742"/>
                    <a:pt x="16943" y="8491"/>
                  </a:cubicBezTo>
                  <a:cubicBezTo>
                    <a:pt x="16709" y="8007"/>
                    <a:pt x="16358" y="7639"/>
                    <a:pt x="15974" y="7272"/>
                  </a:cubicBezTo>
                  <a:cubicBezTo>
                    <a:pt x="15823" y="7138"/>
                    <a:pt x="15673" y="7004"/>
                    <a:pt x="15556" y="6854"/>
                  </a:cubicBezTo>
                  <a:cubicBezTo>
                    <a:pt x="15105" y="6286"/>
                    <a:pt x="14654" y="5718"/>
                    <a:pt x="14203" y="5166"/>
                  </a:cubicBezTo>
                  <a:cubicBezTo>
                    <a:pt x="13902" y="4782"/>
                    <a:pt x="13635" y="4398"/>
                    <a:pt x="13451" y="3963"/>
                  </a:cubicBezTo>
                  <a:cubicBezTo>
                    <a:pt x="13401" y="3846"/>
                    <a:pt x="13334" y="3729"/>
                    <a:pt x="13267" y="3629"/>
                  </a:cubicBezTo>
                  <a:cubicBezTo>
                    <a:pt x="13033" y="3212"/>
                    <a:pt x="12833" y="2760"/>
                    <a:pt x="12682" y="2309"/>
                  </a:cubicBezTo>
                  <a:cubicBezTo>
                    <a:pt x="12632" y="2109"/>
                    <a:pt x="12565" y="1908"/>
                    <a:pt x="12549" y="1724"/>
                  </a:cubicBezTo>
                  <a:cubicBezTo>
                    <a:pt x="12549" y="1374"/>
                    <a:pt x="12448" y="1056"/>
                    <a:pt x="12365" y="739"/>
                  </a:cubicBezTo>
                  <a:cubicBezTo>
                    <a:pt x="12348" y="672"/>
                    <a:pt x="12315" y="622"/>
                    <a:pt x="12264" y="572"/>
                  </a:cubicBezTo>
                  <a:cubicBezTo>
                    <a:pt x="12081" y="404"/>
                    <a:pt x="11863" y="254"/>
                    <a:pt x="11613" y="187"/>
                  </a:cubicBezTo>
                  <a:cubicBezTo>
                    <a:pt x="11479" y="154"/>
                    <a:pt x="11346" y="120"/>
                    <a:pt x="11212" y="87"/>
                  </a:cubicBezTo>
                  <a:cubicBezTo>
                    <a:pt x="10928" y="20"/>
                    <a:pt x="10644" y="3"/>
                    <a:pt x="10343" y="3"/>
                  </a:cubicBezTo>
                  <a:lnTo>
                    <a:pt x="7619" y="3"/>
                  </a:lnTo>
                  <a:cubicBezTo>
                    <a:pt x="7557" y="1"/>
                    <a:pt x="7494" y="0"/>
                    <a:pt x="74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9"/>
            <p:cNvSpPr/>
            <p:nvPr/>
          </p:nvSpPr>
          <p:spPr>
            <a:xfrm>
              <a:off x="1059350" y="3446850"/>
              <a:ext cx="426500" cy="490650"/>
            </a:xfrm>
            <a:custGeom>
              <a:avLst/>
              <a:gdLst/>
              <a:ahLst/>
              <a:cxnLst/>
              <a:rect l="l" t="t" r="r" b="b"/>
              <a:pathLst>
                <a:path w="17060" h="19626" extrusionOk="0">
                  <a:moveTo>
                    <a:pt x="6207" y="0"/>
                  </a:moveTo>
                  <a:cubicBezTo>
                    <a:pt x="5842" y="0"/>
                    <a:pt x="5508" y="112"/>
                    <a:pt x="5213" y="495"/>
                  </a:cubicBezTo>
                  <a:cubicBezTo>
                    <a:pt x="4612" y="1280"/>
                    <a:pt x="4461" y="2316"/>
                    <a:pt x="4144" y="3218"/>
                  </a:cubicBezTo>
                  <a:cubicBezTo>
                    <a:pt x="3676" y="4521"/>
                    <a:pt x="2774" y="5557"/>
                    <a:pt x="1905" y="6593"/>
                  </a:cubicBezTo>
                  <a:cubicBezTo>
                    <a:pt x="1170" y="7462"/>
                    <a:pt x="835" y="8197"/>
                    <a:pt x="518" y="9283"/>
                  </a:cubicBezTo>
                  <a:cubicBezTo>
                    <a:pt x="201" y="10436"/>
                    <a:pt x="0" y="11422"/>
                    <a:pt x="0" y="12625"/>
                  </a:cubicBezTo>
                  <a:cubicBezTo>
                    <a:pt x="0" y="13761"/>
                    <a:pt x="334" y="14613"/>
                    <a:pt x="869" y="15616"/>
                  </a:cubicBezTo>
                  <a:cubicBezTo>
                    <a:pt x="1420" y="16635"/>
                    <a:pt x="2139" y="17387"/>
                    <a:pt x="3024" y="18122"/>
                  </a:cubicBezTo>
                  <a:cubicBezTo>
                    <a:pt x="3893" y="18841"/>
                    <a:pt x="4779" y="19492"/>
                    <a:pt x="5932" y="19592"/>
                  </a:cubicBezTo>
                  <a:cubicBezTo>
                    <a:pt x="6205" y="19615"/>
                    <a:pt x="6474" y="19626"/>
                    <a:pt x="6740" y="19626"/>
                  </a:cubicBezTo>
                  <a:cubicBezTo>
                    <a:pt x="7646" y="19626"/>
                    <a:pt x="8520" y="19502"/>
                    <a:pt x="9424" y="19308"/>
                  </a:cubicBezTo>
                  <a:cubicBezTo>
                    <a:pt x="10660" y="19058"/>
                    <a:pt x="11780" y="18907"/>
                    <a:pt x="12832" y="18156"/>
                  </a:cubicBezTo>
                  <a:cubicBezTo>
                    <a:pt x="14620" y="16886"/>
                    <a:pt x="15673" y="14931"/>
                    <a:pt x="16508" y="12942"/>
                  </a:cubicBezTo>
                  <a:cubicBezTo>
                    <a:pt x="16892" y="12040"/>
                    <a:pt x="17060" y="10854"/>
                    <a:pt x="16876" y="9885"/>
                  </a:cubicBezTo>
                  <a:cubicBezTo>
                    <a:pt x="16692" y="8916"/>
                    <a:pt x="16090" y="8314"/>
                    <a:pt x="15405" y="7646"/>
                  </a:cubicBezTo>
                  <a:cubicBezTo>
                    <a:pt x="14520" y="6794"/>
                    <a:pt x="13467" y="5925"/>
                    <a:pt x="13033" y="4739"/>
                  </a:cubicBezTo>
                  <a:cubicBezTo>
                    <a:pt x="12615" y="3586"/>
                    <a:pt x="12465" y="2383"/>
                    <a:pt x="11780" y="1347"/>
                  </a:cubicBezTo>
                  <a:cubicBezTo>
                    <a:pt x="11111" y="328"/>
                    <a:pt x="10092" y="94"/>
                    <a:pt x="8956" y="43"/>
                  </a:cubicBezTo>
                  <a:cubicBezTo>
                    <a:pt x="8890" y="40"/>
                    <a:pt x="8822" y="38"/>
                    <a:pt x="8753" y="38"/>
                  </a:cubicBezTo>
                  <a:cubicBezTo>
                    <a:pt x="8279" y="38"/>
                    <a:pt x="7739" y="116"/>
                    <a:pt x="7235" y="116"/>
                  </a:cubicBezTo>
                  <a:cubicBezTo>
                    <a:pt x="7162" y="116"/>
                    <a:pt x="7089" y="114"/>
                    <a:pt x="7018" y="110"/>
                  </a:cubicBezTo>
                  <a:cubicBezTo>
                    <a:pt x="6735" y="55"/>
                    <a:pt x="6464" y="0"/>
                    <a:pt x="6207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9"/>
            <p:cNvSpPr/>
            <p:nvPr/>
          </p:nvSpPr>
          <p:spPr>
            <a:xfrm>
              <a:off x="1259850" y="2818850"/>
              <a:ext cx="11725" cy="467850"/>
            </a:xfrm>
            <a:custGeom>
              <a:avLst/>
              <a:gdLst/>
              <a:ahLst/>
              <a:cxnLst/>
              <a:rect l="l" t="t" r="r" b="b"/>
              <a:pathLst>
                <a:path w="469" h="18714" extrusionOk="0">
                  <a:moveTo>
                    <a:pt x="468" y="10460"/>
                  </a:moveTo>
                  <a:cubicBezTo>
                    <a:pt x="468" y="12749"/>
                    <a:pt x="468" y="15021"/>
                    <a:pt x="468" y="17310"/>
                  </a:cubicBezTo>
                  <a:cubicBezTo>
                    <a:pt x="468" y="17611"/>
                    <a:pt x="451" y="17912"/>
                    <a:pt x="435" y="18213"/>
                  </a:cubicBezTo>
                  <a:cubicBezTo>
                    <a:pt x="418" y="18346"/>
                    <a:pt x="368" y="18497"/>
                    <a:pt x="334" y="18630"/>
                  </a:cubicBezTo>
                  <a:cubicBezTo>
                    <a:pt x="318" y="18681"/>
                    <a:pt x="268" y="18714"/>
                    <a:pt x="217" y="18714"/>
                  </a:cubicBezTo>
                  <a:cubicBezTo>
                    <a:pt x="201" y="18697"/>
                    <a:pt x="151" y="18664"/>
                    <a:pt x="151" y="18630"/>
                  </a:cubicBezTo>
                  <a:cubicBezTo>
                    <a:pt x="100" y="18497"/>
                    <a:pt x="50" y="18346"/>
                    <a:pt x="34" y="18196"/>
                  </a:cubicBezTo>
                  <a:cubicBezTo>
                    <a:pt x="17" y="17812"/>
                    <a:pt x="0" y="17444"/>
                    <a:pt x="0" y="17060"/>
                  </a:cubicBezTo>
                  <a:cubicBezTo>
                    <a:pt x="0" y="14320"/>
                    <a:pt x="0" y="10009"/>
                    <a:pt x="0" y="7269"/>
                  </a:cubicBezTo>
                  <a:cubicBezTo>
                    <a:pt x="17" y="5447"/>
                    <a:pt x="34" y="2173"/>
                    <a:pt x="50" y="351"/>
                  </a:cubicBezTo>
                  <a:cubicBezTo>
                    <a:pt x="50" y="184"/>
                    <a:pt x="50" y="535"/>
                    <a:pt x="67" y="351"/>
                  </a:cubicBezTo>
                  <a:cubicBezTo>
                    <a:pt x="67" y="285"/>
                    <a:pt x="67" y="435"/>
                    <a:pt x="84" y="351"/>
                  </a:cubicBezTo>
                  <a:cubicBezTo>
                    <a:pt x="100" y="251"/>
                    <a:pt x="151" y="351"/>
                    <a:pt x="234" y="351"/>
                  </a:cubicBezTo>
                  <a:cubicBezTo>
                    <a:pt x="301" y="351"/>
                    <a:pt x="368" y="268"/>
                    <a:pt x="368" y="351"/>
                  </a:cubicBezTo>
                  <a:cubicBezTo>
                    <a:pt x="384" y="418"/>
                    <a:pt x="384" y="301"/>
                    <a:pt x="384" y="351"/>
                  </a:cubicBezTo>
                  <a:cubicBezTo>
                    <a:pt x="401" y="702"/>
                    <a:pt x="418" y="0"/>
                    <a:pt x="418" y="351"/>
                  </a:cubicBezTo>
                  <a:cubicBezTo>
                    <a:pt x="435" y="2557"/>
                    <a:pt x="451" y="8271"/>
                    <a:pt x="468" y="10460"/>
                  </a:cubicBezTo>
                  <a:cubicBezTo>
                    <a:pt x="468" y="10460"/>
                    <a:pt x="468" y="10460"/>
                    <a:pt x="468" y="1046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1194675" y="3396800"/>
              <a:ext cx="144150" cy="36950"/>
            </a:xfrm>
            <a:custGeom>
              <a:avLst/>
              <a:gdLst/>
              <a:ahLst/>
              <a:cxnLst/>
              <a:rect l="l" t="t" r="r" b="b"/>
              <a:pathLst>
                <a:path w="5766" h="1478" extrusionOk="0">
                  <a:moveTo>
                    <a:pt x="2739" y="0"/>
                  </a:moveTo>
                  <a:cubicBezTo>
                    <a:pt x="2455" y="0"/>
                    <a:pt x="2172" y="15"/>
                    <a:pt x="1889" y="24"/>
                  </a:cubicBezTo>
                  <a:cubicBezTo>
                    <a:pt x="1797" y="32"/>
                    <a:pt x="1705" y="36"/>
                    <a:pt x="1613" y="36"/>
                  </a:cubicBezTo>
                  <a:cubicBezTo>
                    <a:pt x="1521" y="36"/>
                    <a:pt x="1429" y="32"/>
                    <a:pt x="1337" y="24"/>
                  </a:cubicBezTo>
                  <a:cubicBezTo>
                    <a:pt x="1260" y="13"/>
                    <a:pt x="1183" y="9"/>
                    <a:pt x="1108" y="9"/>
                  </a:cubicBezTo>
                  <a:cubicBezTo>
                    <a:pt x="942" y="9"/>
                    <a:pt x="780" y="29"/>
                    <a:pt x="619" y="40"/>
                  </a:cubicBezTo>
                  <a:cubicBezTo>
                    <a:pt x="468" y="191"/>
                    <a:pt x="335" y="341"/>
                    <a:pt x="184" y="475"/>
                  </a:cubicBezTo>
                  <a:cubicBezTo>
                    <a:pt x="118" y="558"/>
                    <a:pt x="34" y="642"/>
                    <a:pt x="34" y="759"/>
                  </a:cubicBezTo>
                  <a:cubicBezTo>
                    <a:pt x="17" y="943"/>
                    <a:pt x="17" y="1127"/>
                    <a:pt x="1" y="1310"/>
                  </a:cubicBezTo>
                  <a:cubicBezTo>
                    <a:pt x="1" y="1360"/>
                    <a:pt x="34" y="1411"/>
                    <a:pt x="51" y="1477"/>
                  </a:cubicBezTo>
                  <a:cubicBezTo>
                    <a:pt x="134" y="1461"/>
                    <a:pt x="201" y="1461"/>
                    <a:pt x="268" y="1427"/>
                  </a:cubicBezTo>
                  <a:cubicBezTo>
                    <a:pt x="602" y="1327"/>
                    <a:pt x="953" y="1294"/>
                    <a:pt x="1287" y="1294"/>
                  </a:cubicBezTo>
                  <a:cubicBezTo>
                    <a:pt x="1627" y="1299"/>
                    <a:pt x="1967" y="1301"/>
                    <a:pt x="2306" y="1301"/>
                  </a:cubicBezTo>
                  <a:cubicBezTo>
                    <a:pt x="2984" y="1301"/>
                    <a:pt x="3660" y="1294"/>
                    <a:pt x="4328" y="1294"/>
                  </a:cubicBezTo>
                  <a:cubicBezTo>
                    <a:pt x="4746" y="1294"/>
                    <a:pt x="5147" y="1310"/>
                    <a:pt x="5548" y="1444"/>
                  </a:cubicBezTo>
                  <a:cubicBezTo>
                    <a:pt x="5573" y="1461"/>
                    <a:pt x="5602" y="1465"/>
                    <a:pt x="5636" y="1465"/>
                  </a:cubicBezTo>
                  <a:cubicBezTo>
                    <a:pt x="5669" y="1465"/>
                    <a:pt x="5707" y="1461"/>
                    <a:pt x="5748" y="1461"/>
                  </a:cubicBezTo>
                  <a:cubicBezTo>
                    <a:pt x="5748" y="1377"/>
                    <a:pt x="5765" y="1310"/>
                    <a:pt x="5765" y="1243"/>
                  </a:cubicBezTo>
                  <a:cubicBezTo>
                    <a:pt x="5765" y="1093"/>
                    <a:pt x="5748" y="943"/>
                    <a:pt x="5748" y="809"/>
                  </a:cubicBezTo>
                  <a:cubicBezTo>
                    <a:pt x="5732" y="592"/>
                    <a:pt x="5598" y="441"/>
                    <a:pt x="5398" y="375"/>
                  </a:cubicBezTo>
                  <a:cubicBezTo>
                    <a:pt x="5197" y="308"/>
                    <a:pt x="4980" y="241"/>
                    <a:pt x="4779" y="208"/>
                  </a:cubicBezTo>
                  <a:cubicBezTo>
                    <a:pt x="4328" y="141"/>
                    <a:pt x="3894" y="91"/>
                    <a:pt x="3443" y="40"/>
                  </a:cubicBezTo>
                  <a:cubicBezTo>
                    <a:pt x="3208" y="10"/>
                    <a:pt x="2973" y="0"/>
                    <a:pt x="2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1207625" y="3358600"/>
              <a:ext cx="118650" cy="37550"/>
            </a:xfrm>
            <a:custGeom>
              <a:avLst/>
              <a:gdLst/>
              <a:ahLst/>
              <a:cxnLst/>
              <a:rect l="l" t="t" r="r" b="b"/>
              <a:pathLst>
                <a:path w="4746" h="1502" extrusionOk="0">
                  <a:moveTo>
                    <a:pt x="1397" y="0"/>
                  </a:moveTo>
                  <a:cubicBezTo>
                    <a:pt x="1132" y="0"/>
                    <a:pt x="867" y="20"/>
                    <a:pt x="602" y="31"/>
                  </a:cubicBezTo>
                  <a:cubicBezTo>
                    <a:pt x="335" y="48"/>
                    <a:pt x="218" y="265"/>
                    <a:pt x="34" y="399"/>
                  </a:cubicBezTo>
                  <a:cubicBezTo>
                    <a:pt x="17" y="416"/>
                    <a:pt x="17" y="432"/>
                    <a:pt x="17" y="449"/>
                  </a:cubicBezTo>
                  <a:cubicBezTo>
                    <a:pt x="17" y="616"/>
                    <a:pt x="1" y="783"/>
                    <a:pt x="34" y="950"/>
                  </a:cubicBezTo>
                  <a:cubicBezTo>
                    <a:pt x="84" y="1117"/>
                    <a:pt x="134" y="1284"/>
                    <a:pt x="134" y="1502"/>
                  </a:cubicBezTo>
                  <a:cubicBezTo>
                    <a:pt x="251" y="1468"/>
                    <a:pt x="351" y="1452"/>
                    <a:pt x="435" y="1435"/>
                  </a:cubicBezTo>
                  <a:cubicBezTo>
                    <a:pt x="719" y="1368"/>
                    <a:pt x="1003" y="1284"/>
                    <a:pt x="1304" y="1234"/>
                  </a:cubicBezTo>
                  <a:cubicBezTo>
                    <a:pt x="1612" y="1199"/>
                    <a:pt x="1926" y="1178"/>
                    <a:pt x="2241" y="1178"/>
                  </a:cubicBezTo>
                  <a:cubicBezTo>
                    <a:pt x="2523" y="1178"/>
                    <a:pt x="2807" y="1195"/>
                    <a:pt x="3092" y="1234"/>
                  </a:cubicBezTo>
                  <a:cubicBezTo>
                    <a:pt x="3560" y="1301"/>
                    <a:pt x="4044" y="1335"/>
                    <a:pt x="4495" y="1452"/>
                  </a:cubicBezTo>
                  <a:lnTo>
                    <a:pt x="4579" y="1452"/>
                  </a:lnTo>
                  <a:cubicBezTo>
                    <a:pt x="4595" y="1318"/>
                    <a:pt x="4612" y="1201"/>
                    <a:pt x="4646" y="1101"/>
                  </a:cubicBezTo>
                  <a:cubicBezTo>
                    <a:pt x="4746" y="900"/>
                    <a:pt x="4729" y="683"/>
                    <a:pt x="4712" y="482"/>
                  </a:cubicBezTo>
                  <a:cubicBezTo>
                    <a:pt x="4679" y="466"/>
                    <a:pt x="4646" y="432"/>
                    <a:pt x="4612" y="416"/>
                  </a:cubicBezTo>
                  <a:cubicBezTo>
                    <a:pt x="4495" y="382"/>
                    <a:pt x="4395" y="332"/>
                    <a:pt x="4278" y="299"/>
                  </a:cubicBezTo>
                  <a:cubicBezTo>
                    <a:pt x="3576" y="115"/>
                    <a:pt x="2858" y="15"/>
                    <a:pt x="2139" y="15"/>
                  </a:cubicBezTo>
                  <a:lnTo>
                    <a:pt x="1755" y="15"/>
                  </a:lnTo>
                  <a:cubicBezTo>
                    <a:pt x="1636" y="4"/>
                    <a:pt x="1517" y="0"/>
                    <a:pt x="1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9"/>
            <p:cNvSpPr/>
            <p:nvPr/>
          </p:nvSpPr>
          <p:spPr>
            <a:xfrm>
              <a:off x="1218075" y="3307975"/>
              <a:ext cx="97775" cy="51000"/>
            </a:xfrm>
            <a:custGeom>
              <a:avLst/>
              <a:gdLst/>
              <a:ahLst/>
              <a:cxnLst/>
              <a:rect l="l" t="t" r="r" b="b"/>
              <a:pathLst>
                <a:path w="3911" h="2040" extrusionOk="0">
                  <a:moveTo>
                    <a:pt x="1880" y="0"/>
                  </a:moveTo>
                  <a:cubicBezTo>
                    <a:pt x="1706" y="0"/>
                    <a:pt x="1533" y="10"/>
                    <a:pt x="1370" y="85"/>
                  </a:cubicBezTo>
                  <a:cubicBezTo>
                    <a:pt x="1354" y="93"/>
                    <a:pt x="1333" y="93"/>
                    <a:pt x="1310" y="93"/>
                  </a:cubicBezTo>
                  <a:cubicBezTo>
                    <a:pt x="1287" y="93"/>
                    <a:pt x="1262" y="93"/>
                    <a:pt x="1237" y="101"/>
                  </a:cubicBezTo>
                  <a:cubicBezTo>
                    <a:pt x="986" y="168"/>
                    <a:pt x="719" y="218"/>
                    <a:pt x="535" y="419"/>
                  </a:cubicBezTo>
                  <a:cubicBezTo>
                    <a:pt x="451" y="519"/>
                    <a:pt x="351" y="603"/>
                    <a:pt x="251" y="669"/>
                  </a:cubicBezTo>
                  <a:cubicBezTo>
                    <a:pt x="84" y="786"/>
                    <a:pt x="34" y="937"/>
                    <a:pt x="34" y="1121"/>
                  </a:cubicBezTo>
                  <a:cubicBezTo>
                    <a:pt x="34" y="1338"/>
                    <a:pt x="34" y="1555"/>
                    <a:pt x="34" y="1772"/>
                  </a:cubicBezTo>
                  <a:cubicBezTo>
                    <a:pt x="34" y="1822"/>
                    <a:pt x="0" y="1889"/>
                    <a:pt x="67" y="1923"/>
                  </a:cubicBezTo>
                  <a:cubicBezTo>
                    <a:pt x="101" y="1923"/>
                    <a:pt x="151" y="1906"/>
                    <a:pt x="184" y="1906"/>
                  </a:cubicBezTo>
                  <a:cubicBezTo>
                    <a:pt x="451" y="1806"/>
                    <a:pt x="702" y="1789"/>
                    <a:pt x="969" y="1789"/>
                  </a:cubicBezTo>
                  <a:cubicBezTo>
                    <a:pt x="1220" y="1789"/>
                    <a:pt x="1471" y="1772"/>
                    <a:pt x="1705" y="1772"/>
                  </a:cubicBezTo>
                  <a:cubicBezTo>
                    <a:pt x="1766" y="1770"/>
                    <a:pt x="1828" y="1769"/>
                    <a:pt x="1889" y="1769"/>
                  </a:cubicBezTo>
                  <a:cubicBezTo>
                    <a:pt x="2295" y="1769"/>
                    <a:pt x="2702" y="1814"/>
                    <a:pt x="3108" y="1872"/>
                  </a:cubicBezTo>
                  <a:cubicBezTo>
                    <a:pt x="3359" y="1923"/>
                    <a:pt x="3626" y="1989"/>
                    <a:pt x="3910" y="2040"/>
                  </a:cubicBezTo>
                  <a:cubicBezTo>
                    <a:pt x="3893" y="1939"/>
                    <a:pt x="3877" y="1839"/>
                    <a:pt x="3877" y="1756"/>
                  </a:cubicBezTo>
                  <a:cubicBezTo>
                    <a:pt x="3893" y="1555"/>
                    <a:pt x="3776" y="1471"/>
                    <a:pt x="3626" y="1405"/>
                  </a:cubicBezTo>
                  <a:cubicBezTo>
                    <a:pt x="3559" y="1388"/>
                    <a:pt x="3509" y="1371"/>
                    <a:pt x="3442" y="1355"/>
                  </a:cubicBezTo>
                  <a:cubicBezTo>
                    <a:pt x="3075" y="1254"/>
                    <a:pt x="2724" y="1171"/>
                    <a:pt x="2340" y="1171"/>
                  </a:cubicBezTo>
                  <a:cubicBezTo>
                    <a:pt x="2223" y="1171"/>
                    <a:pt x="2101" y="1175"/>
                    <a:pt x="1982" y="1175"/>
                  </a:cubicBezTo>
                  <a:cubicBezTo>
                    <a:pt x="1863" y="1175"/>
                    <a:pt x="1746" y="1171"/>
                    <a:pt x="1638" y="1154"/>
                  </a:cubicBezTo>
                  <a:cubicBezTo>
                    <a:pt x="1442" y="1121"/>
                    <a:pt x="1246" y="1096"/>
                    <a:pt x="1050" y="1096"/>
                  </a:cubicBezTo>
                  <a:cubicBezTo>
                    <a:pt x="945" y="1096"/>
                    <a:pt x="840" y="1103"/>
                    <a:pt x="735" y="1121"/>
                  </a:cubicBezTo>
                  <a:cubicBezTo>
                    <a:pt x="713" y="1128"/>
                    <a:pt x="691" y="1136"/>
                    <a:pt x="670" y="1136"/>
                  </a:cubicBezTo>
                  <a:cubicBezTo>
                    <a:pt x="644" y="1136"/>
                    <a:pt x="620" y="1124"/>
                    <a:pt x="602" y="1087"/>
                  </a:cubicBezTo>
                  <a:cubicBezTo>
                    <a:pt x="619" y="1020"/>
                    <a:pt x="669" y="1020"/>
                    <a:pt x="719" y="1020"/>
                  </a:cubicBezTo>
                  <a:cubicBezTo>
                    <a:pt x="936" y="987"/>
                    <a:pt x="1136" y="954"/>
                    <a:pt x="1337" y="903"/>
                  </a:cubicBezTo>
                  <a:cubicBezTo>
                    <a:pt x="1504" y="870"/>
                    <a:pt x="1654" y="853"/>
                    <a:pt x="1805" y="853"/>
                  </a:cubicBezTo>
                  <a:cubicBezTo>
                    <a:pt x="1955" y="853"/>
                    <a:pt x="2089" y="837"/>
                    <a:pt x="2239" y="837"/>
                  </a:cubicBezTo>
                  <a:cubicBezTo>
                    <a:pt x="2284" y="835"/>
                    <a:pt x="2328" y="834"/>
                    <a:pt x="2372" y="834"/>
                  </a:cubicBezTo>
                  <a:cubicBezTo>
                    <a:pt x="2857" y="834"/>
                    <a:pt x="3317" y="919"/>
                    <a:pt x="3776" y="1087"/>
                  </a:cubicBezTo>
                  <a:cubicBezTo>
                    <a:pt x="3793" y="1104"/>
                    <a:pt x="3810" y="1104"/>
                    <a:pt x="3843" y="1104"/>
                  </a:cubicBezTo>
                  <a:cubicBezTo>
                    <a:pt x="3877" y="1004"/>
                    <a:pt x="3877" y="903"/>
                    <a:pt x="3810" y="837"/>
                  </a:cubicBezTo>
                  <a:cubicBezTo>
                    <a:pt x="3576" y="603"/>
                    <a:pt x="3359" y="369"/>
                    <a:pt x="3058" y="218"/>
                  </a:cubicBezTo>
                  <a:cubicBezTo>
                    <a:pt x="3041" y="202"/>
                    <a:pt x="3008" y="202"/>
                    <a:pt x="2974" y="185"/>
                  </a:cubicBezTo>
                  <a:cubicBezTo>
                    <a:pt x="2807" y="152"/>
                    <a:pt x="2624" y="118"/>
                    <a:pt x="2456" y="51"/>
                  </a:cubicBezTo>
                  <a:cubicBezTo>
                    <a:pt x="2323" y="18"/>
                    <a:pt x="2189" y="1"/>
                    <a:pt x="2055" y="1"/>
                  </a:cubicBezTo>
                  <a:cubicBezTo>
                    <a:pt x="1997" y="1"/>
                    <a:pt x="1939" y="0"/>
                    <a:pt x="1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1237275" y="3285025"/>
              <a:ext cx="58925" cy="20475"/>
            </a:xfrm>
            <a:custGeom>
              <a:avLst/>
              <a:gdLst/>
              <a:ahLst/>
              <a:cxnLst/>
              <a:rect l="l" t="t" r="r" b="b"/>
              <a:pathLst>
                <a:path w="2357" h="819" extrusionOk="0">
                  <a:moveTo>
                    <a:pt x="1221" y="0"/>
                  </a:moveTo>
                  <a:cubicBezTo>
                    <a:pt x="1054" y="0"/>
                    <a:pt x="903" y="34"/>
                    <a:pt x="736" y="50"/>
                  </a:cubicBezTo>
                  <a:cubicBezTo>
                    <a:pt x="711" y="59"/>
                    <a:pt x="682" y="59"/>
                    <a:pt x="653" y="59"/>
                  </a:cubicBezTo>
                  <a:cubicBezTo>
                    <a:pt x="623" y="59"/>
                    <a:pt x="594" y="59"/>
                    <a:pt x="569" y="67"/>
                  </a:cubicBezTo>
                  <a:cubicBezTo>
                    <a:pt x="519" y="84"/>
                    <a:pt x="469" y="100"/>
                    <a:pt x="419" y="134"/>
                  </a:cubicBezTo>
                  <a:cubicBezTo>
                    <a:pt x="201" y="301"/>
                    <a:pt x="34" y="501"/>
                    <a:pt x="1" y="819"/>
                  </a:cubicBezTo>
                  <a:cubicBezTo>
                    <a:pt x="268" y="752"/>
                    <a:pt x="485" y="702"/>
                    <a:pt x="719" y="635"/>
                  </a:cubicBezTo>
                  <a:cubicBezTo>
                    <a:pt x="786" y="618"/>
                    <a:pt x="853" y="618"/>
                    <a:pt x="920" y="618"/>
                  </a:cubicBezTo>
                  <a:lnTo>
                    <a:pt x="1455" y="618"/>
                  </a:lnTo>
                  <a:cubicBezTo>
                    <a:pt x="1521" y="618"/>
                    <a:pt x="1572" y="618"/>
                    <a:pt x="1622" y="635"/>
                  </a:cubicBezTo>
                  <a:cubicBezTo>
                    <a:pt x="1839" y="685"/>
                    <a:pt x="2056" y="752"/>
                    <a:pt x="2290" y="802"/>
                  </a:cubicBezTo>
                  <a:cubicBezTo>
                    <a:pt x="2296" y="808"/>
                    <a:pt x="2303" y="810"/>
                    <a:pt x="2311" y="810"/>
                  </a:cubicBezTo>
                  <a:cubicBezTo>
                    <a:pt x="2327" y="810"/>
                    <a:pt x="2346" y="802"/>
                    <a:pt x="2357" y="802"/>
                  </a:cubicBezTo>
                  <a:cubicBezTo>
                    <a:pt x="2323" y="568"/>
                    <a:pt x="2223" y="368"/>
                    <a:pt x="2039" y="217"/>
                  </a:cubicBezTo>
                  <a:cubicBezTo>
                    <a:pt x="1956" y="117"/>
                    <a:pt x="1839" y="67"/>
                    <a:pt x="1705" y="50"/>
                  </a:cubicBezTo>
                  <a:cubicBezTo>
                    <a:pt x="1538" y="34"/>
                    <a:pt x="1388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9"/>
            <p:cNvSpPr/>
            <p:nvPr/>
          </p:nvSpPr>
          <p:spPr>
            <a:xfrm>
              <a:off x="1234725" y="3288325"/>
              <a:ext cx="58950" cy="22575"/>
            </a:xfrm>
            <a:custGeom>
              <a:avLst/>
              <a:gdLst/>
              <a:ahLst/>
              <a:cxnLst/>
              <a:rect l="l" t="t" r="r" b="b"/>
              <a:pathLst>
                <a:path w="2358" h="903" extrusionOk="0">
                  <a:moveTo>
                    <a:pt x="1376" y="0"/>
                  </a:moveTo>
                  <a:cubicBezTo>
                    <a:pt x="1283" y="0"/>
                    <a:pt x="1188" y="15"/>
                    <a:pt x="1105" y="35"/>
                  </a:cubicBezTo>
                  <a:cubicBezTo>
                    <a:pt x="788" y="85"/>
                    <a:pt x="487" y="202"/>
                    <a:pt x="237" y="386"/>
                  </a:cubicBezTo>
                  <a:cubicBezTo>
                    <a:pt x="1" y="552"/>
                    <a:pt x="145" y="903"/>
                    <a:pt x="363" y="903"/>
                  </a:cubicBezTo>
                  <a:cubicBezTo>
                    <a:pt x="408" y="903"/>
                    <a:pt x="456" y="888"/>
                    <a:pt x="504" y="854"/>
                  </a:cubicBezTo>
                  <a:cubicBezTo>
                    <a:pt x="738" y="687"/>
                    <a:pt x="988" y="570"/>
                    <a:pt x="1273" y="537"/>
                  </a:cubicBezTo>
                  <a:cubicBezTo>
                    <a:pt x="1293" y="534"/>
                    <a:pt x="1314" y="532"/>
                    <a:pt x="1335" y="532"/>
                  </a:cubicBezTo>
                  <a:cubicBezTo>
                    <a:pt x="1565" y="532"/>
                    <a:pt x="1795" y="688"/>
                    <a:pt x="2024" y="704"/>
                  </a:cubicBezTo>
                  <a:cubicBezTo>
                    <a:pt x="2039" y="706"/>
                    <a:pt x="2054" y="707"/>
                    <a:pt x="2067" y="707"/>
                  </a:cubicBezTo>
                  <a:cubicBezTo>
                    <a:pt x="2358" y="707"/>
                    <a:pt x="2344" y="218"/>
                    <a:pt x="2024" y="186"/>
                  </a:cubicBezTo>
                  <a:cubicBezTo>
                    <a:pt x="1857" y="169"/>
                    <a:pt x="1707" y="69"/>
                    <a:pt x="1540" y="19"/>
                  </a:cubicBezTo>
                  <a:cubicBezTo>
                    <a:pt x="1489" y="6"/>
                    <a:pt x="1433" y="0"/>
                    <a:pt x="1376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1221825" y="3313650"/>
              <a:ext cx="90750" cy="26675"/>
            </a:xfrm>
            <a:custGeom>
              <a:avLst/>
              <a:gdLst/>
              <a:ahLst/>
              <a:cxnLst/>
              <a:rect l="l" t="t" r="r" b="b"/>
              <a:pathLst>
                <a:path w="3630" h="1067" extrusionOk="0">
                  <a:moveTo>
                    <a:pt x="1493" y="1"/>
                  </a:moveTo>
                  <a:cubicBezTo>
                    <a:pt x="1043" y="1"/>
                    <a:pt x="232" y="213"/>
                    <a:pt x="51" y="576"/>
                  </a:cubicBezTo>
                  <a:cubicBezTo>
                    <a:pt x="1" y="676"/>
                    <a:pt x="1" y="827"/>
                    <a:pt x="84" y="910"/>
                  </a:cubicBezTo>
                  <a:cubicBezTo>
                    <a:pt x="101" y="910"/>
                    <a:pt x="101" y="910"/>
                    <a:pt x="101" y="927"/>
                  </a:cubicBezTo>
                  <a:cubicBezTo>
                    <a:pt x="157" y="968"/>
                    <a:pt x="217" y="986"/>
                    <a:pt x="274" y="986"/>
                  </a:cubicBezTo>
                  <a:cubicBezTo>
                    <a:pt x="403" y="986"/>
                    <a:pt x="517" y="897"/>
                    <a:pt x="552" y="793"/>
                  </a:cubicBezTo>
                  <a:cubicBezTo>
                    <a:pt x="738" y="638"/>
                    <a:pt x="1326" y="541"/>
                    <a:pt x="1571" y="541"/>
                  </a:cubicBezTo>
                  <a:cubicBezTo>
                    <a:pt x="1590" y="541"/>
                    <a:pt x="1607" y="542"/>
                    <a:pt x="1621" y="543"/>
                  </a:cubicBezTo>
                  <a:cubicBezTo>
                    <a:pt x="1905" y="576"/>
                    <a:pt x="2941" y="643"/>
                    <a:pt x="3075" y="927"/>
                  </a:cubicBezTo>
                  <a:cubicBezTo>
                    <a:pt x="3117" y="1026"/>
                    <a:pt x="3190" y="1066"/>
                    <a:pt x="3268" y="1066"/>
                  </a:cubicBezTo>
                  <a:cubicBezTo>
                    <a:pt x="3440" y="1066"/>
                    <a:pt x="3630" y="867"/>
                    <a:pt x="3526" y="660"/>
                  </a:cubicBezTo>
                  <a:cubicBezTo>
                    <a:pt x="3292" y="108"/>
                    <a:pt x="2123" y="75"/>
                    <a:pt x="1621" y="8"/>
                  </a:cubicBezTo>
                  <a:cubicBezTo>
                    <a:pt x="1583" y="3"/>
                    <a:pt x="1540" y="1"/>
                    <a:pt x="14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214725" y="3337450"/>
              <a:ext cx="95275" cy="20100"/>
            </a:xfrm>
            <a:custGeom>
              <a:avLst/>
              <a:gdLst/>
              <a:ahLst/>
              <a:cxnLst/>
              <a:rect l="l" t="t" r="r" b="b"/>
              <a:pathLst>
                <a:path w="3811" h="804" extrusionOk="0">
                  <a:moveTo>
                    <a:pt x="1705" y="1"/>
                  </a:moveTo>
                  <a:cubicBezTo>
                    <a:pt x="1201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7" y="510"/>
                  </a:cubicBezTo>
                  <a:cubicBezTo>
                    <a:pt x="17" y="510"/>
                    <a:pt x="17" y="526"/>
                    <a:pt x="17" y="543"/>
                  </a:cubicBezTo>
                  <a:cubicBezTo>
                    <a:pt x="39" y="712"/>
                    <a:pt x="187" y="801"/>
                    <a:pt x="323" y="801"/>
                  </a:cubicBezTo>
                  <a:cubicBezTo>
                    <a:pt x="401" y="801"/>
                    <a:pt x="476" y="771"/>
                    <a:pt x="519" y="710"/>
                  </a:cubicBezTo>
                  <a:cubicBezTo>
                    <a:pt x="909" y="593"/>
                    <a:pt x="1299" y="527"/>
                    <a:pt x="1705" y="527"/>
                  </a:cubicBezTo>
                  <a:cubicBezTo>
                    <a:pt x="1821" y="527"/>
                    <a:pt x="1937" y="532"/>
                    <a:pt x="2056" y="543"/>
                  </a:cubicBezTo>
                  <a:cubicBezTo>
                    <a:pt x="2306" y="577"/>
                    <a:pt x="3075" y="543"/>
                    <a:pt x="3309" y="693"/>
                  </a:cubicBezTo>
                  <a:cubicBezTo>
                    <a:pt x="3362" y="762"/>
                    <a:pt x="3455" y="803"/>
                    <a:pt x="3543" y="803"/>
                  </a:cubicBezTo>
                  <a:cubicBezTo>
                    <a:pt x="3649" y="803"/>
                    <a:pt x="3750" y="746"/>
                    <a:pt x="3777" y="610"/>
                  </a:cubicBezTo>
                  <a:cubicBezTo>
                    <a:pt x="3777" y="610"/>
                    <a:pt x="3777" y="610"/>
                    <a:pt x="3793" y="593"/>
                  </a:cubicBezTo>
                  <a:cubicBezTo>
                    <a:pt x="3810" y="510"/>
                    <a:pt x="3793" y="409"/>
                    <a:pt x="3727" y="343"/>
                  </a:cubicBezTo>
                  <a:cubicBezTo>
                    <a:pt x="3426" y="59"/>
                    <a:pt x="2774" y="92"/>
                    <a:pt x="2407" y="42"/>
                  </a:cubicBezTo>
                  <a:cubicBezTo>
                    <a:pt x="2170" y="16"/>
                    <a:pt x="1937" y="1"/>
                    <a:pt x="17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1208875" y="3370575"/>
              <a:ext cx="112900" cy="30000"/>
            </a:xfrm>
            <a:custGeom>
              <a:avLst/>
              <a:gdLst/>
              <a:ahLst/>
              <a:cxnLst/>
              <a:rect l="l" t="t" r="r" b="b"/>
              <a:pathLst>
                <a:path w="4516" h="1200" extrusionOk="0">
                  <a:moveTo>
                    <a:pt x="2393" y="1"/>
                  </a:moveTo>
                  <a:cubicBezTo>
                    <a:pt x="1770" y="1"/>
                    <a:pt x="1152" y="51"/>
                    <a:pt x="535" y="137"/>
                  </a:cubicBezTo>
                  <a:lnTo>
                    <a:pt x="519" y="137"/>
                  </a:lnTo>
                  <a:cubicBezTo>
                    <a:pt x="502" y="137"/>
                    <a:pt x="469" y="137"/>
                    <a:pt x="452" y="154"/>
                  </a:cubicBezTo>
                  <a:cubicBezTo>
                    <a:pt x="301" y="171"/>
                    <a:pt x="251" y="271"/>
                    <a:pt x="251" y="388"/>
                  </a:cubicBezTo>
                  <a:cubicBezTo>
                    <a:pt x="1" y="471"/>
                    <a:pt x="34" y="906"/>
                    <a:pt x="335" y="906"/>
                  </a:cubicBezTo>
                  <a:cubicBezTo>
                    <a:pt x="987" y="889"/>
                    <a:pt x="1638" y="856"/>
                    <a:pt x="2290" y="839"/>
                  </a:cubicBezTo>
                  <a:cubicBezTo>
                    <a:pt x="2908" y="839"/>
                    <a:pt x="3510" y="1023"/>
                    <a:pt x="4111" y="1190"/>
                  </a:cubicBezTo>
                  <a:cubicBezTo>
                    <a:pt x="4135" y="1196"/>
                    <a:pt x="4159" y="1199"/>
                    <a:pt x="4181" y="1199"/>
                  </a:cubicBezTo>
                  <a:cubicBezTo>
                    <a:pt x="4391" y="1199"/>
                    <a:pt x="4516" y="938"/>
                    <a:pt x="4395" y="772"/>
                  </a:cubicBezTo>
                  <a:cubicBezTo>
                    <a:pt x="4445" y="672"/>
                    <a:pt x="4462" y="555"/>
                    <a:pt x="4362" y="455"/>
                  </a:cubicBezTo>
                  <a:cubicBezTo>
                    <a:pt x="4044" y="104"/>
                    <a:pt x="3510" y="37"/>
                    <a:pt x="3058" y="20"/>
                  </a:cubicBezTo>
                  <a:cubicBezTo>
                    <a:pt x="2836" y="7"/>
                    <a:pt x="2614" y="1"/>
                    <a:pt x="23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1200525" y="3399750"/>
              <a:ext cx="138550" cy="35150"/>
            </a:xfrm>
            <a:custGeom>
              <a:avLst/>
              <a:gdLst/>
              <a:ahLst/>
              <a:cxnLst/>
              <a:rect l="l" t="t" r="r" b="b"/>
              <a:pathLst>
                <a:path w="5542" h="1406" extrusionOk="0">
                  <a:moveTo>
                    <a:pt x="3363" y="0"/>
                  </a:moveTo>
                  <a:cubicBezTo>
                    <a:pt x="2944" y="0"/>
                    <a:pt x="2546" y="33"/>
                    <a:pt x="2273" y="39"/>
                  </a:cubicBezTo>
                  <a:cubicBezTo>
                    <a:pt x="2218" y="39"/>
                    <a:pt x="2123" y="38"/>
                    <a:pt x="2002" y="38"/>
                  </a:cubicBezTo>
                  <a:cubicBezTo>
                    <a:pt x="1384" y="38"/>
                    <a:pt x="106" y="84"/>
                    <a:pt x="301" y="658"/>
                  </a:cubicBezTo>
                  <a:cubicBezTo>
                    <a:pt x="251" y="674"/>
                    <a:pt x="218" y="691"/>
                    <a:pt x="184" y="724"/>
                  </a:cubicBezTo>
                  <a:cubicBezTo>
                    <a:pt x="17" y="825"/>
                    <a:pt x="1" y="1176"/>
                    <a:pt x="251" y="1209"/>
                  </a:cubicBezTo>
                  <a:cubicBezTo>
                    <a:pt x="1220" y="1343"/>
                    <a:pt x="2189" y="1376"/>
                    <a:pt x="3175" y="1393"/>
                  </a:cubicBezTo>
                  <a:cubicBezTo>
                    <a:pt x="3333" y="1399"/>
                    <a:pt x="3496" y="1405"/>
                    <a:pt x="3660" y="1405"/>
                  </a:cubicBezTo>
                  <a:cubicBezTo>
                    <a:pt x="3929" y="1405"/>
                    <a:pt x="4202" y="1388"/>
                    <a:pt x="4462" y="1326"/>
                  </a:cubicBezTo>
                  <a:lnTo>
                    <a:pt x="4796" y="1326"/>
                  </a:lnTo>
                  <a:cubicBezTo>
                    <a:pt x="4863" y="1326"/>
                    <a:pt x="4896" y="1309"/>
                    <a:pt x="4930" y="1293"/>
                  </a:cubicBezTo>
                  <a:cubicBezTo>
                    <a:pt x="4946" y="1293"/>
                    <a:pt x="4963" y="1309"/>
                    <a:pt x="4963" y="1309"/>
                  </a:cubicBezTo>
                  <a:cubicBezTo>
                    <a:pt x="5023" y="1362"/>
                    <a:pt x="5089" y="1384"/>
                    <a:pt x="5151" y="1384"/>
                  </a:cubicBezTo>
                  <a:cubicBezTo>
                    <a:pt x="5365" y="1384"/>
                    <a:pt x="5541" y="1123"/>
                    <a:pt x="5347" y="942"/>
                  </a:cubicBezTo>
                  <a:cubicBezTo>
                    <a:pt x="5314" y="908"/>
                    <a:pt x="5280" y="875"/>
                    <a:pt x="5230" y="858"/>
                  </a:cubicBezTo>
                  <a:cubicBezTo>
                    <a:pt x="5247" y="808"/>
                    <a:pt x="5230" y="741"/>
                    <a:pt x="5214" y="691"/>
                  </a:cubicBezTo>
                  <a:cubicBezTo>
                    <a:pt x="4944" y="110"/>
                    <a:pt x="4120" y="0"/>
                    <a:pt x="336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1035525" y="3275825"/>
              <a:ext cx="462450" cy="679225"/>
            </a:xfrm>
            <a:custGeom>
              <a:avLst/>
              <a:gdLst/>
              <a:ahLst/>
              <a:cxnLst/>
              <a:rect l="l" t="t" r="r" b="b"/>
              <a:pathLst>
                <a:path w="18498" h="27169" extrusionOk="0">
                  <a:moveTo>
                    <a:pt x="12415" y="6433"/>
                  </a:moveTo>
                  <a:cubicBezTo>
                    <a:pt x="12582" y="6483"/>
                    <a:pt x="12716" y="6600"/>
                    <a:pt x="12900" y="6617"/>
                  </a:cubicBezTo>
                  <a:cubicBezTo>
                    <a:pt x="12950" y="6617"/>
                    <a:pt x="13033" y="6651"/>
                    <a:pt x="13050" y="6701"/>
                  </a:cubicBezTo>
                  <a:cubicBezTo>
                    <a:pt x="13150" y="6868"/>
                    <a:pt x="13301" y="7018"/>
                    <a:pt x="13301" y="7235"/>
                  </a:cubicBezTo>
                  <a:cubicBezTo>
                    <a:pt x="13301" y="7302"/>
                    <a:pt x="13317" y="7386"/>
                    <a:pt x="13301" y="7453"/>
                  </a:cubicBezTo>
                  <a:cubicBezTo>
                    <a:pt x="13301" y="7586"/>
                    <a:pt x="13317" y="7703"/>
                    <a:pt x="13384" y="7820"/>
                  </a:cubicBezTo>
                  <a:cubicBezTo>
                    <a:pt x="13434" y="7887"/>
                    <a:pt x="13434" y="7971"/>
                    <a:pt x="13451" y="8054"/>
                  </a:cubicBezTo>
                  <a:cubicBezTo>
                    <a:pt x="13451" y="8121"/>
                    <a:pt x="13451" y="8188"/>
                    <a:pt x="13451" y="8255"/>
                  </a:cubicBezTo>
                  <a:cubicBezTo>
                    <a:pt x="13418" y="8555"/>
                    <a:pt x="13535" y="8839"/>
                    <a:pt x="13652" y="9107"/>
                  </a:cubicBezTo>
                  <a:cubicBezTo>
                    <a:pt x="13685" y="9174"/>
                    <a:pt x="13718" y="9240"/>
                    <a:pt x="13735" y="9307"/>
                  </a:cubicBezTo>
                  <a:cubicBezTo>
                    <a:pt x="13802" y="9458"/>
                    <a:pt x="13869" y="9608"/>
                    <a:pt x="13936" y="9758"/>
                  </a:cubicBezTo>
                  <a:cubicBezTo>
                    <a:pt x="13969" y="9842"/>
                    <a:pt x="14002" y="9925"/>
                    <a:pt x="14069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403" y="10494"/>
                    <a:pt x="14454" y="10560"/>
                    <a:pt x="14487" y="10627"/>
                  </a:cubicBezTo>
                  <a:cubicBezTo>
                    <a:pt x="14520" y="10677"/>
                    <a:pt x="14571" y="10711"/>
                    <a:pt x="14587" y="10761"/>
                  </a:cubicBezTo>
                  <a:cubicBezTo>
                    <a:pt x="14704" y="11012"/>
                    <a:pt x="14905" y="11195"/>
                    <a:pt x="15105" y="11396"/>
                  </a:cubicBezTo>
                  <a:cubicBezTo>
                    <a:pt x="15155" y="11446"/>
                    <a:pt x="15205" y="11513"/>
                    <a:pt x="15256" y="11580"/>
                  </a:cubicBezTo>
                  <a:cubicBezTo>
                    <a:pt x="15339" y="11713"/>
                    <a:pt x="15406" y="11847"/>
                    <a:pt x="15473" y="11997"/>
                  </a:cubicBezTo>
                  <a:cubicBezTo>
                    <a:pt x="15606" y="12215"/>
                    <a:pt x="15757" y="12398"/>
                    <a:pt x="15941" y="12582"/>
                  </a:cubicBezTo>
                  <a:cubicBezTo>
                    <a:pt x="16342" y="12966"/>
                    <a:pt x="16726" y="13367"/>
                    <a:pt x="17077" y="13785"/>
                  </a:cubicBezTo>
                  <a:cubicBezTo>
                    <a:pt x="17344" y="14103"/>
                    <a:pt x="17578" y="14470"/>
                    <a:pt x="17779" y="14854"/>
                  </a:cubicBezTo>
                  <a:cubicBezTo>
                    <a:pt x="17929" y="15088"/>
                    <a:pt x="17996" y="15372"/>
                    <a:pt x="18096" y="15623"/>
                  </a:cubicBezTo>
                  <a:cubicBezTo>
                    <a:pt x="18180" y="15840"/>
                    <a:pt x="18246" y="16041"/>
                    <a:pt x="18330" y="16241"/>
                  </a:cubicBezTo>
                  <a:cubicBezTo>
                    <a:pt x="18397" y="16425"/>
                    <a:pt x="18430" y="16609"/>
                    <a:pt x="18430" y="16809"/>
                  </a:cubicBezTo>
                  <a:cubicBezTo>
                    <a:pt x="18430" y="17060"/>
                    <a:pt x="18414" y="17327"/>
                    <a:pt x="18414" y="17578"/>
                  </a:cubicBezTo>
                  <a:cubicBezTo>
                    <a:pt x="18414" y="17778"/>
                    <a:pt x="18414" y="17979"/>
                    <a:pt x="18430" y="18179"/>
                  </a:cubicBezTo>
                  <a:cubicBezTo>
                    <a:pt x="18497" y="18681"/>
                    <a:pt x="18497" y="19182"/>
                    <a:pt x="18447" y="19683"/>
                  </a:cubicBezTo>
                  <a:cubicBezTo>
                    <a:pt x="18414" y="20068"/>
                    <a:pt x="18330" y="20452"/>
                    <a:pt x="18213" y="20819"/>
                  </a:cubicBezTo>
                  <a:cubicBezTo>
                    <a:pt x="18113" y="21154"/>
                    <a:pt x="17979" y="21471"/>
                    <a:pt x="17829" y="21788"/>
                  </a:cubicBezTo>
                  <a:cubicBezTo>
                    <a:pt x="17645" y="22173"/>
                    <a:pt x="17411" y="22507"/>
                    <a:pt x="17277" y="22908"/>
                  </a:cubicBezTo>
                  <a:cubicBezTo>
                    <a:pt x="17277" y="22925"/>
                    <a:pt x="17261" y="22941"/>
                    <a:pt x="17261" y="22958"/>
                  </a:cubicBezTo>
                  <a:cubicBezTo>
                    <a:pt x="17094" y="23209"/>
                    <a:pt x="16926" y="23459"/>
                    <a:pt x="16743" y="23710"/>
                  </a:cubicBezTo>
                  <a:cubicBezTo>
                    <a:pt x="16726" y="23760"/>
                    <a:pt x="16676" y="23794"/>
                    <a:pt x="16642" y="23844"/>
                  </a:cubicBezTo>
                  <a:cubicBezTo>
                    <a:pt x="16342" y="24378"/>
                    <a:pt x="15907" y="24779"/>
                    <a:pt x="15439" y="25164"/>
                  </a:cubicBezTo>
                  <a:cubicBezTo>
                    <a:pt x="15289" y="25264"/>
                    <a:pt x="15155" y="25381"/>
                    <a:pt x="15005" y="25498"/>
                  </a:cubicBezTo>
                  <a:cubicBezTo>
                    <a:pt x="14938" y="25548"/>
                    <a:pt x="14871" y="25598"/>
                    <a:pt x="14804" y="25631"/>
                  </a:cubicBezTo>
                  <a:cubicBezTo>
                    <a:pt x="14487" y="25815"/>
                    <a:pt x="14170" y="25982"/>
                    <a:pt x="13852" y="26166"/>
                  </a:cubicBezTo>
                  <a:cubicBezTo>
                    <a:pt x="13652" y="26266"/>
                    <a:pt x="13451" y="26367"/>
                    <a:pt x="13267" y="26467"/>
                  </a:cubicBezTo>
                  <a:cubicBezTo>
                    <a:pt x="12866" y="26684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51"/>
                  </a:cubicBezTo>
                  <a:cubicBezTo>
                    <a:pt x="11747" y="26951"/>
                    <a:pt x="11713" y="26951"/>
                    <a:pt x="11680" y="26968"/>
                  </a:cubicBezTo>
                  <a:cubicBezTo>
                    <a:pt x="11413" y="27135"/>
                    <a:pt x="11095" y="27152"/>
                    <a:pt x="10794" y="27152"/>
                  </a:cubicBezTo>
                  <a:cubicBezTo>
                    <a:pt x="10026" y="27169"/>
                    <a:pt x="9257" y="27152"/>
                    <a:pt x="8489" y="27152"/>
                  </a:cubicBezTo>
                  <a:cubicBezTo>
                    <a:pt x="8322" y="27152"/>
                    <a:pt x="8154" y="27135"/>
                    <a:pt x="8004" y="27085"/>
                  </a:cubicBezTo>
                  <a:cubicBezTo>
                    <a:pt x="7820" y="27035"/>
                    <a:pt x="7636" y="27002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1" y="26935"/>
                    <a:pt x="6868" y="26951"/>
                  </a:cubicBezTo>
                  <a:cubicBezTo>
                    <a:pt x="6684" y="26968"/>
                    <a:pt x="6517" y="26918"/>
                    <a:pt x="6333" y="26885"/>
                  </a:cubicBezTo>
                  <a:cubicBezTo>
                    <a:pt x="5815" y="26734"/>
                    <a:pt x="5314" y="26534"/>
                    <a:pt x="4846" y="26266"/>
                  </a:cubicBezTo>
                  <a:cubicBezTo>
                    <a:pt x="4529" y="26083"/>
                    <a:pt x="4211" y="25932"/>
                    <a:pt x="3910" y="25765"/>
                  </a:cubicBezTo>
                  <a:cubicBezTo>
                    <a:pt x="3743" y="25682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73" y="24562"/>
                    <a:pt x="2073" y="24178"/>
                  </a:cubicBezTo>
                  <a:cubicBezTo>
                    <a:pt x="1989" y="24094"/>
                    <a:pt x="1939" y="23994"/>
                    <a:pt x="1872" y="23894"/>
                  </a:cubicBezTo>
                  <a:cubicBezTo>
                    <a:pt x="1855" y="23860"/>
                    <a:pt x="1855" y="23844"/>
                    <a:pt x="1839" y="23827"/>
                  </a:cubicBezTo>
                  <a:cubicBezTo>
                    <a:pt x="1621" y="23626"/>
                    <a:pt x="1504" y="23359"/>
                    <a:pt x="1337" y="23125"/>
                  </a:cubicBezTo>
                  <a:cubicBezTo>
                    <a:pt x="1287" y="23042"/>
                    <a:pt x="1237" y="22958"/>
                    <a:pt x="1204" y="22875"/>
                  </a:cubicBezTo>
                  <a:cubicBezTo>
                    <a:pt x="1137" y="22674"/>
                    <a:pt x="1020" y="22507"/>
                    <a:pt x="936" y="22323"/>
                  </a:cubicBezTo>
                  <a:cubicBezTo>
                    <a:pt x="585" y="21672"/>
                    <a:pt x="268" y="21003"/>
                    <a:pt x="134" y="20268"/>
                  </a:cubicBezTo>
                  <a:cubicBezTo>
                    <a:pt x="34" y="19783"/>
                    <a:pt x="1" y="19299"/>
                    <a:pt x="17" y="18798"/>
                  </a:cubicBezTo>
                  <a:cubicBezTo>
                    <a:pt x="17" y="18564"/>
                    <a:pt x="51" y="18313"/>
                    <a:pt x="68" y="18062"/>
                  </a:cubicBezTo>
                  <a:cubicBezTo>
                    <a:pt x="84" y="17929"/>
                    <a:pt x="84" y="17795"/>
                    <a:pt x="84" y="17661"/>
                  </a:cubicBezTo>
                  <a:cubicBezTo>
                    <a:pt x="84" y="17411"/>
                    <a:pt x="68" y="17144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4"/>
                    <a:pt x="452" y="15473"/>
                    <a:pt x="585" y="15122"/>
                  </a:cubicBezTo>
                  <a:cubicBezTo>
                    <a:pt x="619" y="15038"/>
                    <a:pt x="652" y="14971"/>
                    <a:pt x="686" y="14905"/>
                  </a:cubicBezTo>
                  <a:cubicBezTo>
                    <a:pt x="920" y="14487"/>
                    <a:pt x="1170" y="14086"/>
                    <a:pt x="1471" y="13718"/>
                  </a:cubicBezTo>
                  <a:cubicBezTo>
                    <a:pt x="1805" y="13351"/>
                    <a:pt x="2139" y="13017"/>
                    <a:pt x="2474" y="12666"/>
                  </a:cubicBezTo>
                  <a:cubicBezTo>
                    <a:pt x="2507" y="12632"/>
                    <a:pt x="2524" y="12582"/>
                    <a:pt x="2574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8" y="11930"/>
                    <a:pt x="3142" y="11747"/>
                    <a:pt x="3242" y="11596"/>
                  </a:cubicBezTo>
                  <a:cubicBezTo>
                    <a:pt x="3309" y="11496"/>
                    <a:pt x="3376" y="11413"/>
                    <a:pt x="3459" y="11346"/>
                  </a:cubicBezTo>
                  <a:cubicBezTo>
                    <a:pt x="3777" y="11028"/>
                    <a:pt x="4027" y="10661"/>
                    <a:pt x="4211" y="10243"/>
                  </a:cubicBezTo>
                  <a:cubicBezTo>
                    <a:pt x="4228" y="10193"/>
                    <a:pt x="4261" y="10126"/>
                    <a:pt x="4311" y="10093"/>
                  </a:cubicBezTo>
                  <a:cubicBezTo>
                    <a:pt x="4529" y="9925"/>
                    <a:pt x="4629" y="9675"/>
                    <a:pt x="4729" y="9424"/>
                  </a:cubicBezTo>
                  <a:cubicBezTo>
                    <a:pt x="4813" y="9207"/>
                    <a:pt x="4896" y="8973"/>
                    <a:pt x="4997" y="8739"/>
                  </a:cubicBezTo>
                  <a:cubicBezTo>
                    <a:pt x="5030" y="8639"/>
                    <a:pt x="5047" y="8555"/>
                    <a:pt x="5047" y="8455"/>
                  </a:cubicBezTo>
                  <a:cubicBezTo>
                    <a:pt x="5047" y="8338"/>
                    <a:pt x="5047" y="8204"/>
                    <a:pt x="5047" y="8088"/>
                  </a:cubicBezTo>
                  <a:cubicBezTo>
                    <a:pt x="5063" y="8004"/>
                    <a:pt x="5063" y="7904"/>
                    <a:pt x="5113" y="7837"/>
                  </a:cubicBezTo>
                  <a:cubicBezTo>
                    <a:pt x="5180" y="7720"/>
                    <a:pt x="5197" y="7586"/>
                    <a:pt x="5180" y="7469"/>
                  </a:cubicBezTo>
                  <a:cubicBezTo>
                    <a:pt x="5147" y="7202"/>
                    <a:pt x="5281" y="6985"/>
                    <a:pt x="5398" y="6768"/>
                  </a:cubicBezTo>
                  <a:cubicBezTo>
                    <a:pt x="5431" y="6684"/>
                    <a:pt x="5514" y="6634"/>
                    <a:pt x="5615" y="6634"/>
                  </a:cubicBezTo>
                  <a:cubicBezTo>
                    <a:pt x="5782" y="6617"/>
                    <a:pt x="5916" y="6483"/>
                    <a:pt x="6099" y="6450"/>
                  </a:cubicBezTo>
                  <a:cubicBezTo>
                    <a:pt x="6016" y="6166"/>
                    <a:pt x="6016" y="5882"/>
                    <a:pt x="5999" y="5598"/>
                  </a:cubicBezTo>
                  <a:cubicBezTo>
                    <a:pt x="5966" y="5364"/>
                    <a:pt x="6049" y="5164"/>
                    <a:pt x="6216" y="4996"/>
                  </a:cubicBezTo>
                  <a:cubicBezTo>
                    <a:pt x="6317" y="4896"/>
                    <a:pt x="6433" y="4813"/>
                    <a:pt x="6484" y="4679"/>
                  </a:cubicBezTo>
                  <a:cubicBezTo>
                    <a:pt x="6484" y="4646"/>
                    <a:pt x="6484" y="4629"/>
                    <a:pt x="6484" y="4612"/>
                  </a:cubicBezTo>
                  <a:cubicBezTo>
                    <a:pt x="6317" y="4311"/>
                    <a:pt x="6333" y="3977"/>
                    <a:pt x="6350" y="3660"/>
                  </a:cubicBezTo>
                  <a:cubicBezTo>
                    <a:pt x="6350" y="3509"/>
                    <a:pt x="6433" y="3376"/>
                    <a:pt x="6550" y="3292"/>
                  </a:cubicBezTo>
                  <a:cubicBezTo>
                    <a:pt x="6584" y="3275"/>
                    <a:pt x="6617" y="3242"/>
                    <a:pt x="6651" y="3225"/>
                  </a:cubicBezTo>
                  <a:cubicBezTo>
                    <a:pt x="6734" y="3175"/>
                    <a:pt x="6768" y="3092"/>
                    <a:pt x="6768" y="2991"/>
                  </a:cubicBezTo>
                  <a:cubicBezTo>
                    <a:pt x="6768" y="2858"/>
                    <a:pt x="6768" y="2724"/>
                    <a:pt x="6768" y="2590"/>
                  </a:cubicBezTo>
                  <a:cubicBezTo>
                    <a:pt x="6768" y="2473"/>
                    <a:pt x="6751" y="2340"/>
                    <a:pt x="6768" y="2223"/>
                  </a:cubicBezTo>
                  <a:cubicBezTo>
                    <a:pt x="6801" y="1939"/>
                    <a:pt x="6918" y="1705"/>
                    <a:pt x="7169" y="1554"/>
                  </a:cubicBezTo>
                  <a:cubicBezTo>
                    <a:pt x="7352" y="1454"/>
                    <a:pt x="7536" y="1354"/>
                    <a:pt x="7737" y="1254"/>
                  </a:cubicBezTo>
                  <a:cubicBezTo>
                    <a:pt x="7753" y="1153"/>
                    <a:pt x="7787" y="1037"/>
                    <a:pt x="7804" y="920"/>
                  </a:cubicBezTo>
                  <a:cubicBezTo>
                    <a:pt x="7870" y="552"/>
                    <a:pt x="8104" y="301"/>
                    <a:pt x="8422" y="118"/>
                  </a:cubicBezTo>
                  <a:cubicBezTo>
                    <a:pt x="8539" y="51"/>
                    <a:pt x="8656" y="17"/>
                    <a:pt x="8806" y="17"/>
                  </a:cubicBezTo>
                  <a:cubicBezTo>
                    <a:pt x="8956" y="34"/>
                    <a:pt x="9090" y="34"/>
                    <a:pt x="9241" y="17"/>
                  </a:cubicBezTo>
                  <a:cubicBezTo>
                    <a:pt x="9508" y="1"/>
                    <a:pt x="9742" y="51"/>
                    <a:pt x="9992" y="134"/>
                  </a:cubicBezTo>
                  <a:cubicBezTo>
                    <a:pt x="10360" y="235"/>
                    <a:pt x="10560" y="485"/>
                    <a:pt x="10677" y="819"/>
                  </a:cubicBezTo>
                  <a:cubicBezTo>
                    <a:pt x="10711" y="953"/>
                    <a:pt x="10744" y="1103"/>
                    <a:pt x="10778" y="1254"/>
                  </a:cubicBezTo>
                  <a:cubicBezTo>
                    <a:pt x="10928" y="1337"/>
                    <a:pt x="11095" y="1438"/>
                    <a:pt x="11262" y="1521"/>
                  </a:cubicBezTo>
                  <a:cubicBezTo>
                    <a:pt x="11580" y="1688"/>
                    <a:pt x="11713" y="1989"/>
                    <a:pt x="11730" y="2323"/>
                  </a:cubicBezTo>
                  <a:cubicBezTo>
                    <a:pt x="11747" y="2473"/>
                    <a:pt x="11730" y="2607"/>
                    <a:pt x="11730" y="2741"/>
                  </a:cubicBezTo>
                  <a:cubicBezTo>
                    <a:pt x="11730" y="2808"/>
                    <a:pt x="11730" y="2874"/>
                    <a:pt x="11730" y="2925"/>
                  </a:cubicBezTo>
                  <a:cubicBezTo>
                    <a:pt x="11713" y="3075"/>
                    <a:pt x="11764" y="3192"/>
                    <a:pt x="11914" y="3275"/>
                  </a:cubicBezTo>
                  <a:cubicBezTo>
                    <a:pt x="12081" y="3376"/>
                    <a:pt x="12148" y="3526"/>
                    <a:pt x="12148" y="3727"/>
                  </a:cubicBezTo>
                  <a:cubicBezTo>
                    <a:pt x="12148" y="3844"/>
                    <a:pt x="12148" y="3944"/>
                    <a:pt x="12148" y="4061"/>
                  </a:cubicBezTo>
                  <a:cubicBezTo>
                    <a:pt x="12148" y="4228"/>
                    <a:pt x="12131" y="4395"/>
                    <a:pt x="12048" y="4529"/>
                  </a:cubicBezTo>
                  <a:cubicBezTo>
                    <a:pt x="11997" y="4646"/>
                    <a:pt x="12014" y="4729"/>
                    <a:pt x="12098" y="4813"/>
                  </a:cubicBezTo>
                  <a:cubicBezTo>
                    <a:pt x="12165" y="4879"/>
                    <a:pt x="12248" y="4963"/>
                    <a:pt x="12315" y="5047"/>
                  </a:cubicBezTo>
                  <a:cubicBezTo>
                    <a:pt x="12465" y="5197"/>
                    <a:pt x="12532" y="5381"/>
                    <a:pt x="12499" y="5598"/>
                  </a:cubicBezTo>
                  <a:cubicBezTo>
                    <a:pt x="12482" y="5865"/>
                    <a:pt x="12449" y="6133"/>
                    <a:pt x="12415" y="6433"/>
                  </a:cubicBezTo>
                  <a:close/>
                  <a:moveTo>
                    <a:pt x="9257" y="6483"/>
                  </a:moveTo>
                  <a:cubicBezTo>
                    <a:pt x="9257" y="6483"/>
                    <a:pt x="9257" y="6483"/>
                    <a:pt x="9257" y="6483"/>
                  </a:cubicBezTo>
                  <a:cubicBezTo>
                    <a:pt x="8856" y="6483"/>
                    <a:pt x="8438" y="6483"/>
                    <a:pt x="8021" y="6483"/>
                  </a:cubicBezTo>
                  <a:cubicBezTo>
                    <a:pt x="7536" y="6467"/>
                    <a:pt x="7052" y="6517"/>
                    <a:pt x="6567" y="6634"/>
                  </a:cubicBezTo>
                  <a:cubicBezTo>
                    <a:pt x="6283" y="6717"/>
                    <a:pt x="6049" y="6868"/>
                    <a:pt x="5832" y="7052"/>
                  </a:cubicBezTo>
                  <a:cubicBezTo>
                    <a:pt x="5799" y="7085"/>
                    <a:pt x="5748" y="7152"/>
                    <a:pt x="5732" y="7202"/>
                  </a:cubicBezTo>
                  <a:cubicBezTo>
                    <a:pt x="5648" y="7519"/>
                    <a:pt x="5548" y="7837"/>
                    <a:pt x="5548" y="8171"/>
                  </a:cubicBezTo>
                  <a:cubicBezTo>
                    <a:pt x="5548" y="8221"/>
                    <a:pt x="5531" y="8271"/>
                    <a:pt x="5531" y="8321"/>
                  </a:cubicBezTo>
                  <a:cubicBezTo>
                    <a:pt x="5398" y="8906"/>
                    <a:pt x="5180" y="9441"/>
                    <a:pt x="4913" y="9959"/>
                  </a:cubicBezTo>
                  <a:cubicBezTo>
                    <a:pt x="4813" y="10143"/>
                    <a:pt x="4696" y="10343"/>
                    <a:pt x="4596" y="10527"/>
                  </a:cubicBezTo>
                  <a:cubicBezTo>
                    <a:pt x="4428" y="10911"/>
                    <a:pt x="4195" y="11245"/>
                    <a:pt x="3944" y="11563"/>
                  </a:cubicBezTo>
                  <a:cubicBezTo>
                    <a:pt x="3476" y="12148"/>
                    <a:pt x="3008" y="12732"/>
                    <a:pt x="2540" y="13317"/>
                  </a:cubicBezTo>
                  <a:cubicBezTo>
                    <a:pt x="2440" y="13434"/>
                    <a:pt x="2357" y="13568"/>
                    <a:pt x="2223" y="13668"/>
                  </a:cubicBezTo>
                  <a:cubicBezTo>
                    <a:pt x="1972" y="13852"/>
                    <a:pt x="1772" y="14103"/>
                    <a:pt x="1555" y="14336"/>
                  </a:cubicBezTo>
                  <a:cubicBezTo>
                    <a:pt x="1438" y="14470"/>
                    <a:pt x="1337" y="14604"/>
                    <a:pt x="1254" y="14771"/>
                  </a:cubicBezTo>
                  <a:cubicBezTo>
                    <a:pt x="1070" y="15122"/>
                    <a:pt x="886" y="15473"/>
                    <a:pt x="719" y="15840"/>
                  </a:cubicBezTo>
                  <a:cubicBezTo>
                    <a:pt x="652" y="15991"/>
                    <a:pt x="602" y="16174"/>
                    <a:pt x="585" y="16342"/>
                  </a:cubicBezTo>
                  <a:cubicBezTo>
                    <a:pt x="535" y="16659"/>
                    <a:pt x="452" y="16960"/>
                    <a:pt x="469" y="17294"/>
                  </a:cubicBezTo>
                  <a:cubicBezTo>
                    <a:pt x="469" y="17311"/>
                    <a:pt x="469" y="17344"/>
                    <a:pt x="469" y="17361"/>
                  </a:cubicBezTo>
                  <a:cubicBezTo>
                    <a:pt x="402" y="17545"/>
                    <a:pt x="418" y="17728"/>
                    <a:pt x="418" y="17912"/>
                  </a:cubicBezTo>
                  <a:cubicBezTo>
                    <a:pt x="418" y="18380"/>
                    <a:pt x="418" y="18865"/>
                    <a:pt x="435" y="19332"/>
                  </a:cubicBezTo>
                  <a:cubicBezTo>
                    <a:pt x="435" y="19399"/>
                    <a:pt x="418" y="19483"/>
                    <a:pt x="452" y="19550"/>
                  </a:cubicBezTo>
                  <a:cubicBezTo>
                    <a:pt x="519" y="19817"/>
                    <a:pt x="535" y="20084"/>
                    <a:pt x="535" y="20368"/>
                  </a:cubicBezTo>
                  <a:cubicBezTo>
                    <a:pt x="552" y="20569"/>
                    <a:pt x="585" y="20786"/>
                    <a:pt x="702" y="20970"/>
                  </a:cubicBezTo>
                  <a:cubicBezTo>
                    <a:pt x="836" y="21137"/>
                    <a:pt x="903" y="21337"/>
                    <a:pt x="953" y="21538"/>
                  </a:cubicBezTo>
                  <a:cubicBezTo>
                    <a:pt x="1020" y="21722"/>
                    <a:pt x="1070" y="21905"/>
                    <a:pt x="1120" y="22089"/>
                  </a:cubicBezTo>
                  <a:cubicBezTo>
                    <a:pt x="1170" y="22240"/>
                    <a:pt x="1237" y="22373"/>
                    <a:pt x="1354" y="22490"/>
                  </a:cubicBezTo>
                  <a:cubicBezTo>
                    <a:pt x="1454" y="22591"/>
                    <a:pt x="1521" y="22707"/>
                    <a:pt x="1571" y="22824"/>
                  </a:cubicBezTo>
                  <a:cubicBezTo>
                    <a:pt x="1655" y="23058"/>
                    <a:pt x="1772" y="23276"/>
                    <a:pt x="1905" y="23476"/>
                  </a:cubicBezTo>
                  <a:cubicBezTo>
                    <a:pt x="2139" y="23860"/>
                    <a:pt x="2407" y="24195"/>
                    <a:pt x="2758" y="24479"/>
                  </a:cubicBezTo>
                  <a:cubicBezTo>
                    <a:pt x="3142" y="24779"/>
                    <a:pt x="3576" y="25013"/>
                    <a:pt x="3961" y="25331"/>
                  </a:cubicBezTo>
                  <a:cubicBezTo>
                    <a:pt x="3994" y="25364"/>
                    <a:pt x="4044" y="25381"/>
                    <a:pt x="4094" y="25398"/>
                  </a:cubicBezTo>
                  <a:cubicBezTo>
                    <a:pt x="4395" y="25565"/>
                    <a:pt x="4696" y="25715"/>
                    <a:pt x="4997" y="25882"/>
                  </a:cubicBezTo>
                  <a:cubicBezTo>
                    <a:pt x="5464" y="26149"/>
                    <a:pt x="5949" y="26350"/>
                    <a:pt x="6484" y="26500"/>
                  </a:cubicBezTo>
                  <a:cubicBezTo>
                    <a:pt x="6601" y="26517"/>
                    <a:pt x="6734" y="26534"/>
                    <a:pt x="6851" y="26550"/>
                  </a:cubicBezTo>
                  <a:cubicBezTo>
                    <a:pt x="7152" y="26617"/>
                    <a:pt x="7469" y="26617"/>
                    <a:pt x="7770" y="26617"/>
                  </a:cubicBezTo>
                  <a:cubicBezTo>
                    <a:pt x="7937" y="26617"/>
                    <a:pt x="8088" y="26634"/>
                    <a:pt x="8238" y="26684"/>
                  </a:cubicBezTo>
                  <a:cubicBezTo>
                    <a:pt x="8438" y="26734"/>
                    <a:pt x="8639" y="26734"/>
                    <a:pt x="8840" y="26734"/>
                  </a:cubicBezTo>
                  <a:cubicBezTo>
                    <a:pt x="9040" y="26734"/>
                    <a:pt x="9257" y="26734"/>
                    <a:pt x="9458" y="26734"/>
                  </a:cubicBezTo>
                  <a:cubicBezTo>
                    <a:pt x="9558" y="26734"/>
                    <a:pt x="9658" y="26751"/>
                    <a:pt x="9758" y="26751"/>
                  </a:cubicBezTo>
                  <a:cubicBezTo>
                    <a:pt x="10193" y="26818"/>
                    <a:pt x="10611" y="26801"/>
                    <a:pt x="11045" y="26784"/>
                  </a:cubicBezTo>
                  <a:cubicBezTo>
                    <a:pt x="11229" y="26768"/>
                    <a:pt x="11413" y="26734"/>
                    <a:pt x="11563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0" y="26534"/>
                    <a:pt x="11947" y="26517"/>
                  </a:cubicBezTo>
                  <a:cubicBezTo>
                    <a:pt x="12482" y="26383"/>
                    <a:pt x="13000" y="26183"/>
                    <a:pt x="13484" y="25882"/>
                  </a:cubicBezTo>
                  <a:cubicBezTo>
                    <a:pt x="13551" y="25849"/>
                    <a:pt x="13618" y="25832"/>
                    <a:pt x="13685" y="25782"/>
                  </a:cubicBezTo>
                  <a:cubicBezTo>
                    <a:pt x="13986" y="25631"/>
                    <a:pt x="14286" y="25464"/>
                    <a:pt x="14587" y="25297"/>
                  </a:cubicBezTo>
                  <a:cubicBezTo>
                    <a:pt x="14637" y="25264"/>
                    <a:pt x="14688" y="25230"/>
                    <a:pt x="14721" y="25197"/>
                  </a:cubicBezTo>
                  <a:cubicBezTo>
                    <a:pt x="14871" y="25080"/>
                    <a:pt x="15038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9"/>
                    <a:pt x="15573" y="24412"/>
                    <a:pt x="15690" y="24328"/>
                  </a:cubicBezTo>
                  <a:cubicBezTo>
                    <a:pt x="15957" y="24178"/>
                    <a:pt x="16175" y="23944"/>
                    <a:pt x="16325" y="23677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09" y="23175"/>
                    <a:pt x="16793" y="23025"/>
                  </a:cubicBezTo>
                  <a:cubicBezTo>
                    <a:pt x="16893" y="22858"/>
                    <a:pt x="16993" y="22691"/>
                    <a:pt x="17110" y="22524"/>
                  </a:cubicBezTo>
                  <a:cubicBezTo>
                    <a:pt x="17244" y="22373"/>
                    <a:pt x="17344" y="22223"/>
                    <a:pt x="17394" y="22039"/>
                  </a:cubicBezTo>
                  <a:cubicBezTo>
                    <a:pt x="17478" y="21738"/>
                    <a:pt x="17578" y="21438"/>
                    <a:pt x="17662" y="21154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29" y="20068"/>
                  </a:cubicBezTo>
                  <a:cubicBezTo>
                    <a:pt x="18029" y="20034"/>
                    <a:pt x="18029" y="20001"/>
                    <a:pt x="18046" y="19967"/>
                  </a:cubicBezTo>
                  <a:cubicBezTo>
                    <a:pt x="18129" y="19750"/>
                    <a:pt x="18113" y="19533"/>
                    <a:pt x="18113" y="19316"/>
                  </a:cubicBezTo>
                  <a:cubicBezTo>
                    <a:pt x="18113" y="18948"/>
                    <a:pt x="18079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2" y="16609"/>
                    <a:pt x="17946" y="16559"/>
                    <a:pt x="17946" y="16492"/>
                  </a:cubicBezTo>
                  <a:cubicBezTo>
                    <a:pt x="17929" y="16225"/>
                    <a:pt x="17845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59" y="14119"/>
                    <a:pt x="16375" y="13768"/>
                  </a:cubicBezTo>
                  <a:cubicBezTo>
                    <a:pt x="16241" y="13635"/>
                    <a:pt x="16091" y="13484"/>
                    <a:pt x="15974" y="13334"/>
                  </a:cubicBezTo>
                  <a:cubicBezTo>
                    <a:pt x="15506" y="12783"/>
                    <a:pt x="15072" y="12215"/>
                    <a:pt x="14621" y="11646"/>
                  </a:cubicBezTo>
                  <a:cubicBezTo>
                    <a:pt x="14320" y="11279"/>
                    <a:pt x="14053" y="10895"/>
                    <a:pt x="13852" y="10443"/>
                  </a:cubicBezTo>
                  <a:cubicBezTo>
                    <a:pt x="13802" y="10326"/>
                    <a:pt x="13752" y="10226"/>
                    <a:pt x="13685" y="10109"/>
                  </a:cubicBezTo>
                  <a:cubicBezTo>
                    <a:pt x="13434" y="9692"/>
                    <a:pt x="13234" y="9257"/>
                    <a:pt x="13100" y="8789"/>
                  </a:cubicBezTo>
                  <a:cubicBezTo>
                    <a:pt x="13050" y="8605"/>
                    <a:pt x="12967" y="8405"/>
                    <a:pt x="12967" y="8204"/>
                  </a:cubicBezTo>
                  <a:cubicBezTo>
                    <a:pt x="12950" y="7870"/>
                    <a:pt x="12866" y="7553"/>
                    <a:pt x="12783" y="7219"/>
                  </a:cubicBezTo>
                  <a:cubicBezTo>
                    <a:pt x="12766" y="7169"/>
                    <a:pt x="12716" y="7102"/>
                    <a:pt x="12682" y="7068"/>
                  </a:cubicBezTo>
                  <a:cubicBezTo>
                    <a:pt x="12482" y="6884"/>
                    <a:pt x="12281" y="6751"/>
                    <a:pt x="12031" y="6667"/>
                  </a:cubicBezTo>
                  <a:cubicBezTo>
                    <a:pt x="11897" y="6634"/>
                    <a:pt x="11764" y="6600"/>
                    <a:pt x="11630" y="6584"/>
                  </a:cubicBezTo>
                  <a:cubicBezTo>
                    <a:pt x="11346" y="6500"/>
                    <a:pt x="11045" y="6500"/>
                    <a:pt x="10761" y="6483"/>
                  </a:cubicBezTo>
                  <a:cubicBezTo>
                    <a:pt x="10260" y="6483"/>
                    <a:pt x="9758" y="6483"/>
                    <a:pt x="9257" y="6483"/>
                  </a:cubicBezTo>
                  <a:close/>
                  <a:moveTo>
                    <a:pt x="6985" y="4879"/>
                  </a:moveTo>
                  <a:cubicBezTo>
                    <a:pt x="6834" y="5030"/>
                    <a:pt x="6701" y="5180"/>
                    <a:pt x="6550" y="5314"/>
                  </a:cubicBezTo>
                  <a:cubicBezTo>
                    <a:pt x="6484" y="5397"/>
                    <a:pt x="6400" y="5481"/>
                    <a:pt x="6400" y="5598"/>
                  </a:cubicBezTo>
                  <a:cubicBezTo>
                    <a:pt x="6383" y="5782"/>
                    <a:pt x="6383" y="5966"/>
                    <a:pt x="6367" y="6149"/>
                  </a:cubicBezTo>
                  <a:cubicBezTo>
                    <a:pt x="6367" y="6199"/>
                    <a:pt x="6400" y="6250"/>
                    <a:pt x="6417" y="6316"/>
                  </a:cubicBezTo>
                  <a:cubicBezTo>
                    <a:pt x="6500" y="6300"/>
                    <a:pt x="6567" y="6300"/>
                    <a:pt x="6634" y="6266"/>
                  </a:cubicBezTo>
                  <a:cubicBezTo>
                    <a:pt x="6968" y="6166"/>
                    <a:pt x="7302" y="6133"/>
                    <a:pt x="7653" y="6133"/>
                  </a:cubicBezTo>
                  <a:cubicBezTo>
                    <a:pt x="8672" y="6133"/>
                    <a:pt x="9675" y="6133"/>
                    <a:pt x="10694" y="6133"/>
                  </a:cubicBezTo>
                  <a:cubicBezTo>
                    <a:pt x="11112" y="6133"/>
                    <a:pt x="11513" y="6133"/>
                    <a:pt x="11897" y="6283"/>
                  </a:cubicBezTo>
                  <a:cubicBezTo>
                    <a:pt x="11964" y="6300"/>
                    <a:pt x="12031" y="6300"/>
                    <a:pt x="12098" y="6300"/>
                  </a:cubicBezTo>
                  <a:cubicBezTo>
                    <a:pt x="12114" y="6216"/>
                    <a:pt x="12131" y="6149"/>
                    <a:pt x="12131" y="6082"/>
                  </a:cubicBezTo>
                  <a:cubicBezTo>
                    <a:pt x="12131" y="5932"/>
                    <a:pt x="12114" y="5782"/>
                    <a:pt x="12098" y="5631"/>
                  </a:cubicBezTo>
                  <a:cubicBezTo>
                    <a:pt x="12098" y="5414"/>
                    <a:pt x="11964" y="5280"/>
                    <a:pt x="11764" y="5214"/>
                  </a:cubicBezTo>
                  <a:cubicBezTo>
                    <a:pt x="11563" y="5147"/>
                    <a:pt x="11346" y="5080"/>
                    <a:pt x="11129" y="5047"/>
                  </a:cubicBezTo>
                  <a:cubicBezTo>
                    <a:pt x="10694" y="4980"/>
                    <a:pt x="10260" y="4930"/>
                    <a:pt x="9809" y="4879"/>
                  </a:cubicBezTo>
                  <a:cubicBezTo>
                    <a:pt x="9291" y="4813"/>
                    <a:pt x="8773" y="4846"/>
                    <a:pt x="8255" y="4863"/>
                  </a:cubicBezTo>
                  <a:cubicBezTo>
                    <a:pt x="8071" y="4879"/>
                    <a:pt x="7887" y="4879"/>
                    <a:pt x="7703" y="4863"/>
                  </a:cubicBezTo>
                  <a:cubicBezTo>
                    <a:pt x="7469" y="4829"/>
                    <a:pt x="7219" y="4863"/>
                    <a:pt x="6985" y="4879"/>
                  </a:cubicBezTo>
                  <a:close/>
                  <a:moveTo>
                    <a:pt x="11596" y="3793"/>
                  </a:moveTo>
                  <a:cubicBezTo>
                    <a:pt x="11563" y="3777"/>
                    <a:pt x="11530" y="3743"/>
                    <a:pt x="11496" y="3727"/>
                  </a:cubicBezTo>
                  <a:cubicBezTo>
                    <a:pt x="11379" y="3693"/>
                    <a:pt x="11279" y="3643"/>
                    <a:pt x="11162" y="3610"/>
                  </a:cubicBezTo>
                  <a:cubicBezTo>
                    <a:pt x="10460" y="3426"/>
                    <a:pt x="9742" y="3326"/>
                    <a:pt x="9023" y="3326"/>
                  </a:cubicBezTo>
                  <a:cubicBezTo>
                    <a:pt x="8890" y="3326"/>
                    <a:pt x="8773" y="3326"/>
                    <a:pt x="8639" y="3326"/>
                  </a:cubicBezTo>
                  <a:cubicBezTo>
                    <a:pt x="8255" y="3292"/>
                    <a:pt x="7870" y="3326"/>
                    <a:pt x="7503" y="3342"/>
                  </a:cubicBezTo>
                  <a:cubicBezTo>
                    <a:pt x="7219" y="3359"/>
                    <a:pt x="7102" y="3576"/>
                    <a:pt x="6918" y="3727"/>
                  </a:cubicBezTo>
                  <a:cubicBezTo>
                    <a:pt x="6901" y="3727"/>
                    <a:pt x="6901" y="3760"/>
                    <a:pt x="6901" y="3777"/>
                  </a:cubicBezTo>
                  <a:cubicBezTo>
                    <a:pt x="6901" y="3927"/>
                    <a:pt x="6885" y="4111"/>
                    <a:pt x="6918" y="4261"/>
                  </a:cubicBezTo>
                  <a:cubicBezTo>
                    <a:pt x="6968" y="4428"/>
                    <a:pt x="7018" y="4612"/>
                    <a:pt x="7018" y="4813"/>
                  </a:cubicBezTo>
                  <a:cubicBezTo>
                    <a:pt x="7135" y="4779"/>
                    <a:pt x="7235" y="4763"/>
                    <a:pt x="7319" y="4746"/>
                  </a:cubicBezTo>
                  <a:cubicBezTo>
                    <a:pt x="7603" y="4679"/>
                    <a:pt x="7887" y="4595"/>
                    <a:pt x="8171" y="4562"/>
                  </a:cubicBezTo>
                  <a:cubicBezTo>
                    <a:pt x="8773" y="4478"/>
                    <a:pt x="9374" y="4462"/>
                    <a:pt x="9976" y="4545"/>
                  </a:cubicBezTo>
                  <a:cubicBezTo>
                    <a:pt x="10444" y="4612"/>
                    <a:pt x="10911" y="4646"/>
                    <a:pt x="11379" y="4763"/>
                  </a:cubicBezTo>
                  <a:cubicBezTo>
                    <a:pt x="11413" y="4763"/>
                    <a:pt x="11429" y="4763"/>
                    <a:pt x="11463" y="4763"/>
                  </a:cubicBezTo>
                  <a:cubicBezTo>
                    <a:pt x="11479" y="4629"/>
                    <a:pt x="11496" y="4512"/>
                    <a:pt x="11530" y="4412"/>
                  </a:cubicBezTo>
                  <a:cubicBezTo>
                    <a:pt x="11630" y="4211"/>
                    <a:pt x="11613" y="4011"/>
                    <a:pt x="11596" y="3793"/>
                  </a:cubicBezTo>
                  <a:close/>
                  <a:moveTo>
                    <a:pt x="11212" y="3326"/>
                  </a:moveTo>
                  <a:cubicBezTo>
                    <a:pt x="11195" y="3209"/>
                    <a:pt x="11179" y="3125"/>
                    <a:pt x="11179" y="3042"/>
                  </a:cubicBezTo>
                  <a:cubicBezTo>
                    <a:pt x="11195" y="2841"/>
                    <a:pt x="11078" y="2757"/>
                    <a:pt x="10928" y="2691"/>
                  </a:cubicBezTo>
                  <a:cubicBezTo>
                    <a:pt x="10861" y="2674"/>
                    <a:pt x="10811" y="2641"/>
                    <a:pt x="10744" y="2624"/>
                  </a:cubicBezTo>
                  <a:cubicBezTo>
                    <a:pt x="10377" y="2540"/>
                    <a:pt x="10026" y="2457"/>
                    <a:pt x="9642" y="2457"/>
                  </a:cubicBezTo>
                  <a:cubicBezTo>
                    <a:pt x="9408" y="2457"/>
                    <a:pt x="9157" y="2473"/>
                    <a:pt x="8940" y="2440"/>
                  </a:cubicBezTo>
                  <a:cubicBezTo>
                    <a:pt x="8639" y="2390"/>
                    <a:pt x="8338" y="2356"/>
                    <a:pt x="8037" y="2407"/>
                  </a:cubicBezTo>
                  <a:cubicBezTo>
                    <a:pt x="7987" y="2423"/>
                    <a:pt x="7937" y="2440"/>
                    <a:pt x="7904" y="2373"/>
                  </a:cubicBezTo>
                  <a:cubicBezTo>
                    <a:pt x="7921" y="2290"/>
                    <a:pt x="7971" y="2306"/>
                    <a:pt x="8021" y="2306"/>
                  </a:cubicBezTo>
                  <a:cubicBezTo>
                    <a:pt x="8238" y="2273"/>
                    <a:pt x="8438" y="2240"/>
                    <a:pt x="8639" y="2189"/>
                  </a:cubicBezTo>
                  <a:cubicBezTo>
                    <a:pt x="8806" y="2156"/>
                    <a:pt x="8956" y="2123"/>
                    <a:pt x="9107" y="2123"/>
                  </a:cubicBezTo>
                  <a:cubicBezTo>
                    <a:pt x="9257" y="2123"/>
                    <a:pt x="9391" y="2123"/>
                    <a:pt x="9541" y="2123"/>
                  </a:cubicBezTo>
                  <a:cubicBezTo>
                    <a:pt x="10076" y="2106"/>
                    <a:pt x="10577" y="2189"/>
                    <a:pt x="11078" y="2373"/>
                  </a:cubicBezTo>
                  <a:cubicBezTo>
                    <a:pt x="11095" y="2390"/>
                    <a:pt x="11112" y="2373"/>
                    <a:pt x="11145" y="2390"/>
                  </a:cubicBezTo>
                  <a:cubicBezTo>
                    <a:pt x="11179" y="2290"/>
                    <a:pt x="11179" y="2189"/>
                    <a:pt x="11112" y="2123"/>
                  </a:cubicBezTo>
                  <a:cubicBezTo>
                    <a:pt x="10878" y="1889"/>
                    <a:pt x="10661" y="1655"/>
                    <a:pt x="10360" y="1504"/>
                  </a:cubicBezTo>
                  <a:cubicBezTo>
                    <a:pt x="10343" y="1488"/>
                    <a:pt x="10310" y="1471"/>
                    <a:pt x="10276" y="1471"/>
                  </a:cubicBezTo>
                  <a:cubicBezTo>
                    <a:pt x="10109" y="1421"/>
                    <a:pt x="9926" y="1387"/>
                    <a:pt x="9758" y="1337"/>
                  </a:cubicBezTo>
                  <a:cubicBezTo>
                    <a:pt x="9625" y="1304"/>
                    <a:pt x="9491" y="1287"/>
                    <a:pt x="9357" y="1287"/>
                  </a:cubicBezTo>
                  <a:cubicBezTo>
                    <a:pt x="9124" y="1287"/>
                    <a:pt x="8890" y="1270"/>
                    <a:pt x="8672" y="1371"/>
                  </a:cubicBezTo>
                  <a:cubicBezTo>
                    <a:pt x="8639" y="1387"/>
                    <a:pt x="8589" y="1371"/>
                    <a:pt x="8539" y="1387"/>
                  </a:cubicBezTo>
                  <a:cubicBezTo>
                    <a:pt x="8288" y="1438"/>
                    <a:pt x="8021" y="1504"/>
                    <a:pt x="7837" y="1705"/>
                  </a:cubicBezTo>
                  <a:cubicBezTo>
                    <a:pt x="7753" y="1805"/>
                    <a:pt x="7653" y="1889"/>
                    <a:pt x="7553" y="1955"/>
                  </a:cubicBezTo>
                  <a:cubicBezTo>
                    <a:pt x="7386" y="2072"/>
                    <a:pt x="7336" y="2223"/>
                    <a:pt x="7336" y="2407"/>
                  </a:cubicBezTo>
                  <a:cubicBezTo>
                    <a:pt x="7336" y="2624"/>
                    <a:pt x="7336" y="2841"/>
                    <a:pt x="7336" y="3058"/>
                  </a:cubicBezTo>
                  <a:cubicBezTo>
                    <a:pt x="7336" y="3108"/>
                    <a:pt x="7302" y="3175"/>
                    <a:pt x="7369" y="3209"/>
                  </a:cubicBezTo>
                  <a:cubicBezTo>
                    <a:pt x="7403" y="3209"/>
                    <a:pt x="7453" y="3192"/>
                    <a:pt x="7486" y="3175"/>
                  </a:cubicBezTo>
                  <a:cubicBezTo>
                    <a:pt x="7753" y="3092"/>
                    <a:pt x="8004" y="3075"/>
                    <a:pt x="8271" y="3075"/>
                  </a:cubicBezTo>
                  <a:cubicBezTo>
                    <a:pt x="8522" y="3058"/>
                    <a:pt x="8773" y="3058"/>
                    <a:pt x="9007" y="3058"/>
                  </a:cubicBezTo>
                  <a:cubicBezTo>
                    <a:pt x="9474" y="3042"/>
                    <a:pt x="9942" y="3092"/>
                    <a:pt x="10410" y="3158"/>
                  </a:cubicBezTo>
                  <a:cubicBezTo>
                    <a:pt x="10661" y="3209"/>
                    <a:pt x="10928" y="3275"/>
                    <a:pt x="11212" y="3326"/>
                  </a:cubicBezTo>
                  <a:close/>
                  <a:moveTo>
                    <a:pt x="8071" y="1187"/>
                  </a:moveTo>
                  <a:cubicBezTo>
                    <a:pt x="8338" y="1120"/>
                    <a:pt x="8572" y="1070"/>
                    <a:pt x="8789" y="1003"/>
                  </a:cubicBezTo>
                  <a:cubicBezTo>
                    <a:pt x="8856" y="986"/>
                    <a:pt x="8923" y="986"/>
                    <a:pt x="8990" y="986"/>
                  </a:cubicBezTo>
                  <a:cubicBezTo>
                    <a:pt x="9174" y="986"/>
                    <a:pt x="9357" y="986"/>
                    <a:pt x="9541" y="986"/>
                  </a:cubicBezTo>
                  <a:cubicBezTo>
                    <a:pt x="9591" y="986"/>
                    <a:pt x="9642" y="986"/>
                    <a:pt x="9692" y="1003"/>
                  </a:cubicBezTo>
                  <a:cubicBezTo>
                    <a:pt x="9926" y="1053"/>
                    <a:pt x="10126" y="1120"/>
                    <a:pt x="10360" y="1170"/>
                  </a:cubicBezTo>
                  <a:cubicBezTo>
                    <a:pt x="10377" y="1187"/>
                    <a:pt x="10410" y="1170"/>
                    <a:pt x="10427" y="1170"/>
                  </a:cubicBezTo>
                  <a:cubicBezTo>
                    <a:pt x="10393" y="936"/>
                    <a:pt x="10293" y="736"/>
                    <a:pt x="10126" y="585"/>
                  </a:cubicBezTo>
                  <a:cubicBezTo>
                    <a:pt x="10026" y="485"/>
                    <a:pt x="9909" y="435"/>
                    <a:pt x="9775" y="418"/>
                  </a:cubicBezTo>
                  <a:cubicBezTo>
                    <a:pt x="9625" y="402"/>
                    <a:pt x="9458" y="368"/>
                    <a:pt x="9291" y="368"/>
                  </a:cubicBezTo>
                  <a:cubicBezTo>
                    <a:pt x="9124" y="368"/>
                    <a:pt x="8973" y="402"/>
                    <a:pt x="8806" y="418"/>
                  </a:cubicBezTo>
                  <a:cubicBezTo>
                    <a:pt x="8756" y="435"/>
                    <a:pt x="8689" y="418"/>
                    <a:pt x="8639" y="435"/>
                  </a:cubicBezTo>
                  <a:cubicBezTo>
                    <a:pt x="8589" y="452"/>
                    <a:pt x="8539" y="468"/>
                    <a:pt x="8489" y="502"/>
                  </a:cubicBezTo>
                  <a:cubicBezTo>
                    <a:pt x="8271" y="669"/>
                    <a:pt x="8104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1146350" y="3481650"/>
              <a:ext cx="232150" cy="313950"/>
            </a:xfrm>
            <a:custGeom>
              <a:avLst/>
              <a:gdLst/>
              <a:ahLst/>
              <a:cxnLst/>
              <a:rect l="l" t="t" r="r" b="b"/>
              <a:pathLst>
                <a:path w="9286" h="12558" extrusionOk="0">
                  <a:moveTo>
                    <a:pt x="3157" y="8363"/>
                  </a:moveTo>
                  <a:cubicBezTo>
                    <a:pt x="3303" y="8363"/>
                    <a:pt x="3481" y="8506"/>
                    <a:pt x="3688" y="8794"/>
                  </a:cubicBezTo>
                  <a:cubicBezTo>
                    <a:pt x="3688" y="8944"/>
                    <a:pt x="3688" y="9078"/>
                    <a:pt x="3655" y="9211"/>
                  </a:cubicBezTo>
                  <a:cubicBezTo>
                    <a:pt x="3604" y="9713"/>
                    <a:pt x="3488" y="10097"/>
                    <a:pt x="3153" y="10481"/>
                  </a:cubicBezTo>
                  <a:cubicBezTo>
                    <a:pt x="3103" y="10531"/>
                    <a:pt x="3053" y="10598"/>
                    <a:pt x="2986" y="10665"/>
                  </a:cubicBezTo>
                  <a:cubicBezTo>
                    <a:pt x="2669" y="10030"/>
                    <a:pt x="2585" y="9278"/>
                    <a:pt x="2853" y="8677"/>
                  </a:cubicBezTo>
                  <a:cubicBezTo>
                    <a:pt x="2930" y="8468"/>
                    <a:pt x="3032" y="8363"/>
                    <a:pt x="3157" y="8363"/>
                  </a:cubicBezTo>
                  <a:close/>
                  <a:moveTo>
                    <a:pt x="5867" y="8862"/>
                  </a:moveTo>
                  <a:cubicBezTo>
                    <a:pt x="5973" y="8862"/>
                    <a:pt x="6055" y="8950"/>
                    <a:pt x="6111" y="9128"/>
                  </a:cubicBezTo>
                  <a:cubicBezTo>
                    <a:pt x="6261" y="9378"/>
                    <a:pt x="6295" y="9646"/>
                    <a:pt x="6295" y="9930"/>
                  </a:cubicBezTo>
                  <a:cubicBezTo>
                    <a:pt x="6311" y="10297"/>
                    <a:pt x="6144" y="10698"/>
                    <a:pt x="5960" y="11033"/>
                  </a:cubicBezTo>
                  <a:cubicBezTo>
                    <a:pt x="5726" y="10682"/>
                    <a:pt x="5593" y="10247"/>
                    <a:pt x="5543" y="9896"/>
                  </a:cubicBezTo>
                  <a:cubicBezTo>
                    <a:pt x="5509" y="9612"/>
                    <a:pt x="5509" y="9312"/>
                    <a:pt x="5576" y="9027"/>
                  </a:cubicBezTo>
                  <a:cubicBezTo>
                    <a:pt x="5687" y="8917"/>
                    <a:pt x="5784" y="8862"/>
                    <a:pt x="5867" y="8862"/>
                  </a:cubicBezTo>
                  <a:close/>
                  <a:moveTo>
                    <a:pt x="6242" y="1"/>
                  </a:moveTo>
                  <a:cubicBezTo>
                    <a:pt x="6141" y="1"/>
                    <a:pt x="6043" y="57"/>
                    <a:pt x="6011" y="189"/>
                  </a:cubicBezTo>
                  <a:cubicBezTo>
                    <a:pt x="5860" y="840"/>
                    <a:pt x="5944" y="1459"/>
                    <a:pt x="6044" y="2110"/>
                  </a:cubicBezTo>
                  <a:cubicBezTo>
                    <a:pt x="6178" y="2879"/>
                    <a:pt x="6211" y="3681"/>
                    <a:pt x="6328" y="4449"/>
                  </a:cubicBezTo>
                  <a:cubicBezTo>
                    <a:pt x="6512" y="5786"/>
                    <a:pt x="6946" y="7006"/>
                    <a:pt x="7798" y="8042"/>
                  </a:cubicBezTo>
                  <a:cubicBezTo>
                    <a:pt x="8366" y="8743"/>
                    <a:pt x="8801" y="9228"/>
                    <a:pt x="8567" y="10180"/>
                  </a:cubicBezTo>
                  <a:cubicBezTo>
                    <a:pt x="8417" y="10882"/>
                    <a:pt x="7882" y="11634"/>
                    <a:pt x="7113" y="11701"/>
                  </a:cubicBezTo>
                  <a:cubicBezTo>
                    <a:pt x="7091" y="11702"/>
                    <a:pt x="7070" y="11703"/>
                    <a:pt x="7048" y="11703"/>
                  </a:cubicBezTo>
                  <a:cubicBezTo>
                    <a:pt x="6774" y="11703"/>
                    <a:pt x="6529" y="11605"/>
                    <a:pt x="6328" y="11450"/>
                  </a:cubicBezTo>
                  <a:cubicBezTo>
                    <a:pt x="6696" y="10849"/>
                    <a:pt x="6929" y="10130"/>
                    <a:pt x="6796" y="9428"/>
                  </a:cubicBezTo>
                  <a:cubicBezTo>
                    <a:pt x="6679" y="8894"/>
                    <a:pt x="6311" y="8259"/>
                    <a:pt x="5710" y="8242"/>
                  </a:cubicBezTo>
                  <a:cubicBezTo>
                    <a:pt x="5706" y="8242"/>
                    <a:pt x="5702" y="8242"/>
                    <a:pt x="5698" y="8242"/>
                  </a:cubicBezTo>
                  <a:cubicBezTo>
                    <a:pt x="4378" y="8242"/>
                    <a:pt x="5160" y="10950"/>
                    <a:pt x="5593" y="11434"/>
                  </a:cubicBezTo>
                  <a:cubicBezTo>
                    <a:pt x="5610" y="11467"/>
                    <a:pt x="5643" y="11484"/>
                    <a:pt x="5660" y="11500"/>
                  </a:cubicBezTo>
                  <a:cubicBezTo>
                    <a:pt x="5387" y="11860"/>
                    <a:pt x="5076" y="12022"/>
                    <a:pt x="4734" y="12022"/>
                  </a:cubicBezTo>
                  <a:cubicBezTo>
                    <a:pt x="4489" y="12022"/>
                    <a:pt x="4228" y="11938"/>
                    <a:pt x="3955" y="11784"/>
                  </a:cubicBezTo>
                  <a:cubicBezTo>
                    <a:pt x="3688" y="11634"/>
                    <a:pt x="3454" y="11400"/>
                    <a:pt x="3254" y="11133"/>
                  </a:cubicBezTo>
                  <a:cubicBezTo>
                    <a:pt x="3588" y="10849"/>
                    <a:pt x="3855" y="10498"/>
                    <a:pt x="3989" y="10164"/>
                  </a:cubicBezTo>
                  <a:cubicBezTo>
                    <a:pt x="4189" y="9629"/>
                    <a:pt x="4457" y="8526"/>
                    <a:pt x="4022" y="8042"/>
                  </a:cubicBezTo>
                  <a:cubicBezTo>
                    <a:pt x="3831" y="7811"/>
                    <a:pt x="3610" y="7713"/>
                    <a:pt x="3384" y="7713"/>
                  </a:cubicBezTo>
                  <a:cubicBezTo>
                    <a:pt x="3135" y="7713"/>
                    <a:pt x="2880" y="7832"/>
                    <a:pt x="2652" y="8025"/>
                  </a:cubicBezTo>
                  <a:cubicBezTo>
                    <a:pt x="1967" y="8626"/>
                    <a:pt x="2151" y="9829"/>
                    <a:pt x="2385" y="10581"/>
                  </a:cubicBezTo>
                  <a:cubicBezTo>
                    <a:pt x="2435" y="10715"/>
                    <a:pt x="2485" y="10849"/>
                    <a:pt x="2552" y="10982"/>
                  </a:cubicBezTo>
                  <a:cubicBezTo>
                    <a:pt x="2272" y="11153"/>
                    <a:pt x="1949" y="11281"/>
                    <a:pt x="1646" y="11281"/>
                  </a:cubicBezTo>
                  <a:cubicBezTo>
                    <a:pt x="1443" y="11281"/>
                    <a:pt x="1249" y="11223"/>
                    <a:pt x="1081" y="11083"/>
                  </a:cubicBezTo>
                  <a:cubicBezTo>
                    <a:pt x="731" y="10782"/>
                    <a:pt x="664" y="10231"/>
                    <a:pt x="630" y="9813"/>
                  </a:cubicBezTo>
                  <a:cubicBezTo>
                    <a:pt x="564" y="8911"/>
                    <a:pt x="714" y="7992"/>
                    <a:pt x="948" y="7123"/>
                  </a:cubicBezTo>
                  <a:cubicBezTo>
                    <a:pt x="1148" y="6337"/>
                    <a:pt x="1650" y="5669"/>
                    <a:pt x="2017" y="4934"/>
                  </a:cubicBezTo>
                  <a:cubicBezTo>
                    <a:pt x="2585" y="3764"/>
                    <a:pt x="3003" y="2093"/>
                    <a:pt x="2752" y="790"/>
                  </a:cubicBezTo>
                  <a:cubicBezTo>
                    <a:pt x="2725" y="655"/>
                    <a:pt x="2625" y="597"/>
                    <a:pt x="2519" y="597"/>
                  </a:cubicBezTo>
                  <a:cubicBezTo>
                    <a:pt x="2363" y="597"/>
                    <a:pt x="2195" y="725"/>
                    <a:pt x="2234" y="924"/>
                  </a:cubicBezTo>
                  <a:cubicBezTo>
                    <a:pt x="2485" y="2194"/>
                    <a:pt x="1984" y="3798"/>
                    <a:pt x="1432" y="4917"/>
                  </a:cubicBezTo>
                  <a:cubicBezTo>
                    <a:pt x="864" y="6070"/>
                    <a:pt x="363" y="6939"/>
                    <a:pt x="179" y="8242"/>
                  </a:cubicBezTo>
                  <a:cubicBezTo>
                    <a:pt x="0" y="9510"/>
                    <a:pt x="74" y="11842"/>
                    <a:pt x="1636" y="11842"/>
                  </a:cubicBezTo>
                  <a:cubicBezTo>
                    <a:pt x="1824" y="11842"/>
                    <a:pt x="2034" y="11808"/>
                    <a:pt x="2268" y="11734"/>
                  </a:cubicBezTo>
                  <a:cubicBezTo>
                    <a:pt x="2452" y="11667"/>
                    <a:pt x="2652" y="11567"/>
                    <a:pt x="2853" y="11450"/>
                  </a:cubicBezTo>
                  <a:cubicBezTo>
                    <a:pt x="3331" y="12081"/>
                    <a:pt x="4057" y="12557"/>
                    <a:pt x="4764" y="12557"/>
                  </a:cubicBezTo>
                  <a:cubicBezTo>
                    <a:pt x="5217" y="12557"/>
                    <a:pt x="5662" y="12361"/>
                    <a:pt x="6027" y="11885"/>
                  </a:cubicBezTo>
                  <a:cubicBezTo>
                    <a:pt x="6044" y="11885"/>
                    <a:pt x="6044" y="11868"/>
                    <a:pt x="6044" y="11851"/>
                  </a:cubicBezTo>
                  <a:cubicBezTo>
                    <a:pt x="6372" y="12077"/>
                    <a:pt x="6715" y="12181"/>
                    <a:pt x="7049" y="12181"/>
                  </a:cubicBezTo>
                  <a:cubicBezTo>
                    <a:pt x="7803" y="12181"/>
                    <a:pt x="8513" y="11650"/>
                    <a:pt x="8918" y="10782"/>
                  </a:cubicBezTo>
                  <a:cubicBezTo>
                    <a:pt x="9135" y="10331"/>
                    <a:pt x="9285" y="9662"/>
                    <a:pt x="9152" y="9161"/>
                  </a:cubicBezTo>
                  <a:cubicBezTo>
                    <a:pt x="8935" y="8359"/>
                    <a:pt x="8249" y="7824"/>
                    <a:pt x="7782" y="7156"/>
                  </a:cubicBezTo>
                  <a:cubicBezTo>
                    <a:pt x="7113" y="6187"/>
                    <a:pt x="6913" y="4934"/>
                    <a:pt x="6762" y="3798"/>
                  </a:cubicBezTo>
                  <a:cubicBezTo>
                    <a:pt x="6629" y="2745"/>
                    <a:pt x="6278" y="1358"/>
                    <a:pt x="6528" y="339"/>
                  </a:cubicBezTo>
                  <a:cubicBezTo>
                    <a:pt x="6569" y="136"/>
                    <a:pt x="6400" y="1"/>
                    <a:pt x="6242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19"/>
          <p:cNvGrpSpPr/>
          <p:nvPr/>
        </p:nvGrpSpPr>
        <p:grpSpPr>
          <a:xfrm>
            <a:off x="2368445" y="-17973"/>
            <a:ext cx="1177842" cy="2114178"/>
            <a:chOff x="2052675" y="2828450"/>
            <a:chExt cx="618225" cy="1100275"/>
          </a:xfrm>
        </p:grpSpPr>
        <p:sp>
          <p:nvSpPr>
            <p:cNvPr id="92" name="Google Shape;92;p19"/>
            <p:cNvSpPr/>
            <p:nvPr/>
          </p:nvSpPr>
          <p:spPr>
            <a:xfrm>
              <a:off x="2355500" y="2828450"/>
              <a:ext cx="12150" cy="330850"/>
            </a:xfrm>
            <a:custGeom>
              <a:avLst/>
              <a:gdLst/>
              <a:ahLst/>
              <a:cxnLst/>
              <a:rect l="l" t="t" r="r" b="b"/>
              <a:pathLst>
                <a:path w="486" h="13234" extrusionOk="0">
                  <a:moveTo>
                    <a:pt x="485" y="8522"/>
                  </a:moveTo>
                  <a:lnTo>
                    <a:pt x="469" y="8522"/>
                  </a:lnTo>
                  <a:cubicBezTo>
                    <a:pt x="469" y="6317"/>
                    <a:pt x="452" y="5899"/>
                    <a:pt x="435" y="3693"/>
                  </a:cubicBezTo>
                  <a:cubicBezTo>
                    <a:pt x="435" y="3342"/>
                    <a:pt x="418" y="535"/>
                    <a:pt x="402" y="185"/>
                  </a:cubicBezTo>
                  <a:cubicBezTo>
                    <a:pt x="402" y="118"/>
                    <a:pt x="402" y="251"/>
                    <a:pt x="385" y="185"/>
                  </a:cubicBezTo>
                  <a:cubicBezTo>
                    <a:pt x="368" y="84"/>
                    <a:pt x="302" y="185"/>
                    <a:pt x="235" y="185"/>
                  </a:cubicBezTo>
                  <a:cubicBezTo>
                    <a:pt x="168" y="185"/>
                    <a:pt x="118" y="84"/>
                    <a:pt x="101" y="185"/>
                  </a:cubicBezTo>
                  <a:cubicBezTo>
                    <a:pt x="84" y="251"/>
                    <a:pt x="84" y="118"/>
                    <a:pt x="68" y="185"/>
                  </a:cubicBezTo>
                  <a:cubicBezTo>
                    <a:pt x="68" y="368"/>
                    <a:pt x="51" y="1"/>
                    <a:pt x="51" y="185"/>
                  </a:cubicBezTo>
                  <a:cubicBezTo>
                    <a:pt x="51" y="2006"/>
                    <a:pt x="17" y="5080"/>
                    <a:pt x="17" y="6901"/>
                  </a:cubicBezTo>
                  <a:cubicBezTo>
                    <a:pt x="1" y="9642"/>
                    <a:pt x="1" y="8840"/>
                    <a:pt x="1" y="11580"/>
                  </a:cubicBezTo>
                  <a:cubicBezTo>
                    <a:pt x="1" y="11947"/>
                    <a:pt x="17" y="12332"/>
                    <a:pt x="51" y="12699"/>
                  </a:cubicBezTo>
                  <a:cubicBezTo>
                    <a:pt x="51" y="12850"/>
                    <a:pt x="118" y="13000"/>
                    <a:pt x="151" y="13150"/>
                  </a:cubicBezTo>
                  <a:cubicBezTo>
                    <a:pt x="168" y="13184"/>
                    <a:pt x="201" y="13217"/>
                    <a:pt x="235" y="13217"/>
                  </a:cubicBezTo>
                  <a:cubicBezTo>
                    <a:pt x="285" y="13234"/>
                    <a:pt x="318" y="13200"/>
                    <a:pt x="335" y="13150"/>
                  </a:cubicBezTo>
                  <a:cubicBezTo>
                    <a:pt x="368" y="13000"/>
                    <a:pt x="435" y="12866"/>
                    <a:pt x="435" y="12733"/>
                  </a:cubicBezTo>
                  <a:cubicBezTo>
                    <a:pt x="469" y="12432"/>
                    <a:pt x="485" y="12131"/>
                    <a:pt x="485" y="11830"/>
                  </a:cubicBezTo>
                  <a:cubicBezTo>
                    <a:pt x="485" y="9541"/>
                    <a:pt x="485" y="10794"/>
                    <a:pt x="485" y="852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2141625" y="3310075"/>
              <a:ext cx="443225" cy="508350"/>
            </a:xfrm>
            <a:custGeom>
              <a:avLst/>
              <a:gdLst/>
              <a:ahLst/>
              <a:cxnLst/>
              <a:rect l="l" t="t" r="r" b="b"/>
              <a:pathLst>
                <a:path w="17729" h="20334" extrusionOk="0">
                  <a:moveTo>
                    <a:pt x="7620" y="1"/>
                  </a:moveTo>
                  <a:cubicBezTo>
                    <a:pt x="7136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85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55"/>
                    <a:pt x="5130" y="1805"/>
                    <a:pt x="5114" y="1855"/>
                  </a:cubicBezTo>
                  <a:cubicBezTo>
                    <a:pt x="4997" y="2423"/>
                    <a:pt x="4780" y="2975"/>
                    <a:pt x="4496" y="3493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45"/>
                    <a:pt x="3794" y="4779"/>
                    <a:pt x="3543" y="5097"/>
                  </a:cubicBezTo>
                  <a:cubicBezTo>
                    <a:pt x="3075" y="5682"/>
                    <a:pt x="2608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2" y="7386"/>
                    <a:pt x="1371" y="7636"/>
                    <a:pt x="1154" y="7870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56"/>
                    <a:pt x="486" y="9007"/>
                    <a:pt x="318" y="9374"/>
                  </a:cubicBezTo>
                  <a:cubicBezTo>
                    <a:pt x="252" y="9525"/>
                    <a:pt x="201" y="9708"/>
                    <a:pt x="185" y="9875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78"/>
                    <a:pt x="68" y="10895"/>
                  </a:cubicBezTo>
                  <a:cubicBezTo>
                    <a:pt x="1" y="11078"/>
                    <a:pt x="1" y="11262"/>
                    <a:pt x="18" y="11446"/>
                  </a:cubicBezTo>
                  <a:cubicBezTo>
                    <a:pt x="18" y="11914"/>
                    <a:pt x="18" y="12382"/>
                    <a:pt x="18" y="12866"/>
                  </a:cubicBezTo>
                  <a:cubicBezTo>
                    <a:pt x="18" y="12933"/>
                    <a:pt x="18" y="13017"/>
                    <a:pt x="34" y="13083"/>
                  </a:cubicBezTo>
                  <a:cubicBezTo>
                    <a:pt x="118" y="13351"/>
                    <a:pt x="118" y="13618"/>
                    <a:pt x="135" y="13885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6" y="14871"/>
                    <a:pt x="552" y="15072"/>
                  </a:cubicBezTo>
                  <a:cubicBezTo>
                    <a:pt x="602" y="15239"/>
                    <a:pt x="669" y="15423"/>
                    <a:pt x="719" y="15606"/>
                  </a:cubicBezTo>
                  <a:cubicBezTo>
                    <a:pt x="770" y="15757"/>
                    <a:pt x="836" y="15907"/>
                    <a:pt x="953" y="16007"/>
                  </a:cubicBezTo>
                  <a:cubicBezTo>
                    <a:pt x="1054" y="16108"/>
                    <a:pt x="1120" y="16225"/>
                    <a:pt x="1171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28"/>
                    <a:pt x="2357" y="17996"/>
                  </a:cubicBezTo>
                  <a:cubicBezTo>
                    <a:pt x="2741" y="18313"/>
                    <a:pt x="3176" y="18547"/>
                    <a:pt x="3560" y="18848"/>
                  </a:cubicBezTo>
                  <a:cubicBezTo>
                    <a:pt x="3593" y="18881"/>
                    <a:pt x="3643" y="18915"/>
                    <a:pt x="3694" y="18931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83" y="20017"/>
                  </a:cubicBezTo>
                  <a:cubicBezTo>
                    <a:pt x="6200" y="20051"/>
                    <a:pt x="6334" y="20068"/>
                    <a:pt x="6450" y="20084"/>
                  </a:cubicBezTo>
                  <a:cubicBezTo>
                    <a:pt x="6751" y="20151"/>
                    <a:pt x="7069" y="20151"/>
                    <a:pt x="7369" y="20151"/>
                  </a:cubicBezTo>
                  <a:cubicBezTo>
                    <a:pt x="7537" y="20151"/>
                    <a:pt x="7687" y="20168"/>
                    <a:pt x="7837" y="20218"/>
                  </a:cubicBezTo>
                  <a:cubicBezTo>
                    <a:pt x="8038" y="20268"/>
                    <a:pt x="8238" y="20268"/>
                    <a:pt x="8439" y="20268"/>
                  </a:cubicBezTo>
                  <a:lnTo>
                    <a:pt x="9057" y="20268"/>
                  </a:lnTo>
                  <a:cubicBezTo>
                    <a:pt x="9157" y="20268"/>
                    <a:pt x="9258" y="20285"/>
                    <a:pt x="9358" y="20285"/>
                  </a:cubicBezTo>
                  <a:cubicBezTo>
                    <a:pt x="9598" y="20322"/>
                    <a:pt x="9833" y="20333"/>
                    <a:pt x="10069" y="20333"/>
                  </a:cubicBezTo>
                  <a:cubicBezTo>
                    <a:pt x="10259" y="20333"/>
                    <a:pt x="10450" y="20326"/>
                    <a:pt x="10644" y="20318"/>
                  </a:cubicBezTo>
                  <a:cubicBezTo>
                    <a:pt x="10828" y="20302"/>
                    <a:pt x="11012" y="20268"/>
                    <a:pt x="11162" y="20151"/>
                  </a:cubicBezTo>
                  <a:cubicBezTo>
                    <a:pt x="11212" y="20101"/>
                    <a:pt x="11279" y="20084"/>
                    <a:pt x="11363" y="20084"/>
                  </a:cubicBezTo>
                  <a:cubicBezTo>
                    <a:pt x="11413" y="20084"/>
                    <a:pt x="11480" y="20068"/>
                    <a:pt x="11547" y="20051"/>
                  </a:cubicBezTo>
                  <a:cubicBezTo>
                    <a:pt x="12081" y="19901"/>
                    <a:pt x="12599" y="19717"/>
                    <a:pt x="13084" y="19416"/>
                  </a:cubicBezTo>
                  <a:cubicBezTo>
                    <a:pt x="13151" y="19383"/>
                    <a:pt x="13217" y="19349"/>
                    <a:pt x="13284" y="19316"/>
                  </a:cubicBezTo>
                  <a:cubicBezTo>
                    <a:pt x="13585" y="19165"/>
                    <a:pt x="13886" y="18998"/>
                    <a:pt x="14187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1" y="18614"/>
                    <a:pt x="14638" y="18514"/>
                    <a:pt x="14771" y="18380"/>
                  </a:cubicBezTo>
                  <a:cubicBezTo>
                    <a:pt x="14855" y="18313"/>
                    <a:pt x="14955" y="18246"/>
                    <a:pt x="15005" y="18146"/>
                  </a:cubicBezTo>
                  <a:cubicBezTo>
                    <a:pt x="15072" y="18012"/>
                    <a:pt x="15172" y="17929"/>
                    <a:pt x="15289" y="17862"/>
                  </a:cubicBezTo>
                  <a:cubicBezTo>
                    <a:pt x="15557" y="17695"/>
                    <a:pt x="15774" y="17478"/>
                    <a:pt x="15924" y="17194"/>
                  </a:cubicBezTo>
                  <a:cubicBezTo>
                    <a:pt x="15974" y="17110"/>
                    <a:pt x="16024" y="17027"/>
                    <a:pt x="16108" y="16960"/>
                  </a:cubicBezTo>
                  <a:cubicBezTo>
                    <a:pt x="16225" y="16843"/>
                    <a:pt x="16309" y="16709"/>
                    <a:pt x="16392" y="16559"/>
                  </a:cubicBezTo>
                  <a:cubicBezTo>
                    <a:pt x="16492" y="16392"/>
                    <a:pt x="16593" y="16225"/>
                    <a:pt x="16710" y="16058"/>
                  </a:cubicBezTo>
                  <a:cubicBezTo>
                    <a:pt x="16843" y="15907"/>
                    <a:pt x="16943" y="15757"/>
                    <a:pt x="16994" y="15573"/>
                  </a:cubicBezTo>
                  <a:cubicBezTo>
                    <a:pt x="17077" y="15272"/>
                    <a:pt x="17177" y="14972"/>
                    <a:pt x="17261" y="14687"/>
                  </a:cubicBezTo>
                  <a:cubicBezTo>
                    <a:pt x="17294" y="14604"/>
                    <a:pt x="17311" y="14520"/>
                    <a:pt x="17361" y="14454"/>
                  </a:cubicBezTo>
                  <a:cubicBezTo>
                    <a:pt x="17528" y="14203"/>
                    <a:pt x="17612" y="13919"/>
                    <a:pt x="17629" y="13601"/>
                  </a:cubicBezTo>
                  <a:cubicBezTo>
                    <a:pt x="17629" y="13568"/>
                    <a:pt x="17629" y="13535"/>
                    <a:pt x="17645" y="13501"/>
                  </a:cubicBezTo>
                  <a:cubicBezTo>
                    <a:pt x="17729" y="13284"/>
                    <a:pt x="17712" y="13067"/>
                    <a:pt x="17712" y="12850"/>
                  </a:cubicBezTo>
                  <a:cubicBezTo>
                    <a:pt x="17712" y="12465"/>
                    <a:pt x="17679" y="12098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93"/>
                    <a:pt x="17578" y="10243"/>
                    <a:pt x="17562" y="10193"/>
                  </a:cubicBezTo>
                  <a:cubicBezTo>
                    <a:pt x="17562" y="10143"/>
                    <a:pt x="17545" y="10076"/>
                    <a:pt x="17545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77" y="8756"/>
                    <a:pt x="16943" y="8489"/>
                  </a:cubicBezTo>
                  <a:cubicBezTo>
                    <a:pt x="16726" y="8004"/>
                    <a:pt x="16359" y="7636"/>
                    <a:pt x="15974" y="7286"/>
                  </a:cubicBezTo>
                  <a:cubicBezTo>
                    <a:pt x="15841" y="7152"/>
                    <a:pt x="15690" y="7002"/>
                    <a:pt x="15557" y="6851"/>
                  </a:cubicBezTo>
                  <a:cubicBezTo>
                    <a:pt x="15106" y="6300"/>
                    <a:pt x="14671" y="5732"/>
                    <a:pt x="14220" y="5164"/>
                  </a:cubicBezTo>
                  <a:cubicBezTo>
                    <a:pt x="13919" y="4796"/>
                    <a:pt x="13652" y="4412"/>
                    <a:pt x="13451" y="3977"/>
                  </a:cubicBezTo>
                  <a:cubicBezTo>
                    <a:pt x="13401" y="3860"/>
                    <a:pt x="13351" y="3743"/>
                    <a:pt x="13284" y="3626"/>
                  </a:cubicBezTo>
                  <a:cubicBezTo>
                    <a:pt x="13034" y="3209"/>
                    <a:pt x="12833" y="2774"/>
                    <a:pt x="12699" y="2306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7"/>
                    <a:pt x="12466" y="1070"/>
                    <a:pt x="12365" y="736"/>
                  </a:cubicBezTo>
                  <a:cubicBezTo>
                    <a:pt x="12349" y="686"/>
                    <a:pt x="12315" y="619"/>
                    <a:pt x="12265" y="585"/>
                  </a:cubicBezTo>
                  <a:cubicBezTo>
                    <a:pt x="12081" y="402"/>
                    <a:pt x="11864" y="268"/>
                    <a:pt x="11613" y="184"/>
                  </a:cubicBezTo>
                  <a:cubicBezTo>
                    <a:pt x="11496" y="151"/>
                    <a:pt x="11363" y="134"/>
                    <a:pt x="11229" y="101"/>
                  </a:cubicBezTo>
                  <a:cubicBezTo>
                    <a:pt x="10945" y="34"/>
                    <a:pt x="10644" y="17"/>
                    <a:pt x="10360" y="17"/>
                  </a:cubicBezTo>
                  <a:cubicBezTo>
                    <a:pt x="9859" y="1"/>
                    <a:pt x="9358" y="1"/>
                    <a:pt x="8857" y="1"/>
                  </a:cubicBezTo>
                  <a:cubicBezTo>
                    <a:pt x="8578" y="1"/>
                    <a:pt x="8307" y="8"/>
                    <a:pt x="8033" y="8"/>
                  </a:cubicBezTo>
                  <a:cubicBezTo>
                    <a:pt x="7897" y="8"/>
                    <a:pt x="7759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2290750" y="3269400"/>
              <a:ext cx="144150" cy="36950"/>
            </a:xfrm>
            <a:custGeom>
              <a:avLst/>
              <a:gdLst/>
              <a:ahLst/>
              <a:cxnLst/>
              <a:rect l="l" t="t" r="r" b="b"/>
              <a:pathLst>
                <a:path w="5766" h="1478" extrusionOk="0">
                  <a:moveTo>
                    <a:pt x="2728" y="0"/>
                  </a:moveTo>
                  <a:cubicBezTo>
                    <a:pt x="2447" y="0"/>
                    <a:pt x="2165" y="15"/>
                    <a:pt x="1872" y="24"/>
                  </a:cubicBezTo>
                  <a:cubicBezTo>
                    <a:pt x="1780" y="32"/>
                    <a:pt x="1688" y="36"/>
                    <a:pt x="1599" y="36"/>
                  </a:cubicBezTo>
                  <a:cubicBezTo>
                    <a:pt x="1509" y="36"/>
                    <a:pt x="1421" y="32"/>
                    <a:pt x="1338" y="24"/>
                  </a:cubicBezTo>
                  <a:cubicBezTo>
                    <a:pt x="1260" y="13"/>
                    <a:pt x="1184" y="9"/>
                    <a:pt x="1109" y="9"/>
                  </a:cubicBezTo>
                  <a:cubicBezTo>
                    <a:pt x="942" y="9"/>
                    <a:pt x="781" y="29"/>
                    <a:pt x="619" y="40"/>
                  </a:cubicBezTo>
                  <a:cubicBezTo>
                    <a:pt x="469" y="191"/>
                    <a:pt x="318" y="341"/>
                    <a:pt x="185" y="475"/>
                  </a:cubicBezTo>
                  <a:cubicBezTo>
                    <a:pt x="101" y="558"/>
                    <a:pt x="34" y="642"/>
                    <a:pt x="18" y="759"/>
                  </a:cubicBezTo>
                  <a:cubicBezTo>
                    <a:pt x="18" y="943"/>
                    <a:pt x="1" y="1126"/>
                    <a:pt x="1" y="1310"/>
                  </a:cubicBezTo>
                  <a:cubicBezTo>
                    <a:pt x="1" y="1360"/>
                    <a:pt x="18" y="1410"/>
                    <a:pt x="34" y="1477"/>
                  </a:cubicBezTo>
                  <a:cubicBezTo>
                    <a:pt x="135" y="1461"/>
                    <a:pt x="201" y="1461"/>
                    <a:pt x="268" y="1427"/>
                  </a:cubicBezTo>
                  <a:cubicBezTo>
                    <a:pt x="602" y="1327"/>
                    <a:pt x="937" y="1294"/>
                    <a:pt x="1287" y="1294"/>
                  </a:cubicBezTo>
                  <a:lnTo>
                    <a:pt x="4328" y="1294"/>
                  </a:lnTo>
                  <a:cubicBezTo>
                    <a:pt x="4729" y="1294"/>
                    <a:pt x="5147" y="1294"/>
                    <a:pt x="5531" y="1444"/>
                  </a:cubicBezTo>
                  <a:cubicBezTo>
                    <a:pt x="5582" y="1461"/>
                    <a:pt x="5648" y="1461"/>
                    <a:pt x="5732" y="1461"/>
                  </a:cubicBezTo>
                  <a:cubicBezTo>
                    <a:pt x="5749" y="1377"/>
                    <a:pt x="5765" y="1310"/>
                    <a:pt x="5765" y="1227"/>
                  </a:cubicBezTo>
                  <a:cubicBezTo>
                    <a:pt x="5749" y="1093"/>
                    <a:pt x="5749" y="943"/>
                    <a:pt x="5732" y="792"/>
                  </a:cubicBezTo>
                  <a:cubicBezTo>
                    <a:pt x="5715" y="575"/>
                    <a:pt x="5598" y="441"/>
                    <a:pt x="5398" y="375"/>
                  </a:cubicBezTo>
                  <a:cubicBezTo>
                    <a:pt x="5181" y="308"/>
                    <a:pt x="4980" y="241"/>
                    <a:pt x="4763" y="207"/>
                  </a:cubicBezTo>
                  <a:cubicBezTo>
                    <a:pt x="4312" y="141"/>
                    <a:pt x="3877" y="91"/>
                    <a:pt x="3426" y="40"/>
                  </a:cubicBezTo>
                  <a:cubicBezTo>
                    <a:pt x="3192" y="10"/>
                    <a:pt x="2960" y="0"/>
                    <a:pt x="27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2303300" y="3231200"/>
              <a:ext cx="118650" cy="37125"/>
            </a:xfrm>
            <a:custGeom>
              <a:avLst/>
              <a:gdLst/>
              <a:ahLst/>
              <a:cxnLst/>
              <a:rect l="l" t="t" r="r" b="b"/>
              <a:pathLst>
                <a:path w="4746" h="1485" extrusionOk="0">
                  <a:moveTo>
                    <a:pt x="1414" y="0"/>
                  </a:moveTo>
                  <a:cubicBezTo>
                    <a:pt x="1149" y="0"/>
                    <a:pt x="884" y="20"/>
                    <a:pt x="618" y="31"/>
                  </a:cubicBezTo>
                  <a:cubicBezTo>
                    <a:pt x="334" y="48"/>
                    <a:pt x="234" y="265"/>
                    <a:pt x="50" y="399"/>
                  </a:cubicBezTo>
                  <a:cubicBezTo>
                    <a:pt x="34" y="415"/>
                    <a:pt x="34" y="432"/>
                    <a:pt x="34" y="449"/>
                  </a:cubicBezTo>
                  <a:cubicBezTo>
                    <a:pt x="34" y="616"/>
                    <a:pt x="0" y="783"/>
                    <a:pt x="50" y="950"/>
                  </a:cubicBezTo>
                  <a:cubicBezTo>
                    <a:pt x="100" y="1117"/>
                    <a:pt x="151" y="1284"/>
                    <a:pt x="134" y="1485"/>
                  </a:cubicBezTo>
                  <a:cubicBezTo>
                    <a:pt x="251" y="1468"/>
                    <a:pt x="351" y="1451"/>
                    <a:pt x="451" y="1418"/>
                  </a:cubicBezTo>
                  <a:cubicBezTo>
                    <a:pt x="735" y="1368"/>
                    <a:pt x="1019" y="1284"/>
                    <a:pt x="1303" y="1234"/>
                  </a:cubicBezTo>
                  <a:cubicBezTo>
                    <a:pt x="1604" y="1192"/>
                    <a:pt x="1905" y="1172"/>
                    <a:pt x="2206" y="1172"/>
                  </a:cubicBezTo>
                  <a:cubicBezTo>
                    <a:pt x="2506" y="1172"/>
                    <a:pt x="2807" y="1192"/>
                    <a:pt x="3108" y="1234"/>
                  </a:cubicBezTo>
                  <a:cubicBezTo>
                    <a:pt x="3576" y="1301"/>
                    <a:pt x="4044" y="1334"/>
                    <a:pt x="4511" y="1435"/>
                  </a:cubicBezTo>
                  <a:cubicBezTo>
                    <a:pt x="4517" y="1440"/>
                    <a:pt x="4524" y="1442"/>
                    <a:pt x="4533" y="1442"/>
                  </a:cubicBezTo>
                  <a:cubicBezTo>
                    <a:pt x="4549" y="1442"/>
                    <a:pt x="4567" y="1435"/>
                    <a:pt x="4578" y="1435"/>
                  </a:cubicBezTo>
                  <a:cubicBezTo>
                    <a:pt x="4612" y="1318"/>
                    <a:pt x="4612" y="1201"/>
                    <a:pt x="4662" y="1101"/>
                  </a:cubicBezTo>
                  <a:cubicBezTo>
                    <a:pt x="4745" y="883"/>
                    <a:pt x="4729" y="683"/>
                    <a:pt x="4712" y="482"/>
                  </a:cubicBezTo>
                  <a:cubicBezTo>
                    <a:pt x="4679" y="449"/>
                    <a:pt x="4645" y="432"/>
                    <a:pt x="4612" y="415"/>
                  </a:cubicBezTo>
                  <a:cubicBezTo>
                    <a:pt x="4511" y="382"/>
                    <a:pt x="4395" y="332"/>
                    <a:pt x="4278" y="299"/>
                  </a:cubicBezTo>
                  <a:cubicBezTo>
                    <a:pt x="3593" y="115"/>
                    <a:pt x="2874" y="14"/>
                    <a:pt x="2156" y="14"/>
                  </a:cubicBezTo>
                  <a:lnTo>
                    <a:pt x="1771" y="14"/>
                  </a:lnTo>
                  <a:cubicBezTo>
                    <a:pt x="1652" y="4"/>
                    <a:pt x="1533" y="0"/>
                    <a:pt x="1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2314150" y="3180550"/>
              <a:ext cx="97775" cy="51025"/>
            </a:xfrm>
            <a:custGeom>
              <a:avLst/>
              <a:gdLst/>
              <a:ahLst/>
              <a:cxnLst/>
              <a:rect l="l" t="t" r="r" b="b"/>
              <a:pathLst>
                <a:path w="3911" h="2041" extrusionOk="0">
                  <a:moveTo>
                    <a:pt x="1850" y="1"/>
                  </a:moveTo>
                  <a:cubicBezTo>
                    <a:pt x="1690" y="1"/>
                    <a:pt x="1526" y="9"/>
                    <a:pt x="1371" y="69"/>
                  </a:cubicBezTo>
                  <a:cubicBezTo>
                    <a:pt x="1321" y="86"/>
                    <a:pt x="1270" y="86"/>
                    <a:pt x="1237" y="86"/>
                  </a:cubicBezTo>
                  <a:cubicBezTo>
                    <a:pt x="970" y="152"/>
                    <a:pt x="719" y="219"/>
                    <a:pt x="519" y="420"/>
                  </a:cubicBezTo>
                  <a:cubicBezTo>
                    <a:pt x="435" y="520"/>
                    <a:pt x="335" y="604"/>
                    <a:pt x="235" y="670"/>
                  </a:cubicBezTo>
                  <a:cubicBezTo>
                    <a:pt x="84" y="787"/>
                    <a:pt x="17" y="921"/>
                    <a:pt x="34" y="1122"/>
                  </a:cubicBezTo>
                  <a:cubicBezTo>
                    <a:pt x="34" y="1339"/>
                    <a:pt x="17" y="1556"/>
                    <a:pt x="17" y="1773"/>
                  </a:cubicBezTo>
                  <a:cubicBezTo>
                    <a:pt x="17" y="1823"/>
                    <a:pt x="1" y="1873"/>
                    <a:pt x="67" y="1924"/>
                  </a:cubicBezTo>
                  <a:cubicBezTo>
                    <a:pt x="101" y="1924"/>
                    <a:pt x="134" y="1907"/>
                    <a:pt x="184" y="1890"/>
                  </a:cubicBezTo>
                  <a:cubicBezTo>
                    <a:pt x="435" y="1807"/>
                    <a:pt x="702" y="1790"/>
                    <a:pt x="970" y="1790"/>
                  </a:cubicBezTo>
                  <a:cubicBezTo>
                    <a:pt x="1204" y="1773"/>
                    <a:pt x="1454" y="1773"/>
                    <a:pt x="1705" y="1773"/>
                  </a:cubicBezTo>
                  <a:cubicBezTo>
                    <a:pt x="1791" y="1767"/>
                    <a:pt x="1877" y="1764"/>
                    <a:pt x="1962" y="1764"/>
                  </a:cubicBezTo>
                  <a:cubicBezTo>
                    <a:pt x="2344" y="1764"/>
                    <a:pt x="2723" y="1819"/>
                    <a:pt x="3092" y="1873"/>
                  </a:cubicBezTo>
                  <a:cubicBezTo>
                    <a:pt x="3359" y="1924"/>
                    <a:pt x="3610" y="1990"/>
                    <a:pt x="3910" y="2040"/>
                  </a:cubicBezTo>
                  <a:cubicBezTo>
                    <a:pt x="3894" y="1924"/>
                    <a:pt x="3860" y="1840"/>
                    <a:pt x="3860" y="1756"/>
                  </a:cubicBezTo>
                  <a:cubicBezTo>
                    <a:pt x="3877" y="1556"/>
                    <a:pt x="3777" y="1472"/>
                    <a:pt x="3610" y="1406"/>
                  </a:cubicBezTo>
                  <a:cubicBezTo>
                    <a:pt x="3560" y="1389"/>
                    <a:pt x="3493" y="1355"/>
                    <a:pt x="3443" y="1339"/>
                  </a:cubicBezTo>
                  <a:cubicBezTo>
                    <a:pt x="3075" y="1255"/>
                    <a:pt x="2707" y="1172"/>
                    <a:pt x="2323" y="1172"/>
                  </a:cubicBezTo>
                  <a:cubicBezTo>
                    <a:pt x="2206" y="1172"/>
                    <a:pt x="2089" y="1176"/>
                    <a:pt x="1972" y="1176"/>
                  </a:cubicBezTo>
                  <a:cubicBezTo>
                    <a:pt x="1855" y="1176"/>
                    <a:pt x="1738" y="1172"/>
                    <a:pt x="1621" y="1155"/>
                  </a:cubicBezTo>
                  <a:cubicBezTo>
                    <a:pt x="1425" y="1122"/>
                    <a:pt x="1237" y="1097"/>
                    <a:pt x="1046" y="1097"/>
                  </a:cubicBezTo>
                  <a:cubicBezTo>
                    <a:pt x="943" y="1097"/>
                    <a:pt x="841" y="1104"/>
                    <a:pt x="736" y="1122"/>
                  </a:cubicBezTo>
                  <a:cubicBezTo>
                    <a:pt x="717" y="1128"/>
                    <a:pt x="697" y="1132"/>
                    <a:pt x="676" y="1132"/>
                  </a:cubicBezTo>
                  <a:cubicBezTo>
                    <a:pt x="641" y="1132"/>
                    <a:pt x="607" y="1120"/>
                    <a:pt x="585" y="1088"/>
                  </a:cubicBezTo>
                  <a:cubicBezTo>
                    <a:pt x="602" y="1005"/>
                    <a:pt x="669" y="1021"/>
                    <a:pt x="719" y="1005"/>
                  </a:cubicBezTo>
                  <a:cubicBezTo>
                    <a:pt x="920" y="971"/>
                    <a:pt x="1137" y="954"/>
                    <a:pt x="1337" y="904"/>
                  </a:cubicBezTo>
                  <a:cubicBezTo>
                    <a:pt x="1488" y="871"/>
                    <a:pt x="1638" y="837"/>
                    <a:pt x="1788" y="837"/>
                  </a:cubicBezTo>
                  <a:lnTo>
                    <a:pt x="2223" y="837"/>
                  </a:lnTo>
                  <a:cubicBezTo>
                    <a:pt x="2267" y="836"/>
                    <a:pt x="2312" y="835"/>
                    <a:pt x="2356" y="835"/>
                  </a:cubicBezTo>
                  <a:cubicBezTo>
                    <a:pt x="2841" y="835"/>
                    <a:pt x="3301" y="920"/>
                    <a:pt x="3760" y="1088"/>
                  </a:cubicBezTo>
                  <a:lnTo>
                    <a:pt x="3844" y="1088"/>
                  </a:lnTo>
                  <a:cubicBezTo>
                    <a:pt x="3860" y="988"/>
                    <a:pt x="3860" y="904"/>
                    <a:pt x="3793" y="837"/>
                  </a:cubicBezTo>
                  <a:cubicBezTo>
                    <a:pt x="3576" y="587"/>
                    <a:pt x="3342" y="370"/>
                    <a:pt x="3058" y="203"/>
                  </a:cubicBezTo>
                  <a:cubicBezTo>
                    <a:pt x="3025" y="203"/>
                    <a:pt x="2991" y="186"/>
                    <a:pt x="2975" y="186"/>
                  </a:cubicBezTo>
                  <a:cubicBezTo>
                    <a:pt x="2791" y="136"/>
                    <a:pt x="2624" y="102"/>
                    <a:pt x="2440" y="52"/>
                  </a:cubicBezTo>
                  <a:cubicBezTo>
                    <a:pt x="2306" y="2"/>
                    <a:pt x="2189" y="2"/>
                    <a:pt x="2039" y="2"/>
                  </a:cubicBezTo>
                  <a:cubicBezTo>
                    <a:pt x="1977" y="2"/>
                    <a:pt x="1914" y="1"/>
                    <a:pt x="18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2333375" y="3157200"/>
              <a:ext cx="58925" cy="20900"/>
            </a:xfrm>
            <a:custGeom>
              <a:avLst/>
              <a:gdLst/>
              <a:ahLst/>
              <a:cxnLst/>
              <a:rect l="l" t="t" r="r" b="b"/>
              <a:pathLst>
                <a:path w="2357" h="836" extrusionOk="0">
                  <a:moveTo>
                    <a:pt x="1220" y="0"/>
                  </a:moveTo>
                  <a:cubicBezTo>
                    <a:pt x="1053" y="0"/>
                    <a:pt x="886" y="50"/>
                    <a:pt x="735" y="67"/>
                  </a:cubicBezTo>
                  <a:cubicBezTo>
                    <a:pt x="669" y="67"/>
                    <a:pt x="618" y="67"/>
                    <a:pt x="568" y="84"/>
                  </a:cubicBezTo>
                  <a:cubicBezTo>
                    <a:pt x="518" y="101"/>
                    <a:pt x="451" y="101"/>
                    <a:pt x="418" y="134"/>
                  </a:cubicBezTo>
                  <a:cubicBezTo>
                    <a:pt x="201" y="301"/>
                    <a:pt x="34" y="518"/>
                    <a:pt x="0" y="836"/>
                  </a:cubicBezTo>
                  <a:cubicBezTo>
                    <a:pt x="268" y="769"/>
                    <a:pt x="485" y="702"/>
                    <a:pt x="719" y="652"/>
                  </a:cubicBezTo>
                  <a:cubicBezTo>
                    <a:pt x="786" y="635"/>
                    <a:pt x="836" y="635"/>
                    <a:pt x="902" y="635"/>
                  </a:cubicBezTo>
                  <a:lnTo>
                    <a:pt x="1454" y="635"/>
                  </a:lnTo>
                  <a:cubicBezTo>
                    <a:pt x="1504" y="635"/>
                    <a:pt x="1571" y="635"/>
                    <a:pt x="1621" y="652"/>
                  </a:cubicBezTo>
                  <a:cubicBezTo>
                    <a:pt x="1838" y="702"/>
                    <a:pt x="2055" y="769"/>
                    <a:pt x="2273" y="819"/>
                  </a:cubicBezTo>
                  <a:cubicBezTo>
                    <a:pt x="2284" y="825"/>
                    <a:pt x="2293" y="827"/>
                    <a:pt x="2302" y="827"/>
                  </a:cubicBezTo>
                  <a:cubicBezTo>
                    <a:pt x="2319" y="827"/>
                    <a:pt x="2334" y="819"/>
                    <a:pt x="2356" y="819"/>
                  </a:cubicBezTo>
                  <a:cubicBezTo>
                    <a:pt x="2323" y="568"/>
                    <a:pt x="2206" y="385"/>
                    <a:pt x="2039" y="218"/>
                  </a:cubicBezTo>
                  <a:cubicBezTo>
                    <a:pt x="1938" y="134"/>
                    <a:pt x="1838" y="84"/>
                    <a:pt x="1704" y="67"/>
                  </a:cubicBezTo>
                  <a:cubicBezTo>
                    <a:pt x="1537" y="50"/>
                    <a:pt x="1370" y="0"/>
                    <a:pt x="1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2155425" y="3319225"/>
              <a:ext cx="426100" cy="490525"/>
            </a:xfrm>
            <a:custGeom>
              <a:avLst/>
              <a:gdLst/>
              <a:ahLst/>
              <a:cxnLst/>
              <a:rect l="l" t="t" r="r" b="b"/>
              <a:pathLst>
                <a:path w="17044" h="19621" extrusionOk="0">
                  <a:moveTo>
                    <a:pt x="6201" y="1"/>
                  </a:moveTo>
                  <a:cubicBezTo>
                    <a:pt x="5834" y="1"/>
                    <a:pt x="5498" y="114"/>
                    <a:pt x="5213" y="487"/>
                  </a:cubicBezTo>
                  <a:cubicBezTo>
                    <a:pt x="4612" y="1289"/>
                    <a:pt x="4445" y="2308"/>
                    <a:pt x="4127" y="3227"/>
                  </a:cubicBezTo>
                  <a:cubicBezTo>
                    <a:pt x="3676" y="4530"/>
                    <a:pt x="2774" y="5566"/>
                    <a:pt x="1888" y="6602"/>
                  </a:cubicBezTo>
                  <a:cubicBezTo>
                    <a:pt x="1153" y="7471"/>
                    <a:pt x="819" y="8189"/>
                    <a:pt x="518" y="9292"/>
                  </a:cubicBezTo>
                  <a:cubicBezTo>
                    <a:pt x="201" y="10445"/>
                    <a:pt x="0" y="11431"/>
                    <a:pt x="0" y="12617"/>
                  </a:cubicBezTo>
                  <a:cubicBezTo>
                    <a:pt x="0" y="13770"/>
                    <a:pt x="318" y="14622"/>
                    <a:pt x="852" y="15625"/>
                  </a:cubicBezTo>
                  <a:cubicBezTo>
                    <a:pt x="1404" y="16644"/>
                    <a:pt x="2122" y="17396"/>
                    <a:pt x="3025" y="18131"/>
                  </a:cubicBezTo>
                  <a:cubicBezTo>
                    <a:pt x="3877" y="18833"/>
                    <a:pt x="4779" y="19484"/>
                    <a:pt x="5915" y="19585"/>
                  </a:cubicBezTo>
                  <a:cubicBezTo>
                    <a:pt x="6206" y="19609"/>
                    <a:pt x="6493" y="19620"/>
                    <a:pt x="6776" y="19620"/>
                  </a:cubicBezTo>
                  <a:cubicBezTo>
                    <a:pt x="7664" y="19620"/>
                    <a:pt x="8525" y="19507"/>
                    <a:pt x="9424" y="19317"/>
                  </a:cubicBezTo>
                  <a:cubicBezTo>
                    <a:pt x="10660" y="19050"/>
                    <a:pt x="11763" y="18916"/>
                    <a:pt x="12833" y="18164"/>
                  </a:cubicBezTo>
                  <a:cubicBezTo>
                    <a:pt x="14620" y="16895"/>
                    <a:pt x="15673" y="14923"/>
                    <a:pt x="16508" y="12951"/>
                  </a:cubicBezTo>
                  <a:cubicBezTo>
                    <a:pt x="16893" y="12049"/>
                    <a:pt x="17043" y="10863"/>
                    <a:pt x="16876" y="9894"/>
                  </a:cubicBezTo>
                  <a:cubicBezTo>
                    <a:pt x="16692" y="8908"/>
                    <a:pt x="16074" y="8323"/>
                    <a:pt x="15389" y="7655"/>
                  </a:cubicBezTo>
                  <a:cubicBezTo>
                    <a:pt x="14520" y="6786"/>
                    <a:pt x="13451" y="5934"/>
                    <a:pt x="13016" y="4747"/>
                  </a:cubicBezTo>
                  <a:cubicBezTo>
                    <a:pt x="12599" y="3578"/>
                    <a:pt x="12465" y="2392"/>
                    <a:pt x="11780" y="1339"/>
                  </a:cubicBezTo>
                  <a:cubicBezTo>
                    <a:pt x="11112" y="320"/>
                    <a:pt x="10092" y="103"/>
                    <a:pt x="8956" y="36"/>
                  </a:cubicBezTo>
                  <a:cubicBezTo>
                    <a:pt x="8897" y="32"/>
                    <a:pt x="8836" y="31"/>
                    <a:pt x="8774" y="31"/>
                  </a:cubicBezTo>
                  <a:cubicBezTo>
                    <a:pt x="8286" y="31"/>
                    <a:pt x="7719" y="124"/>
                    <a:pt x="7209" y="124"/>
                  </a:cubicBezTo>
                  <a:cubicBezTo>
                    <a:pt x="7144" y="124"/>
                    <a:pt x="7080" y="123"/>
                    <a:pt x="7018" y="119"/>
                  </a:cubicBezTo>
                  <a:cubicBezTo>
                    <a:pt x="6735" y="57"/>
                    <a:pt x="6460" y="1"/>
                    <a:pt x="6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2330700" y="3160900"/>
              <a:ext cx="59075" cy="22450"/>
            </a:xfrm>
            <a:custGeom>
              <a:avLst/>
              <a:gdLst/>
              <a:ahLst/>
              <a:cxnLst/>
              <a:rect l="l" t="t" r="r" b="b"/>
              <a:pathLst>
                <a:path w="2363" h="898" extrusionOk="0">
                  <a:moveTo>
                    <a:pt x="1353" y="0"/>
                  </a:moveTo>
                  <a:cubicBezTo>
                    <a:pt x="1267" y="0"/>
                    <a:pt x="1180" y="10"/>
                    <a:pt x="1093" y="19"/>
                  </a:cubicBezTo>
                  <a:cubicBezTo>
                    <a:pt x="792" y="86"/>
                    <a:pt x="491" y="203"/>
                    <a:pt x="224" y="387"/>
                  </a:cubicBezTo>
                  <a:cubicBezTo>
                    <a:pt x="0" y="555"/>
                    <a:pt x="151" y="898"/>
                    <a:pt x="363" y="898"/>
                  </a:cubicBezTo>
                  <a:cubicBezTo>
                    <a:pt x="404" y="898"/>
                    <a:pt x="448" y="885"/>
                    <a:pt x="491" y="855"/>
                  </a:cubicBezTo>
                  <a:cubicBezTo>
                    <a:pt x="725" y="688"/>
                    <a:pt x="993" y="571"/>
                    <a:pt x="1277" y="537"/>
                  </a:cubicBezTo>
                  <a:cubicBezTo>
                    <a:pt x="1296" y="535"/>
                    <a:pt x="1316" y="533"/>
                    <a:pt x="1335" y="533"/>
                  </a:cubicBezTo>
                  <a:cubicBezTo>
                    <a:pt x="1552" y="533"/>
                    <a:pt x="1782" y="689"/>
                    <a:pt x="2012" y="705"/>
                  </a:cubicBezTo>
                  <a:cubicBezTo>
                    <a:pt x="2023" y="706"/>
                    <a:pt x="2033" y="706"/>
                    <a:pt x="2043" y="706"/>
                  </a:cubicBezTo>
                  <a:cubicBezTo>
                    <a:pt x="2363" y="706"/>
                    <a:pt x="2352" y="202"/>
                    <a:pt x="2012" y="170"/>
                  </a:cubicBezTo>
                  <a:cubicBezTo>
                    <a:pt x="1845" y="153"/>
                    <a:pt x="1695" y="70"/>
                    <a:pt x="1544" y="19"/>
                  </a:cubicBezTo>
                  <a:cubicBezTo>
                    <a:pt x="1481" y="5"/>
                    <a:pt x="1417" y="0"/>
                    <a:pt x="135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2317500" y="3186250"/>
              <a:ext cx="90875" cy="26475"/>
            </a:xfrm>
            <a:custGeom>
              <a:avLst/>
              <a:gdLst/>
              <a:ahLst/>
              <a:cxnLst/>
              <a:rect l="l" t="t" r="r" b="b"/>
              <a:pathLst>
                <a:path w="3635" h="1059" extrusionOk="0">
                  <a:moveTo>
                    <a:pt x="1505" y="1"/>
                  </a:moveTo>
                  <a:cubicBezTo>
                    <a:pt x="1043" y="1"/>
                    <a:pt x="232" y="213"/>
                    <a:pt x="50" y="576"/>
                  </a:cubicBezTo>
                  <a:cubicBezTo>
                    <a:pt x="0" y="676"/>
                    <a:pt x="0" y="810"/>
                    <a:pt x="101" y="894"/>
                  </a:cubicBezTo>
                  <a:cubicBezTo>
                    <a:pt x="101" y="910"/>
                    <a:pt x="117" y="910"/>
                    <a:pt x="117" y="910"/>
                  </a:cubicBezTo>
                  <a:cubicBezTo>
                    <a:pt x="172" y="960"/>
                    <a:pt x="234" y="980"/>
                    <a:pt x="295" y="980"/>
                  </a:cubicBezTo>
                  <a:cubicBezTo>
                    <a:pt x="418" y="980"/>
                    <a:pt x="535" y="894"/>
                    <a:pt x="568" y="793"/>
                  </a:cubicBezTo>
                  <a:cubicBezTo>
                    <a:pt x="743" y="633"/>
                    <a:pt x="1261" y="536"/>
                    <a:pt x="1535" y="536"/>
                  </a:cubicBezTo>
                  <a:cubicBezTo>
                    <a:pt x="1575" y="536"/>
                    <a:pt x="1610" y="538"/>
                    <a:pt x="1638" y="543"/>
                  </a:cubicBezTo>
                  <a:cubicBezTo>
                    <a:pt x="1905" y="559"/>
                    <a:pt x="2958" y="643"/>
                    <a:pt x="3075" y="927"/>
                  </a:cubicBezTo>
                  <a:cubicBezTo>
                    <a:pt x="3121" y="1020"/>
                    <a:pt x="3197" y="1059"/>
                    <a:pt x="3275" y="1059"/>
                  </a:cubicBezTo>
                  <a:cubicBezTo>
                    <a:pt x="3448" y="1059"/>
                    <a:pt x="3635" y="867"/>
                    <a:pt x="3542" y="660"/>
                  </a:cubicBezTo>
                  <a:cubicBezTo>
                    <a:pt x="3292" y="108"/>
                    <a:pt x="2122" y="58"/>
                    <a:pt x="1638" y="8"/>
                  </a:cubicBezTo>
                  <a:cubicBezTo>
                    <a:pt x="1598" y="3"/>
                    <a:pt x="1553" y="1"/>
                    <a:pt x="15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2310800" y="3210050"/>
              <a:ext cx="95275" cy="20100"/>
            </a:xfrm>
            <a:custGeom>
              <a:avLst/>
              <a:gdLst/>
              <a:ahLst/>
              <a:cxnLst/>
              <a:rect l="l" t="t" r="r" b="b"/>
              <a:pathLst>
                <a:path w="3811" h="804" extrusionOk="0">
                  <a:moveTo>
                    <a:pt x="1693" y="1"/>
                  </a:moveTo>
                  <a:cubicBezTo>
                    <a:pt x="1193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" y="493"/>
                  </a:cubicBezTo>
                  <a:cubicBezTo>
                    <a:pt x="18" y="510"/>
                    <a:pt x="18" y="526"/>
                    <a:pt x="18" y="543"/>
                  </a:cubicBezTo>
                  <a:cubicBezTo>
                    <a:pt x="28" y="712"/>
                    <a:pt x="172" y="794"/>
                    <a:pt x="306" y="794"/>
                  </a:cubicBezTo>
                  <a:cubicBezTo>
                    <a:pt x="384" y="794"/>
                    <a:pt x="459" y="766"/>
                    <a:pt x="502" y="710"/>
                  </a:cubicBezTo>
                  <a:cubicBezTo>
                    <a:pt x="881" y="584"/>
                    <a:pt x="1269" y="524"/>
                    <a:pt x="1659" y="524"/>
                  </a:cubicBezTo>
                  <a:cubicBezTo>
                    <a:pt x="1786" y="524"/>
                    <a:pt x="1912" y="531"/>
                    <a:pt x="2039" y="543"/>
                  </a:cubicBezTo>
                  <a:cubicBezTo>
                    <a:pt x="2307" y="560"/>
                    <a:pt x="3075" y="543"/>
                    <a:pt x="3309" y="693"/>
                  </a:cubicBezTo>
                  <a:cubicBezTo>
                    <a:pt x="3363" y="762"/>
                    <a:pt x="3451" y="803"/>
                    <a:pt x="3538" y="803"/>
                  </a:cubicBezTo>
                  <a:cubicBezTo>
                    <a:pt x="3641" y="803"/>
                    <a:pt x="3741" y="746"/>
                    <a:pt x="3777" y="610"/>
                  </a:cubicBezTo>
                  <a:cubicBezTo>
                    <a:pt x="3777" y="610"/>
                    <a:pt x="3777" y="593"/>
                    <a:pt x="3777" y="593"/>
                  </a:cubicBezTo>
                  <a:cubicBezTo>
                    <a:pt x="3810" y="510"/>
                    <a:pt x="3777" y="409"/>
                    <a:pt x="3710" y="343"/>
                  </a:cubicBezTo>
                  <a:cubicBezTo>
                    <a:pt x="3426" y="58"/>
                    <a:pt x="2775" y="92"/>
                    <a:pt x="2390" y="42"/>
                  </a:cubicBezTo>
                  <a:cubicBezTo>
                    <a:pt x="2154" y="15"/>
                    <a:pt x="1922" y="1"/>
                    <a:pt x="16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2305075" y="3243175"/>
              <a:ext cx="112375" cy="29975"/>
            </a:xfrm>
            <a:custGeom>
              <a:avLst/>
              <a:gdLst/>
              <a:ahLst/>
              <a:cxnLst/>
              <a:rect l="l" t="t" r="r" b="b"/>
              <a:pathLst>
                <a:path w="4495" h="1199" extrusionOk="0">
                  <a:moveTo>
                    <a:pt x="2382" y="1"/>
                  </a:moveTo>
                  <a:cubicBezTo>
                    <a:pt x="1764" y="1"/>
                    <a:pt x="1143" y="51"/>
                    <a:pt x="514" y="137"/>
                  </a:cubicBezTo>
                  <a:lnTo>
                    <a:pt x="430" y="137"/>
                  </a:lnTo>
                  <a:cubicBezTo>
                    <a:pt x="297" y="154"/>
                    <a:pt x="247" y="271"/>
                    <a:pt x="247" y="388"/>
                  </a:cubicBezTo>
                  <a:cubicBezTo>
                    <a:pt x="1" y="453"/>
                    <a:pt x="12" y="889"/>
                    <a:pt x="313" y="889"/>
                  </a:cubicBezTo>
                  <a:cubicBezTo>
                    <a:pt x="319" y="889"/>
                    <a:pt x="324" y="889"/>
                    <a:pt x="330" y="889"/>
                  </a:cubicBezTo>
                  <a:cubicBezTo>
                    <a:pt x="982" y="889"/>
                    <a:pt x="1633" y="839"/>
                    <a:pt x="2285" y="839"/>
                  </a:cubicBezTo>
                  <a:cubicBezTo>
                    <a:pt x="2309" y="838"/>
                    <a:pt x="2334" y="838"/>
                    <a:pt x="2358" y="838"/>
                  </a:cubicBezTo>
                  <a:cubicBezTo>
                    <a:pt x="2951" y="838"/>
                    <a:pt x="3528" y="1029"/>
                    <a:pt x="4090" y="1190"/>
                  </a:cubicBezTo>
                  <a:cubicBezTo>
                    <a:pt x="4113" y="1196"/>
                    <a:pt x="4135" y="1199"/>
                    <a:pt x="4157" y="1199"/>
                  </a:cubicBezTo>
                  <a:cubicBezTo>
                    <a:pt x="4369" y="1199"/>
                    <a:pt x="4495" y="923"/>
                    <a:pt x="4374" y="772"/>
                  </a:cubicBezTo>
                  <a:cubicBezTo>
                    <a:pt x="4440" y="672"/>
                    <a:pt x="4457" y="555"/>
                    <a:pt x="4357" y="438"/>
                  </a:cubicBezTo>
                  <a:cubicBezTo>
                    <a:pt x="4039" y="104"/>
                    <a:pt x="3488" y="37"/>
                    <a:pt x="3037" y="20"/>
                  </a:cubicBezTo>
                  <a:cubicBezTo>
                    <a:pt x="2819" y="7"/>
                    <a:pt x="2600" y="1"/>
                    <a:pt x="2382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2296600" y="3271650"/>
              <a:ext cx="138500" cy="35750"/>
            </a:xfrm>
            <a:custGeom>
              <a:avLst/>
              <a:gdLst/>
              <a:ahLst/>
              <a:cxnLst/>
              <a:rect l="l" t="t" r="r" b="b"/>
              <a:pathLst>
                <a:path w="5540" h="1430" extrusionOk="0">
                  <a:moveTo>
                    <a:pt x="3307" y="23"/>
                  </a:moveTo>
                  <a:cubicBezTo>
                    <a:pt x="2906" y="23"/>
                    <a:pt x="2525" y="51"/>
                    <a:pt x="2257" y="51"/>
                  </a:cubicBezTo>
                  <a:cubicBezTo>
                    <a:pt x="1922" y="67"/>
                    <a:pt x="68" y="1"/>
                    <a:pt x="285" y="686"/>
                  </a:cubicBezTo>
                  <a:cubicBezTo>
                    <a:pt x="251" y="702"/>
                    <a:pt x="218" y="719"/>
                    <a:pt x="185" y="736"/>
                  </a:cubicBezTo>
                  <a:cubicBezTo>
                    <a:pt x="1" y="853"/>
                    <a:pt x="1" y="1187"/>
                    <a:pt x="235" y="1220"/>
                  </a:cubicBezTo>
                  <a:cubicBezTo>
                    <a:pt x="1221" y="1371"/>
                    <a:pt x="2173" y="1404"/>
                    <a:pt x="3159" y="1421"/>
                  </a:cubicBezTo>
                  <a:cubicBezTo>
                    <a:pt x="3288" y="1426"/>
                    <a:pt x="3422" y="1429"/>
                    <a:pt x="3557" y="1429"/>
                  </a:cubicBezTo>
                  <a:cubicBezTo>
                    <a:pt x="3861" y="1429"/>
                    <a:pt x="4173" y="1412"/>
                    <a:pt x="4462" y="1354"/>
                  </a:cubicBezTo>
                  <a:lnTo>
                    <a:pt x="4796" y="1354"/>
                  </a:lnTo>
                  <a:cubicBezTo>
                    <a:pt x="4846" y="1354"/>
                    <a:pt x="4896" y="1337"/>
                    <a:pt x="4930" y="1304"/>
                  </a:cubicBezTo>
                  <a:cubicBezTo>
                    <a:pt x="4930" y="1320"/>
                    <a:pt x="4947" y="1320"/>
                    <a:pt x="4963" y="1337"/>
                  </a:cubicBezTo>
                  <a:cubicBezTo>
                    <a:pt x="5018" y="1388"/>
                    <a:pt x="5079" y="1410"/>
                    <a:pt x="5139" y="1410"/>
                  </a:cubicBezTo>
                  <a:cubicBezTo>
                    <a:pt x="5351" y="1410"/>
                    <a:pt x="5540" y="1136"/>
                    <a:pt x="5331" y="953"/>
                  </a:cubicBezTo>
                  <a:cubicBezTo>
                    <a:pt x="5297" y="919"/>
                    <a:pt x="5264" y="903"/>
                    <a:pt x="5231" y="869"/>
                  </a:cubicBezTo>
                  <a:cubicBezTo>
                    <a:pt x="5231" y="819"/>
                    <a:pt x="5231" y="769"/>
                    <a:pt x="5197" y="719"/>
                  </a:cubicBezTo>
                  <a:cubicBezTo>
                    <a:pt x="4933" y="125"/>
                    <a:pt x="4082" y="23"/>
                    <a:pt x="3307" y="23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2131600" y="3148425"/>
              <a:ext cx="462450" cy="678800"/>
            </a:xfrm>
            <a:custGeom>
              <a:avLst/>
              <a:gdLst/>
              <a:ahLst/>
              <a:cxnLst/>
              <a:rect l="l" t="t" r="r" b="b"/>
              <a:pathLst>
                <a:path w="18498" h="27152" extrusionOk="0">
                  <a:moveTo>
                    <a:pt x="12415" y="6433"/>
                  </a:moveTo>
                  <a:cubicBezTo>
                    <a:pt x="12566" y="6483"/>
                    <a:pt x="12699" y="6584"/>
                    <a:pt x="12883" y="6617"/>
                  </a:cubicBezTo>
                  <a:cubicBezTo>
                    <a:pt x="12950" y="6617"/>
                    <a:pt x="13017" y="6650"/>
                    <a:pt x="13050" y="6701"/>
                  </a:cubicBezTo>
                  <a:cubicBezTo>
                    <a:pt x="13151" y="6868"/>
                    <a:pt x="13284" y="7018"/>
                    <a:pt x="13301" y="7235"/>
                  </a:cubicBezTo>
                  <a:cubicBezTo>
                    <a:pt x="13301" y="7302"/>
                    <a:pt x="13301" y="7386"/>
                    <a:pt x="13301" y="7452"/>
                  </a:cubicBezTo>
                  <a:cubicBezTo>
                    <a:pt x="13301" y="7586"/>
                    <a:pt x="13301" y="7703"/>
                    <a:pt x="13385" y="7820"/>
                  </a:cubicBezTo>
                  <a:cubicBezTo>
                    <a:pt x="13418" y="7887"/>
                    <a:pt x="13435" y="7970"/>
                    <a:pt x="13435" y="8054"/>
                  </a:cubicBezTo>
                  <a:cubicBezTo>
                    <a:pt x="13451" y="8121"/>
                    <a:pt x="13451" y="8188"/>
                    <a:pt x="13435" y="8238"/>
                  </a:cubicBezTo>
                  <a:cubicBezTo>
                    <a:pt x="13401" y="8555"/>
                    <a:pt x="13535" y="8823"/>
                    <a:pt x="13652" y="9107"/>
                  </a:cubicBezTo>
                  <a:cubicBezTo>
                    <a:pt x="13685" y="9173"/>
                    <a:pt x="13702" y="9240"/>
                    <a:pt x="13735" y="9307"/>
                  </a:cubicBezTo>
                  <a:cubicBezTo>
                    <a:pt x="13802" y="9458"/>
                    <a:pt x="13852" y="9608"/>
                    <a:pt x="13936" y="9758"/>
                  </a:cubicBezTo>
                  <a:cubicBezTo>
                    <a:pt x="13969" y="9825"/>
                    <a:pt x="14003" y="9909"/>
                    <a:pt x="14070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387" y="10477"/>
                    <a:pt x="14437" y="10544"/>
                    <a:pt x="14487" y="10627"/>
                  </a:cubicBezTo>
                  <a:cubicBezTo>
                    <a:pt x="14521" y="10661"/>
                    <a:pt x="14554" y="10711"/>
                    <a:pt x="14588" y="10744"/>
                  </a:cubicBezTo>
                  <a:cubicBezTo>
                    <a:pt x="14705" y="11011"/>
                    <a:pt x="14905" y="11195"/>
                    <a:pt x="15106" y="11379"/>
                  </a:cubicBezTo>
                  <a:cubicBezTo>
                    <a:pt x="15156" y="11446"/>
                    <a:pt x="15206" y="11513"/>
                    <a:pt x="15239" y="11579"/>
                  </a:cubicBezTo>
                  <a:cubicBezTo>
                    <a:pt x="15323" y="11713"/>
                    <a:pt x="15390" y="11847"/>
                    <a:pt x="15473" y="11980"/>
                  </a:cubicBezTo>
                  <a:cubicBezTo>
                    <a:pt x="15607" y="12198"/>
                    <a:pt x="15757" y="12398"/>
                    <a:pt x="15941" y="12582"/>
                  </a:cubicBezTo>
                  <a:cubicBezTo>
                    <a:pt x="16342" y="12950"/>
                    <a:pt x="16710" y="13351"/>
                    <a:pt x="17060" y="13768"/>
                  </a:cubicBezTo>
                  <a:cubicBezTo>
                    <a:pt x="17344" y="14102"/>
                    <a:pt x="17562" y="14470"/>
                    <a:pt x="17779" y="14838"/>
                  </a:cubicBezTo>
                  <a:cubicBezTo>
                    <a:pt x="17913" y="15088"/>
                    <a:pt x="17996" y="15356"/>
                    <a:pt x="18096" y="15623"/>
                  </a:cubicBezTo>
                  <a:cubicBezTo>
                    <a:pt x="18180" y="15823"/>
                    <a:pt x="18247" y="16041"/>
                    <a:pt x="18330" y="16241"/>
                  </a:cubicBezTo>
                  <a:cubicBezTo>
                    <a:pt x="18397" y="16425"/>
                    <a:pt x="18431" y="16609"/>
                    <a:pt x="18431" y="16809"/>
                  </a:cubicBezTo>
                  <a:cubicBezTo>
                    <a:pt x="18431" y="17060"/>
                    <a:pt x="18414" y="17311"/>
                    <a:pt x="18414" y="17561"/>
                  </a:cubicBezTo>
                  <a:cubicBezTo>
                    <a:pt x="18414" y="17762"/>
                    <a:pt x="18414" y="17979"/>
                    <a:pt x="18431" y="18163"/>
                  </a:cubicBezTo>
                  <a:cubicBezTo>
                    <a:pt x="18497" y="18664"/>
                    <a:pt x="18497" y="19165"/>
                    <a:pt x="18447" y="19666"/>
                  </a:cubicBezTo>
                  <a:cubicBezTo>
                    <a:pt x="18414" y="20067"/>
                    <a:pt x="18330" y="20435"/>
                    <a:pt x="18213" y="20819"/>
                  </a:cubicBezTo>
                  <a:cubicBezTo>
                    <a:pt x="18113" y="21153"/>
                    <a:pt x="17979" y="21471"/>
                    <a:pt x="17829" y="21788"/>
                  </a:cubicBezTo>
                  <a:cubicBezTo>
                    <a:pt x="17645" y="22156"/>
                    <a:pt x="17411" y="22507"/>
                    <a:pt x="17278" y="22908"/>
                  </a:cubicBezTo>
                  <a:cubicBezTo>
                    <a:pt x="17278" y="22925"/>
                    <a:pt x="17261" y="22941"/>
                    <a:pt x="17261" y="22958"/>
                  </a:cubicBezTo>
                  <a:cubicBezTo>
                    <a:pt x="17094" y="23209"/>
                    <a:pt x="16927" y="23459"/>
                    <a:pt x="16743" y="23710"/>
                  </a:cubicBezTo>
                  <a:cubicBezTo>
                    <a:pt x="16726" y="23743"/>
                    <a:pt x="16676" y="23777"/>
                    <a:pt x="16643" y="23827"/>
                  </a:cubicBezTo>
                  <a:cubicBezTo>
                    <a:pt x="16342" y="24362"/>
                    <a:pt x="15908" y="24779"/>
                    <a:pt x="15440" y="25147"/>
                  </a:cubicBezTo>
                  <a:cubicBezTo>
                    <a:pt x="15289" y="25264"/>
                    <a:pt x="15156" y="25381"/>
                    <a:pt x="15005" y="25481"/>
                  </a:cubicBezTo>
                  <a:cubicBezTo>
                    <a:pt x="14938" y="25531"/>
                    <a:pt x="14872" y="25598"/>
                    <a:pt x="14805" y="25631"/>
                  </a:cubicBezTo>
                  <a:cubicBezTo>
                    <a:pt x="14487" y="25815"/>
                    <a:pt x="14170" y="25982"/>
                    <a:pt x="13852" y="26149"/>
                  </a:cubicBezTo>
                  <a:cubicBezTo>
                    <a:pt x="13652" y="26250"/>
                    <a:pt x="13451" y="26350"/>
                    <a:pt x="13268" y="26450"/>
                  </a:cubicBezTo>
                  <a:cubicBezTo>
                    <a:pt x="12867" y="26667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35"/>
                  </a:cubicBezTo>
                  <a:cubicBezTo>
                    <a:pt x="11764" y="26951"/>
                    <a:pt x="11714" y="26951"/>
                    <a:pt x="11680" y="26968"/>
                  </a:cubicBezTo>
                  <a:cubicBezTo>
                    <a:pt x="11413" y="27118"/>
                    <a:pt x="11095" y="27152"/>
                    <a:pt x="10795" y="27152"/>
                  </a:cubicBezTo>
                  <a:cubicBezTo>
                    <a:pt x="10026" y="27152"/>
                    <a:pt x="9258" y="27152"/>
                    <a:pt x="8489" y="27152"/>
                  </a:cubicBezTo>
                  <a:cubicBezTo>
                    <a:pt x="8322" y="27152"/>
                    <a:pt x="8155" y="27135"/>
                    <a:pt x="8004" y="27085"/>
                  </a:cubicBezTo>
                  <a:cubicBezTo>
                    <a:pt x="7821" y="27018"/>
                    <a:pt x="7637" y="26985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2" y="26935"/>
                    <a:pt x="6868" y="26935"/>
                  </a:cubicBezTo>
                  <a:cubicBezTo>
                    <a:pt x="6684" y="26951"/>
                    <a:pt x="6501" y="26918"/>
                    <a:pt x="6334" y="26868"/>
                  </a:cubicBezTo>
                  <a:cubicBezTo>
                    <a:pt x="5816" y="26734"/>
                    <a:pt x="5314" y="26517"/>
                    <a:pt x="4846" y="26250"/>
                  </a:cubicBezTo>
                  <a:cubicBezTo>
                    <a:pt x="4529" y="26082"/>
                    <a:pt x="4212" y="25915"/>
                    <a:pt x="3911" y="25748"/>
                  </a:cubicBezTo>
                  <a:cubicBezTo>
                    <a:pt x="3744" y="25665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57" y="24545"/>
                    <a:pt x="2073" y="24178"/>
                  </a:cubicBezTo>
                  <a:cubicBezTo>
                    <a:pt x="1989" y="24094"/>
                    <a:pt x="1939" y="23977"/>
                    <a:pt x="1872" y="23877"/>
                  </a:cubicBezTo>
                  <a:cubicBezTo>
                    <a:pt x="1856" y="23860"/>
                    <a:pt x="1856" y="23827"/>
                    <a:pt x="1839" y="23810"/>
                  </a:cubicBezTo>
                  <a:cubicBezTo>
                    <a:pt x="1622" y="23610"/>
                    <a:pt x="1521" y="23342"/>
                    <a:pt x="1338" y="23125"/>
                  </a:cubicBezTo>
                  <a:cubicBezTo>
                    <a:pt x="1288" y="23042"/>
                    <a:pt x="1237" y="22958"/>
                    <a:pt x="1204" y="22858"/>
                  </a:cubicBezTo>
                  <a:cubicBezTo>
                    <a:pt x="1137" y="22674"/>
                    <a:pt x="1020" y="22507"/>
                    <a:pt x="937" y="22323"/>
                  </a:cubicBezTo>
                  <a:cubicBezTo>
                    <a:pt x="586" y="21671"/>
                    <a:pt x="268" y="21003"/>
                    <a:pt x="135" y="20268"/>
                  </a:cubicBezTo>
                  <a:cubicBezTo>
                    <a:pt x="34" y="19783"/>
                    <a:pt x="1" y="19299"/>
                    <a:pt x="18" y="18798"/>
                  </a:cubicBezTo>
                  <a:cubicBezTo>
                    <a:pt x="18" y="18547"/>
                    <a:pt x="51" y="18313"/>
                    <a:pt x="68" y="18062"/>
                  </a:cubicBezTo>
                  <a:cubicBezTo>
                    <a:pt x="85" y="17929"/>
                    <a:pt x="85" y="17795"/>
                    <a:pt x="85" y="17661"/>
                  </a:cubicBezTo>
                  <a:cubicBezTo>
                    <a:pt x="85" y="17394"/>
                    <a:pt x="68" y="17143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3"/>
                    <a:pt x="452" y="15473"/>
                    <a:pt x="586" y="15122"/>
                  </a:cubicBezTo>
                  <a:cubicBezTo>
                    <a:pt x="619" y="15038"/>
                    <a:pt x="653" y="14955"/>
                    <a:pt x="686" y="14888"/>
                  </a:cubicBezTo>
                  <a:cubicBezTo>
                    <a:pt x="920" y="14487"/>
                    <a:pt x="1171" y="14069"/>
                    <a:pt x="1471" y="13718"/>
                  </a:cubicBezTo>
                  <a:cubicBezTo>
                    <a:pt x="1789" y="13351"/>
                    <a:pt x="2140" y="13016"/>
                    <a:pt x="2474" y="12649"/>
                  </a:cubicBezTo>
                  <a:cubicBezTo>
                    <a:pt x="2507" y="12615"/>
                    <a:pt x="2524" y="12582"/>
                    <a:pt x="2557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9" y="11914"/>
                    <a:pt x="3142" y="11747"/>
                    <a:pt x="3242" y="11579"/>
                  </a:cubicBezTo>
                  <a:cubicBezTo>
                    <a:pt x="3309" y="11496"/>
                    <a:pt x="3376" y="11412"/>
                    <a:pt x="3460" y="11329"/>
                  </a:cubicBezTo>
                  <a:cubicBezTo>
                    <a:pt x="3777" y="11011"/>
                    <a:pt x="4028" y="10661"/>
                    <a:pt x="4195" y="10243"/>
                  </a:cubicBezTo>
                  <a:cubicBezTo>
                    <a:pt x="4228" y="10176"/>
                    <a:pt x="4262" y="10126"/>
                    <a:pt x="4312" y="10076"/>
                  </a:cubicBezTo>
                  <a:cubicBezTo>
                    <a:pt x="4529" y="9909"/>
                    <a:pt x="4613" y="9658"/>
                    <a:pt x="4729" y="9424"/>
                  </a:cubicBezTo>
                  <a:cubicBezTo>
                    <a:pt x="4813" y="9190"/>
                    <a:pt x="4897" y="8956"/>
                    <a:pt x="4980" y="8739"/>
                  </a:cubicBezTo>
                  <a:cubicBezTo>
                    <a:pt x="5030" y="8639"/>
                    <a:pt x="5047" y="8539"/>
                    <a:pt x="5047" y="8438"/>
                  </a:cubicBezTo>
                  <a:cubicBezTo>
                    <a:pt x="5047" y="8321"/>
                    <a:pt x="5047" y="8204"/>
                    <a:pt x="5047" y="8087"/>
                  </a:cubicBezTo>
                  <a:cubicBezTo>
                    <a:pt x="5064" y="8004"/>
                    <a:pt x="5064" y="7904"/>
                    <a:pt x="5114" y="7820"/>
                  </a:cubicBezTo>
                  <a:cubicBezTo>
                    <a:pt x="5181" y="7703"/>
                    <a:pt x="5197" y="7586"/>
                    <a:pt x="5181" y="7452"/>
                  </a:cubicBezTo>
                  <a:cubicBezTo>
                    <a:pt x="5147" y="7185"/>
                    <a:pt x="5281" y="6985"/>
                    <a:pt x="5398" y="6767"/>
                  </a:cubicBezTo>
                  <a:cubicBezTo>
                    <a:pt x="5431" y="6684"/>
                    <a:pt x="5515" y="6634"/>
                    <a:pt x="5615" y="6617"/>
                  </a:cubicBezTo>
                  <a:cubicBezTo>
                    <a:pt x="5799" y="6600"/>
                    <a:pt x="5933" y="6483"/>
                    <a:pt x="6100" y="6433"/>
                  </a:cubicBezTo>
                  <a:cubicBezTo>
                    <a:pt x="6033" y="6149"/>
                    <a:pt x="6016" y="5865"/>
                    <a:pt x="5999" y="5581"/>
                  </a:cubicBezTo>
                  <a:cubicBezTo>
                    <a:pt x="5983" y="5347"/>
                    <a:pt x="6049" y="5163"/>
                    <a:pt x="6217" y="4996"/>
                  </a:cubicBezTo>
                  <a:cubicBezTo>
                    <a:pt x="6317" y="4896"/>
                    <a:pt x="6434" y="4796"/>
                    <a:pt x="6484" y="4679"/>
                  </a:cubicBezTo>
                  <a:cubicBezTo>
                    <a:pt x="6484" y="4645"/>
                    <a:pt x="6501" y="4629"/>
                    <a:pt x="6484" y="4612"/>
                  </a:cubicBezTo>
                  <a:cubicBezTo>
                    <a:pt x="6317" y="4311"/>
                    <a:pt x="6334" y="3977"/>
                    <a:pt x="6350" y="3643"/>
                  </a:cubicBezTo>
                  <a:cubicBezTo>
                    <a:pt x="6367" y="3493"/>
                    <a:pt x="6434" y="3376"/>
                    <a:pt x="6567" y="3275"/>
                  </a:cubicBezTo>
                  <a:cubicBezTo>
                    <a:pt x="6584" y="3259"/>
                    <a:pt x="6618" y="3242"/>
                    <a:pt x="6651" y="3225"/>
                  </a:cubicBezTo>
                  <a:cubicBezTo>
                    <a:pt x="6735" y="3158"/>
                    <a:pt x="6768" y="3092"/>
                    <a:pt x="6768" y="2991"/>
                  </a:cubicBezTo>
                  <a:cubicBezTo>
                    <a:pt x="6768" y="2858"/>
                    <a:pt x="6768" y="2707"/>
                    <a:pt x="6768" y="2574"/>
                  </a:cubicBezTo>
                  <a:cubicBezTo>
                    <a:pt x="6768" y="2457"/>
                    <a:pt x="6751" y="2340"/>
                    <a:pt x="6768" y="2223"/>
                  </a:cubicBezTo>
                  <a:cubicBezTo>
                    <a:pt x="6801" y="1939"/>
                    <a:pt x="6918" y="1688"/>
                    <a:pt x="7186" y="1538"/>
                  </a:cubicBezTo>
                  <a:cubicBezTo>
                    <a:pt x="7353" y="1437"/>
                    <a:pt x="7537" y="1337"/>
                    <a:pt x="7737" y="1237"/>
                  </a:cubicBezTo>
                  <a:cubicBezTo>
                    <a:pt x="7754" y="1137"/>
                    <a:pt x="7787" y="1020"/>
                    <a:pt x="7804" y="903"/>
                  </a:cubicBezTo>
                  <a:cubicBezTo>
                    <a:pt x="7871" y="535"/>
                    <a:pt x="8105" y="301"/>
                    <a:pt x="8422" y="117"/>
                  </a:cubicBezTo>
                  <a:cubicBezTo>
                    <a:pt x="8539" y="34"/>
                    <a:pt x="8656" y="0"/>
                    <a:pt x="8806" y="17"/>
                  </a:cubicBezTo>
                  <a:cubicBezTo>
                    <a:pt x="8957" y="17"/>
                    <a:pt x="9090" y="17"/>
                    <a:pt x="9241" y="17"/>
                  </a:cubicBezTo>
                  <a:cubicBezTo>
                    <a:pt x="9508" y="0"/>
                    <a:pt x="9742" y="51"/>
                    <a:pt x="9993" y="117"/>
                  </a:cubicBezTo>
                  <a:cubicBezTo>
                    <a:pt x="10360" y="234"/>
                    <a:pt x="10561" y="485"/>
                    <a:pt x="10678" y="819"/>
                  </a:cubicBezTo>
                  <a:cubicBezTo>
                    <a:pt x="10711" y="953"/>
                    <a:pt x="10745" y="1103"/>
                    <a:pt x="10778" y="1237"/>
                  </a:cubicBezTo>
                  <a:cubicBezTo>
                    <a:pt x="10928" y="1337"/>
                    <a:pt x="11095" y="1421"/>
                    <a:pt x="11263" y="1504"/>
                  </a:cubicBezTo>
                  <a:cubicBezTo>
                    <a:pt x="11580" y="1688"/>
                    <a:pt x="11714" y="1972"/>
                    <a:pt x="11730" y="2323"/>
                  </a:cubicBezTo>
                  <a:cubicBezTo>
                    <a:pt x="11747" y="2457"/>
                    <a:pt x="11730" y="2590"/>
                    <a:pt x="11730" y="2724"/>
                  </a:cubicBezTo>
                  <a:cubicBezTo>
                    <a:pt x="11730" y="2791"/>
                    <a:pt x="11730" y="2858"/>
                    <a:pt x="11730" y="2924"/>
                  </a:cubicBezTo>
                  <a:cubicBezTo>
                    <a:pt x="11730" y="3075"/>
                    <a:pt x="11781" y="3192"/>
                    <a:pt x="11914" y="3259"/>
                  </a:cubicBezTo>
                  <a:cubicBezTo>
                    <a:pt x="12081" y="3359"/>
                    <a:pt x="12148" y="3526"/>
                    <a:pt x="12148" y="3726"/>
                  </a:cubicBezTo>
                  <a:cubicBezTo>
                    <a:pt x="12148" y="3827"/>
                    <a:pt x="12148" y="3944"/>
                    <a:pt x="12148" y="4044"/>
                  </a:cubicBezTo>
                  <a:cubicBezTo>
                    <a:pt x="12148" y="4211"/>
                    <a:pt x="12131" y="4378"/>
                    <a:pt x="12048" y="4528"/>
                  </a:cubicBezTo>
                  <a:cubicBezTo>
                    <a:pt x="11998" y="4629"/>
                    <a:pt x="12014" y="4712"/>
                    <a:pt x="12098" y="4796"/>
                  </a:cubicBezTo>
                  <a:cubicBezTo>
                    <a:pt x="12165" y="4879"/>
                    <a:pt x="12248" y="4963"/>
                    <a:pt x="12315" y="5030"/>
                  </a:cubicBezTo>
                  <a:cubicBezTo>
                    <a:pt x="12466" y="5180"/>
                    <a:pt x="12532" y="5364"/>
                    <a:pt x="12516" y="5581"/>
                  </a:cubicBezTo>
                  <a:cubicBezTo>
                    <a:pt x="12466" y="5848"/>
                    <a:pt x="12449" y="6133"/>
                    <a:pt x="12415" y="6433"/>
                  </a:cubicBezTo>
                  <a:close/>
                  <a:moveTo>
                    <a:pt x="9258" y="6467"/>
                  </a:moveTo>
                  <a:cubicBezTo>
                    <a:pt x="9258" y="6483"/>
                    <a:pt x="9258" y="6483"/>
                    <a:pt x="9258" y="6467"/>
                  </a:cubicBezTo>
                  <a:cubicBezTo>
                    <a:pt x="8840" y="6467"/>
                    <a:pt x="8422" y="6483"/>
                    <a:pt x="8021" y="6467"/>
                  </a:cubicBezTo>
                  <a:cubicBezTo>
                    <a:pt x="7520" y="6467"/>
                    <a:pt x="7035" y="6500"/>
                    <a:pt x="6567" y="6634"/>
                  </a:cubicBezTo>
                  <a:cubicBezTo>
                    <a:pt x="6283" y="6701"/>
                    <a:pt x="6049" y="6851"/>
                    <a:pt x="5832" y="7051"/>
                  </a:cubicBezTo>
                  <a:cubicBezTo>
                    <a:pt x="5782" y="7085"/>
                    <a:pt x="5749" y="7135"/>
                    <a:pt x="5732" y="7202"/>
                  </a:cubicBezTo>
                  <a:cubicBezTo>
                    <a:pt x="5632" y="7519"/>
                    <a:pt x="5531" y="7820"/>
                    <a:pt x="5531" y="8154"/>
                  </a:cubicBezTo>
                  <a:cubicBezTo>
                    <a:pt x="5531" y="8221"/>
                    <a:pt x="5531" y="8271"/>
                    <a:pt x="5515" y="8321"/>
                  </a:cubicBezTo>
                  <a:cubicBezTo>
                    <a:pt x="5398" y="8889"/>
                    <a:pt x="5181" y="9424"/>
                    <a:pt x="4897" y="9959"/>
                  </a:cubicBezTo>
                  <a:cubicBezTo>
                    <a:pt x="4796" y="10143"/>
                    <a:pt x="4679" y="10326"/>
                    <a:pt x="4596" y="10527"/>
                  </a:cubicBezTo>
                  <a:cubicBezTo>
                    <a:pt x="4412" y="10911"/>
                    <a:pt x="4195" y="11245"/>
                    <a:pt x="3927" y="11563"/>
                  </a:cubicBezTo>
                  <a:cubicBezTo>
                    <a:pt x="3476" y="12148"/>
                    <a:pt x="3009" y="12732"/>
                    <a:pt x="2541" y="13317"/>
                  </a:cubicBezTo>
                  <a:cubicBezTo>
                    <a:pt x="2440" y="13434"/>
                    <a:pt x="2340" y="13568"/>
                    <a:pt x="2223" y="13651"/>
                  </a:cubicBezTo>
                  <a:cubicBezTo>
                    <a:pt x="1956" y="13852"/>
                    <a:pt x="1772" y="14102"/>
                    <a:pt x="1555" y="14336"/>
                  </a:cubicBezTo>
                  <a:cubicBezTo>
                    <a:pt x="1438" y="14470"/>
                    <a:pt x="1338" y="14604"/>
                    <a:pt x="1254" y="14754"/>
                  </a:cubicBezTo>
                  <a:cubicBezTo>
                    <a:pt x="1070" y="15122"/>
                    <a:pt x="887" y="15473"/>
                    <a:pt x="719" y="15840"/>
                  </a:cubicBezTo>
                  <a:cubicBezTo>
                    <a:pt x="653" y="15991"/>
                    <a:pt x="602" y="16158"/>
                    <a:pt x="586" y="16341"/>
                  </a:cubicBezTo>
                  <a:cubicBezTo>
                    <a:pt x="536" y="16642"/>
                    <a:pt x="435" y="16960"/>
                    <a:pt x="469" y="17277"/>
                  </a:cubicBezTo>
                  <a:cubicBezTo>
                    <a:pt x="469" y="17311"/>
                    <a:pt x="469" y="17344"/>
                    <a:pt x="452" y="17361"/>
                  </a:cubicBezTo>
                  <a:cubicBezTo>
                    <a:pt x="402" y="17544"/>
                    <a:pt x="402" y="17728"/>
                    <a:pt x="402" y="17912"/>
                  </a:cubicBezTo>
                  <a:cubicBezTo>
                    <a:pt x="419" y="18380"/>
                    <a:pt x="419" y="18848"/>
                    <a:pt x="419" y="19332"/>
                  </a:cubicBezTo>
                  <a:cubicBezTo>
                    <a:pt x="419" y="19399"/>
                    <a:pt x="419" y="19483"/>
                    <a:pt x="435" y="19549"/>
                  </a:cubicBezTo>
                  <a:cubicBezTo>
                    <a:pt x="519" y="19817"/>
                    <a:pt x="519" y="20084"/>
                    <a:pt x="536" y="20351"/>
                  </a:cubicBezTo>
                  <a:cubicBezTo>
                    <a:pt x="552" y="20569"/>
                    <a:pt x="586" y="20786"/>
                    <a:pt x="703" y="20953"/>
                  </a:cubicBezTo>
                  <a:cubicBezTo>
                    <a:pt x="836" y="21137"/>
                    <a:pt x="887" y="21337"/>
                    <a:pt x="953" y="21538"/>
                  </a:cubicBezTo>
                  <a:cubicBezTo>
                    <a:pt x="1003" y="21705"/>
                    <a:pt x="1070" y="21889"/>
                    <a:pt x="1120" y="22072"/>
                  </a:cubicBezTo>
                  <a:cubicBezTo>
                    <a:pt x="1171" y="22223"/>
                    <a:pt x="1237" y="22373"/>
                    <a:pt x="1354" y="22473"/>
                  </a:cubicBezTo>
                  <a:cubicBezTo>
                    <a:pt x="1455" y="22574"/>
                    <a:pt x="1521" y="22691"/>
                    <a:pt x="1555" y="22824"/>
                  </a:cubicBezTo>
                  <a:cubicBezTo>
                    <a:pt x="1655" y="23058"/>
                    <a:pt x="1772" y="23259"/>
                    <a:pt x="1906" y="23476"/>
                  </a:cubicBezTo>
                  <a:cubicBezTo>
                    <a:pt x="2140" y="23844"/>
                    <a:pt x="2407" y="24194"/>
                    <a:pt x="2758" y="24462"/>
                  </a:cubicBezTo>
                  <a:cubicBezTo>
                    <a:pt x="3142" y="24779"/>
                    <a:pt x="3577" y="25013"/>
                    <a:pt x="3944" y="25314"/>
                  </a:cubicBezTo>
                  <a:cubicBezTo>
                    <a:pt x="3994" y="25347"/>
                    <a:pt x="4044" y="25381"/>
                    <a:pt x="4095" y="25397"/>
                  </a:cubicBezTo>
                  <a:cubicBezTo>
                    <a:pt x="4395" y="25548"/>
                    <a:pt x="4696" y="25698"/>
                    <a:pt x="4997" y="25865"/>
                  </a:cubicBezTo>
                  <a:cubicBezTo>
                    <a:pt x="5465" y="26149"/>
                    <a:pt x="5949" y="26350"/>
                    <a:pt x="6467" y="26483"/>
                  </a:cubicBezTo>
                  <a:cubicBezTo>
                    <a:pt x="6601" y="26517"/>
                    <a:pt x="6718" y="26534"/>
                    <a:pt x="6851" y="26550"/>
                  </a:cubicBezTo>
                  <a:cubicBezTo>
                    <a:pt x="7152" y="26617"/>
                    <a:pt x="7470" y="26617"/>
                    <a:pt x="7770" y="26617"/>
                  </a:cubicBezTo>
                  <a:cubicBezTo>
                    <a:pt x="7938" y="26617"/>
                    <a:pt x="8088" y="26634"/>
                    <a:pt x="8238" y="26684"/>
                  </a:cubicBezTo>
                  <a:cubicBezTo>
                    <a:pt x="8439" y="26734"/>
                    <a:pt x="8623" y="26734"/>
                    <a:pt x="8823" y="26734"/>
                  </a:cubicBezTo>
                  <a:cubicBezTo>
                    <a:pt x="9040" y="26734"/>
                    <a:pt x="9258" y="26734"/>
                    <a:pt x="9458" y="26734"/>
                  </a:cubicBezTo>
                  <a:cubicBezTo>
                    <a:pt x="9558" y="26734"/>
                    <a:pt x="9659" y="26751"/>
                    <a:pt x="9759" y="26751"/>
                  </a:cubicBezTo>
                  <a:cubicBezTo>
                    <a:pt x="10176" y="26818"/>
                    <a:pt x="10611" y="26801"/>
                    <a:pt x="11045" y="26784"/>
                  </a:cubicBezTo>
                  <a:cubicBezTo>
                    <a:pt x="11229" y="26768"/>
                    <a:pt x="11396" y="26734"/>
                    <a:pt x="11547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1" y="26534"/>
                    <a:pt x="11948" y="26517"/>
                  </a:cubicBezTo>
                  <a:cubicBezTo>
                    <a:pt x="12482" y="26367"/>
                    <a:pt x="13000" y="26183"/>
                    <a:pt x="13485" y="25882"/>
                  </a:cubicBezTo>
                  <a:cubicBezTo>
                    <a:pt x="13552" y="25849"/>
                    <a:pt x="13618" y="25815"/>
                    <a:pt x="13669" y="25782"/>
                  </a:cubicBezTo>
                  <a:cubicBezTo>
                    <a:pt x="13986" y="25631"/>
                    <a:pt x="14287" y="25464"/>
                    <a:pt x="14588" y="25297"/>
                  </a:cubicBezTo>
                  <a:cubicBezTo>
                    <a:pt x="14638" y="25264"/>
                    <a:pt x="14688" y="25230"/>
                    <a:pt x="14721" y="25197"/>
                  </a:cubicBezTo>
                  <a:cubicBezTo>
                    <a:pt x="14872" y="25080"/>
                    <a:pt x="15039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8"/>
                    <a:pt x="15573" y="24395"/>
                    <a:pt x="15690" y="24328"/>
                  </a:cubicBezTo>
                  <a:cubicBezTo>
                    <a:pt x="15958" y="24161"/>
                    <a:pt x="16158" y="23944"/>
                    <a:pt x="16325" y="23660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10" y="23175"/>
                    <a:pt x="16793" y="23025"/>
                  </a:cubicBezTo>
                  <a:cubicBezTo>
                    <a:pt x="16893" y="22858"/>
                    <a:pt x="16994" y="22691"/>
                    <a:pt x="17111" y="22524"/>
                  </a:cubicBezTo>
                  <a:cubicBezTo>
                    <a:pt x="17244" y="22373"/>
                    <a:pt x="17344" y="22223"/>
                    <a:pt x="17395" y="22039"/>
                  </a:cubicBezTo>
                  <a:cubicBezTo>
                    <a:pt x="17478" y="21738"/>
                    <a:pt x="17578" y="21438"/>
                    <a:pt x="17662" y="21153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13" y="20067"/>
                  </a:cubicBezTo>
                  <a:cubicBezTo>
                    <a:pt x="18030" y="20034"/>
                    <a:pt x="18030" y="20001"/>
                    <a:pt x="18030" y="19967"/>
                  </a:cubicBezTo>
                  <a:cubicBezTo>
                    <a:pt x="18130" y="19750"/>
                    <a:pt x="18113" y="19533"/>
                    <a:pt x="18113" y="19316"/>
                  </a:cubicBezTo>
                  <a:cubicBezTo>
                    <a:pt x="18113" y="18948"/>
                    <a:pt x="18080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3" y="16609"/>
                    <a:pt x="17946" y="16542"/>
                    <a:pt x="17946" y="16492"/>
                  </a:cubicBezTo>
                  <a:cubicBezTo>
                    <a:pt x="17929" y="16224"/>
                    <a:pt x="17846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60" y="14119"/>
                    <a:pt x="16375" y="13768"/>
                  </a:cubicBezTo>
                  <a:cubicBezTo>
                    <a:pt x="16242" y="13618"/>
                    <a:pt x="16091" y="13484"/>
                    <a:pt x="15974" y="13334"/>
                  </a:cubicBezTo>
                  <a:cubicBezTo>
                    <a:pt x="15507" y="12766"/>
                    <a:pt x="15072" y="12198"/>
                    <a:pt x="14621" y="11646"/>
                  </a:cubicBezTo>
                  <a:cubicBezTo>
                    <a:pt x="14320" y="11279"/>
                    <a:pt x="14053" y="10878"/>
                    <a:pt x="13852" y="10443"/>
                  </a:cubicBezTo>
                  <a:cubicBezTo>
                    <a:pt x="13802" y="10326"/>
                    <a:pt x="13752" y="10209"/>
                    <a:pt x="13685" y="10109"/>
                  </a:cubicBezTo>
                  <a:cubicBezTo>
                    <a:pt x="13435" y="9691"/>
                    <a:pt x="13234" y="9257"/>
                    <a:pt x="13100" y="8789"/>
                  </a:cubicBezTo>
                  <a:cubicBezTo>
                    <a:pt x="13034" y="8589"/>
                    <a:pt x="12967" y="8405"/>
                    <a:pt x="12967" y="8204"/>
                  </a:cubicBezTo>
                  <a:cubicBezTo>
                    <a:pt x="12950" y="7853"/>
                    <a:pt x="12867" y="7536"/>
                    <a:pt x="12766" y="7219"/>
                  </a:cubicBezTo>
                  <a:cubicBezTo>
                    <a:pt x="12766" y="7152"/>
                    <a:pt x="12716" y="7102"/>
                    <a:pt x="12666" y="7051"/>
                  </a:cubicBezTo>
                  <a:cubicBezTo>
                    <a:pt x="12482" y="6884"/>
                    <a:pt x="12265" y="6734"/>
                    <a:pt x="12031" y="6667"/>
                  </a:cubicBezTo>
                  <a:cubicBezTo>
                    <a:pt x="11897" y="6634"/>
                    <a:pt x="11764" y="6600"/>
                    <a:pt x="11630" y="6567"/>
                  </a:cubicBezTo>
                  <a:cubicBezTo>
                    <a:pt x="11346" y="6500"/>
                    <a:pt x="11045" y="6483"/>
                    <a:pt x="10761" y="6483"/>
                  </a:cubicBezTo>
                  <a:cubicBezTo>
                    <a:pt x="10260" y="6467"/>
                    <a:pt x="9759" y="6467"/>
                    <a:pt x="9258" y="6467"/>
                  </a:cubicBezTo>
                  <a:close/>
                  <a:moveTo>
                    <a:pt x="6985" y="4879"/>
                  </a:moveTo>
                  <a:cubicBezTo>
                    <a:pt x="6835" y="5030"/>
                    <a:pt x="6684" y="5180"/>
                    <a:pt x="6551" y="5314"/>
                  </a:cubicBezTo>
                  <a:cubicBezTo>
                    <a:pt x="6467" y="5397"/>
                    <a:pt x="6400" y="5481"/>
                    <a:pt x="6400" y="5598"/>
                  </a:cubicBezTo>
                  <a:cubicBezTo>
                    <a:pt x="6384" y="5782"/>
                    <a:pt x="6367" y="5965"/>
                    <a:pt x="6367" y="6133"/>
                  </a:cubicBezTo>
                  <a:cubicBezTo>
                    <a:pt x="6367" y="6183"/>
                    <a:pt x="6400" y="6233"/>
                    <a:pt x="6417" y="6300"/>
                  </a:cubicBezTo>
                  <a:cubicBezTo>
                    <a:pt x="6484" y="6300"/>
                    <a:pt x="6567" y="6283"/>
                    <a:pt x="6634" y="6266"/>
                  </a:cubicBezTo>
                  <a:cubicBezTo>
                    <a:pt x="6968" y="6166"/>
                    <a:pt x="7303" y="6133"/>
                    <a:pt x="7653" y="6133"/>
                  </a:cubicBezTo>
                  <a:cubicBezTo>
                    <a:pt x="8656" y="6133"/>
                    <a:pt x="9675" y="6133"/>
                    <a:pt x="10678" y="6133"/>
                  </a:cubicBezTo>
                  <a:cubicBezTo>
                    <a:pt x="11095" y="6133"/>
                    <a:pt x="11513" y="6133"/>
                    <a:pt x="11897" y="6283"/>
                  </a:cubicBezTo>
                  <a:cubicBezTo>
                    <a:pt x="11948" y="6300"/>
                    <a:pt x="12014" y="6283"/>
                    <a:pt x="12098" y="6300"/>
                  </a:cubicBezTo>
                  <a:cubicBezTo>
                    <a:pt x="12115" y="6216"/>
                    <a:pt x="12131" y="6133"/>
                    <a:pt x="12115" y="6066"/>
                  </a:cubicBezTo>
                  <a:cubicBezTo>
                    <a:pt x="12115" y="5932"/>
                    <a:pt x="12098" y="5782"/>
                    <a:pt x="12098" y="5631"/>
                  </a:cubicBezTo>
                  <a:cubicBezTo>
                    <a:pt x="12081" y="5414"/>
                    <a:pt x="11948" y="5280"/>
                    <a:pt x="11764" y="5214"/>
                  </a:cubicBezTo>
                  <a:cubicBezTo>
                    <a:pt x="11547" y="5147"/>
                    <a:pt x="11346" y="5080"/>
                    <a:pt x="11129" y="5046"/>
                  </a:cubicBezTo>
                  <a:cubicBezTo>
                    <a:pt x="10678" y="4980"/>
                    <a:pt x="10243" y="4930"/>
                    <a:pt x="9792" y="4879"/>
                  </a:cubicBezTo>
                  <a:cubicBezTo>
                    <a:pt x="9274" y="4813"/>
                    <a:pt x="8756" y="4846"/>
                    <a:pt x="8238" y="4863"/>
                  </a:cubicBezTo>
                  <a:cubicBezTo>
                    <a:pt x="8054" y="4879"/>
                    <a:pt x="7871" y="4879"/>
                    <a:pt x="7704" y="4846"/>
                  </a:cubicBezTo>
                  <a:cubicBezTo>
                    <a:pt x="7453" y="4829"/>
                    <a:pt x="7219" y="4846"/>
                    <a:pt x="6985" y="4879"/>
                  </a:cubicBezTo>
                  <a:close/>
                  <a:moveTo>
                    <a:pt x="11580" y="3793"/>
                  </a:moveTo>
                  <a:cubicBezTo>
                    <a:pt x="11547" y="3760"/>
                    <a:pt x="11513" y="3743"/>
                    <a:pt x="11480" y="3726"/>
                  </a:cubicBezTo>
                  <a:cubicBezTo>
                    <a:pt x="11379" y="3693"/>
                    <a:pt x="11263" y="3643"/>
                    <a:pt x="11146" y="3610"/>
                  </a:cubicBezTo>
                  <a:cubicBezTo>
                    <a:pt x="10461" y="3426"/>
                    <a:pt x="9742" y="3325"/>
                    <a:pt x="9024" y="3325"/>
                  </a:cubicBezTo>
                  <a:cubicBezTo>
                    <a:pt x="8890" y="3325"/>
                    <a:pt x="8773" y="3325"/>
                    <a:pt x="8639" y="3325"/>
                  </a:cubicBezTo>
                  <a:cubicBezTo>
                    <a:pt x="8255" y="3292"/>
                    <a:pt x="7871" y="3325"/>
                    <a:pt x="7486" y="3342"/>
                  </a:cubicBezTo>
                  <a:cubicBezTo>
                    <a:pt x="7202" y="3359"/>
                    <a:pt x="7102" y="3576"/>
                    <a:pt x="6918" y="3710"/>
                  </a:cubicBezTo>
                  <a:cubicBezTo>
                    <a:pt x="6902" y="3726"/>
                    <a:pt x="6902" y="3743"/>
                    <a:pt x="6902" y="3760"/>
                  </a:cubicBezTo>
                  <a:cubicBezTo>
                    <a:pt x="6902" y="3927"/>
                    <a:pt x="6868" y="4094"/>
                    <a:pt x="6918" y="4261"/>
                  </a:cubicBezTo>
                  <a:cubicBezTo>
                    <a:pt x="6968" y="4428"/>
                    <a:pt x="7019" y="4595"/>
                    <a:pt x="7019" y="4796"/>
                  </a:cubicBezTo>
                  <a:cubicBezTo>
                    <a:pt x="7136" y="4779"/>
                    <a:pt x="7219" y="4762"/>
                    <a:pt x="7319" y="4729"/>
                  </a:cubicBezTo>
                  <a:cubicBezTo>
                    <a:pt x="7603" y="4679"/>
                    <a:pt x="7887" y="4595"/>
                    <a:pt x="8171" y="4545"/>
                  </a:cubicBezTo>
                  <a:cubicBezTo>
                    <a:pt x="8773" y="4462"/>
                    <a:pt x="9374" y="4462"/>
                    <a:pt x="9976" y="4545"/>
                  </a:cubicBezTo>
                  <a:cubicBezTo>
                    <a:pt x="10444" y="4612"/>
                    <a:pt x="10912" y="4645"/>
                    <a:pt x="11379" y="4762"/>
                  </a:cubicBezTo>
                  <a:cubicBezTo>
                    <a:pt x="11396" y="4762"/>
                    <a:pt x="11430" y="4762"/>
                    <a:pt x="11463" y="4762"/>
                  </a:cubicBezTo>
                  <a:cubicBezTo>
                    <a:pt x="11480" y="4629"/>
                    <a:pt x="11480" y="4512"/>
                    <a:pt x="11530" y="4412"/>
                  </a:cubicBezTo>
                  <a:cubicBezTo>
                    <a:pt x="11613" y="4211"/>
                    <a:pt x="11597" y="3994"/>
                    <a:pt x="11580" y="3793"/>
                  </a:cubicBezTo>
                  <a:close/>
                  <a:moveTo>
                    <a:pt x="11212" y="3325"/>
                  </a:moveTo>
                  <a:cubicBezTo>
                    <a:pt x="11196" y="3209"/>
                    <a:pt x="11162" y="3125"/>
                    <a:pt x="11162" y="3041"/>
                  </a:cubicBezTo>
                  <a:cubicBezTo>
                    <a:pt x="11179" y="2841"/>
                    <a:pt x="11079" y="2757"/>
                    <a:pt x="10912" y="2691"/>
                  </a:cubicBezTo>
                  <a:cubicBezTo>
                    <a:pt x="10862" y="2674"/>
                    <a:pt x="10795" y="2640"/>
                    <a:pt x="10745" y="2624"/>
                  </a:cubicBezTo>
                  <a:cubicBezTo>
                    <a:pt x="10377" y="2540"/>
                    <a:pt x="10009" y="2457"/>
                    <a:pt x="9625" y="2457"/>
                  </a:cubicBezTo>
                  <a:cubicBezTo>
                    <a:pt x="9391" y="2457"/>
                    <a:pt x="9157" y="2473"/>
                    <a:pt x="8923" y="2423"/>
                  </a:cubicBezTo>
                  <a:cubicBezTo>
                    <a:pt x="8623" y="2390"/>
                    <a:pt x="8339" y="2340"/>
                    <a:pt x="8038" y="2407"/>
                  </a:cubicBezTo>
                  <a:cubicBezTo>
                    <a:pt x="7988" y="2407"/>
                    <a:pt x="7921" y="2423"/>
                    <a:pt x="7887" y="2373"/>
                  </a:cubicBezTo>
                  <a:cubicBezTo>
                    <a:pt x="7904" y="2290"/>
                    <a:pt x="7971" y="2306"/>
                    <a:pt x="8021" y="2290"/>
                  </a:cubicBezTo>
                  <a:cubicBezTo>
                    <a:pt x="8222" y="2256"/>
                    <a:pt x="8439" y="2239"/>
                    <a:pt x="8639" y="2189"/>
                  </a:cubicBezTo>
                  <a:cubicBezTo>
                    <a:pt x="8790" y="2156"/>
                    <a:pt x="8940" y="2122"/>
                    <a:pt x="9090" y="2122"/>
                  </a:cubicBezTo>
                  <a:cubicBezTo>
                    <a:pt x="9241" y="2122"/>
                    <a:pt x="9391" y="2122"/>
                    <a:pt x="9525" y="2122"/>
                  </a:cubicBezTo>
                  <a:cubicBezTo>
                    <a:pt x="10060" y="2106"/>
                    <a:pt x="10561" y="2189"/>
                    <a:pt x="11062" y="2373"/>
                  </a:cubicBezTo>
                  <a:cubicBezTo>
                    <a:pt x="11079" y="2373"/>
                    <a:pt x="11112" y="2373"/>
                    <a:pt x="11146" y="2373"/>
                  </a:cubicBezTo>
                  <a:cubicBezTo>
                    <a:pt x="11162" y="2273"/>
                    <a:pt x="11162" y="2189"/>
                    <a:pt x="11095" y="2106"/>
                  </a:cubicBezTo>
                  <a:cubicBezTo>
                    <a:pt x="10878" y="1872"/>
                    <a:pt x="10644" y="1638"/>
                    <a:pt x="10360" y="1488"/>
                  </a:cubicBezTo>
                  <a:cubicBezTo>
                    <a:pt x="10327" y="1488"/>
                    <a:pt x="10293" y="1471"/>
                    <a:pt x="10277" y="1471"/>
                  </a:cubicBezTo>
                  <a:cubicBezTo>
                    <a:pt x="10093" y="1421"/>
                    <a:pt x="9926" y="1387"/>
                    <a:pt x="9742" y="1337"/>
                  </a:cubicBezTo>
                  <a:cubicBezTo>
                    <a:pt x="9608" y="1287"/>
                    <a:pt x="9491" y="1287"/>
                    <a:pt x="9341" y="1287"/>
                  </a:cubicBezTo>
                  <a:cubicBezTo>
                    <a:pt x="9124" y="1287"/>
                    <a:pt x="8890" y="1270"/>
                    <a:pt x="8673" y="1354"/>
                  </a:cubicBezTo>
                  <a:cubicBezTo>
                    <a:pt x="8623" y="1371"/>
                    <a:pt x="8572" y="1371"/>
                    <a:pt x="8539" y="1371"/>
                  </a:cubicBezTo>
                  <a:cubicBezTo>
                    <a:pt x="8272" y="1437"/>
                    <a:pt x="8021" y="1488"/>
                    <a:pt x="7821" y="1705"/>
                  </a:cubicBezTo>
                  <a:cubicBezTo>
                    <a:pt x="7737" y="1788"/>
                    <a:pt x="7637" y="1872"/>
                    <a:pt x="7537" y="1955"/>
                  </a:cubicBezTo>
                  <a:cubicBezTo>
                    <a:pt x="7386" y="2072"/>
                    <a:pt x="7319" y="2206"/>
                    <a:pt x="7336" y="2407"/>
                  </a:cubicBezTo>
                  <a:cubicBezTo>
                    <a:pt x="7336" y="2624"/>
                    <a:pt x="7319" y="2841"/>
                    <a:pt x="7319" y="3058"/>
                  </a:cubicBezTo>
                  <a:cubicBezTo>
                    <a:pt x="7319" y="3108"/>
                    <a:pt x="7303" y="3158"/>
                    <a:pt x="7369" y="3209"/>
                  </a:cubicBezTo>
                  <a:cubicBezTo>
                    <a:pt x="7403" y="3192"/>
                    <a:pt x="7453" y="3192"/>
                    <a:pt x="7486" y="3175"/>
                  </a:cubicBezTo>
                  <a:cubicBezTo>
                    <a:pt x="7737" y="3092"/>
                    <a:pt x="8004" y="3075"/>
                    <a:pt x="8272" y="3058"/>
                  </a:cubicBezTo>
                  <a:cubicBezTo>
                    <a:pt x="8522" y="3058"/>
                    <a:pt x="8756" y="3058"/>
                    <a:pt x="9007" y="3041"/>
                  </a:cubicBezTo>
                  <a:cubicBezTo>
                    <a:pt x="9475" y="3025"/>
                    <a:pt x="9943" y="3075"/>
                    <a:pt x="10394" y="3158"/>
                  </a:cubicBezTo>
                  <a:cubicBezTo>
                    <a:pt x="10661" y="3209"/>
                    <a:pt x="10912" y="3259"/>
                    <a:pt x="11212" y="3325"/>
                  </a:cubicBezTo>
                  <a:close/>
                  <a:moveTo>
                    <a:pt x="8071" y="1187"/>
                  </a:moveTo>
                  <a:cubicBezTo>
                    <a:pt x="8339" y="1120"/>
                    <a:pt x="8556" y="1053"/>
                    <a:pt x="8790" y="1003"/>
                  </a:cubicBezTo>
                  <a:cubicBezTo>
                    <a:pt x="8857" y="986"/>
                    <a:pt x="8907" y="986"/>
                    <a:pt x="8973" y="986"/>
                  </a:cubicBezTo>
                  <a:cubicBezTo>
                    <a:pt x="9157" y="986"/>
                    <a:pt x="9341" y="986"/>
                    <a:pt x="9525" y="986"/>
                  </a:cubicBezTo>
                  <a:cubicBezTo>
                    <a:pt x="9575" y="986"/>
                    <a:pt x="9642" y="986"/>
                    <a:pt x="9692" y="1003"/>
                  </a:cubicBezTo>
                  <a:cubicBezTo>
                    <a:pt x="9909" y="1053"/>
                    <a:pt x="10126" y="1120"/>
                    <a:pt x="10344" y="1170"/>
                  </a:cubicBezTo>
                  <a:cubicBezTo>
                    <a:pt x="10377" y="1187"/>
                    <a:pt x="10394" y="1170"/>
                    <a:pt x="10427" y="1170"/>
                  </a:cubicBezTo>
                  <a:cubicBezTo>
                    <a:pt x="10394" y="919"/>
                    <a:pt x="10277" y="736"/>
                    <a:pt x="10110" y="569"/>
                  </a:cubicBezTo>
                  <a:cubicBezTo>
                    <a:pt x="10009" y="485"/>
                    <a:pt x="9909" y="435"/>
                    <a:pt x="9775" y="418"/>
                  </a:cubicBezTo>
                  <a:cubicBezTo>
                    <a:pt x="9608" y="401"/>
                    <a:pt x="9458" y="351"/>
                    <a:pt x="9291" y="351"/>
                  </a:cubicBezTo>
                  <a:cubicBezTo>
                    <a:pt x="9124" y="351"/>
                    <a:pt x="8957" y="401"/>
                    <a:pt x="8806" y="418"/>
                  </a:cubicBezTo>
                  <a:cubicBezTo>
                    <a:pt x="8756" y="418"/>
                    <a:pt x="8689" y="418"/>
                    <a:pt x="8639" y="435"/>
                  </a:cubicBezTo>
                  <a:cubicBezTo>
                    <a:pt x="8589" y="452"/>
                    <a:pt x="8539" y="452"/>
                    <a:pt x="8489" y="485"/>
                  </a:cubicBezTo>
                  <a:cubicBezTo>
                    <a:pt x="8255" y="669"/>
                    <a:pt x="8105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2076900" y="3729875"/>
              <a:ext cx="59750" cy="34275"/>
            </a:xfrm>
            <a:custGeom>
              <a:avLst/>
              <a:gdLst/>
              <a:ahLst/>
              <a:cxnLst/>
              <a:rect l="l" t="t" r="r" b="b"/>
              <a:pathLst>
                <a:path w="2390" h="1371" extrusionOk="0">
                  <a:moveTo>
                    <a:pt x="2139" y="17"/>
                  </a:moveTo>
                  <a:cubicBezTo>
                    <a:pt x="1437" y="151"/>
                    <a:pt x="836" y="669"/>
                    <a:pt x="217" y="970"/>
                  </a:cubicBezTo>
                  <a:cubicBezTo>
                    <a:pt x="0" y="1070"/>
                    <a:pt x="167" y="1371"/>
                    <a:pt x="368" y="1321"/>
                  </a:cubicBezTo>
                  <a:cubicBezTo>
                    <a:pt x="1053" y="1204"/>
                    <a:pt x="1738" y="703"/>
                    <a:pt x="2273" y="268"/>
                  </a:cubicBezTo>
                  <a:cubicBezTo>
                    <a:pt x="2389" y="168"/>
                    <a:pt x="2256" y="1"/>
                    <a:pt x="2139" y="1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9"/>
            <p:cNvSpPr/>
            <p:nvPr/>
          </p:nvSpPr>
          <p:spPr>
            <a:xfrm>
              <a:off x="2195950" y="3826375"/>
              <a:ext cx="28425" cy="50575"/>
            </a:xfrm>
            <a:custGeom>
              <a:avLst/>
              <a:gdLst/>
              <a:ahLst/>
              <a:cxnLst/>
              <a:rect l="l" t="t" r="r" b="b"/>
              <a:pathLst>
                <a:path w="1137" h="2023" extrusionOk="0">
                  <a:moveTo>
                    <a:pt x="836" y="84"/>
                  </a:moveTo>
                  <a:cubicBezTo>
                    <a:pt x="602" y="301"/>
                    <a:pt x="451" y="569"/>
                    <a:pt x="334" y="869"/>
                  </a:cubicBezTo>
                  <a:cubicBezTo>
                    <a:pt x="201" y="1170"/>
                    <a:pt x="0" y="1538"/>
                    <a:pt x="33" y="1872"/>
                  </a:cubicBezTo>
                  <a:cubicBezTo>
                    <a:pt x="50" y="1955"/>
                    <a:pt x="134" y="2022"/>
                    <a:pt x="201" y="1972"/>
                  </a:cubicBezTo>
                  <a:cubicBezTo>
                    <a:pt x="451" y="1822"/>
                    <a:pt x="568" y="1521"/>
                    <a:pt x="668" y="1270"/>
                  </a:cubicBezTo>
                  <a:cubicBezTo>
                    <a:pt x="819" y="919"/>
                    <a:pt x="986" y="585"/>
                    <a:pt x="1086" y="234"/>
                  </a:cubicBezTo>
                  <a:cubicBezTo>
                    <a:pt x="1136" y="84"/>
                    <a:pt x="952" y="0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2375975" y="3863550"/>
              <a:ext cx="17150" cy="65175"/>
            </a:xfrm>
            <a:custGeom>
              <a:avLst/>
              <a:gdLst/>
              <a:ahLst/>
              <a:cxnLst/>
              <a:rect l="l" t="t" r="r" b="b"/>
              <a:pathLst>
                <a:path w="686" h="2607" extrusionOk="0">
                  <a:moveTo>
                    <a:pt x="335" y="134"/>
                  </a:moveTo>
                  <a:cubicBezTo>
                    <a:pt x="251" y="0"/>
                    <a:pt x="67" y="67"/>
                    <a:pt x="51" y="218"/>
                  </a:cubicBezTo>
                  <a:cubicBezTo>
                    <a:pt x="17" y="819"/>
                    <a:pt x="0" y="1454"/>
                    <a:pt x="51" y="2072"/>
                  </a:cubicBezTo>
                  <a:cubicBezTo>
                    <a:pt x="17" y="2122"/>
                    <a:pt x="17" y="2189"/>
                    <a:pt x="51" y="2256"/>
                  </a:cubicBezTo>
                  <a:cubicBezTo>
                    <a:pt x="67" y="2490"/>
                    <a:pt x="485" y="2607"/>
                    <a:pt x="535" y="2256"/>
                  </a:cubicBezTo>
                  <a:cubicBezTo>
                    <a:pt x="619" y="1571"/>
                    <a:pt x="686" y="769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2515500" y="3826375"/>
              <a:ext cx="49300" cy="39700"/>
            </a:xfrm>
            <a:custGeom>
              <a:avLst/>
              <a:gdLst/>
              <a:ahLst/>
              <a:cxnLst/>
              <a:rect l="l" t="t" r="r" b="b"/>
              <a:pathLst>
                <a:path w="1972" h="1588" extrusionOk="0">
                  <a:moveTo>
                    <a:pt x="1270" y="569"/>
                  </a:moveTo>
                  <a:cubicBezTo>
                    <a:pt x="969" y="351"/>
                    <a:pt x="618" y="151"/>
                    <a:pt x="234" y="51"/>
                  </a:cubicBezTo>
                  <a:cubicBezTo>
                    <a:pt x="84" y="0"/>
                    <a:pt x="0" y="184"/>
                    <a:pt x="84" y="301"/>
                  </a:cubicBezTo>
                  <a:cubicBezTo>
                    <a:pt x="267" y="535"/>
                    <a:pt x="518" y="685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53" y="1187"/>
                    <a:pt x="1287" y="1237"/>
                    <a:pt x="1337" y="1270"/>
                  </a:cubicBezTo>
                  <a:cubicBezTo>
                    <a:pt x="1454" y="1371"/>
                    <a:pt x="1370" y="1354"/>
                    <a:pt x="1387" y="1203"/>
                  </a:cubicBezTo>
                  <a:cubicBezTo>
                    <a:pt x="1354" y="1487"/>
                    <a:pt x="1721" y="1588"/>
                    <a:pt x="1838" y="1320"/>
                  </a:cubicBezTo>
                  <a:cubicBezTo>
                    <a:pt x="1972" y="1003"/>
                    <a:pt x="1470" y="719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2620750" y="3664725"/>
              <a:ext cx="50150" cy="17150"/>
            </a:xfrm>
            <a:custGeom>
              <a:avLst/>
              <a:gdLst/>
              <a:ahLst/>
              <a:cxnLst/>
              <a:rect l="l" t="t" r="r" b="b"/>
              <a:pathLst>
                <a:path w="2006" h="686" extrusionOk="0">
                  <a:moveTo>
                    <a:pt x="1872" y="334"/>
                  </a:moveTo>
                  <a:cubicBezTo>
                    <a:pt x="1571" y="268"/>
                    <a:pt x="1271" y="234"/>
                    <a:pt x="987" y="167"/>
                  </a:cubicBezTo>
                  <a:cubicBezTo>
                    <a:pt x="702" y="100"/>
                    <a:pt x="435" y="0"/>
                    <a:pt x="151" y="0"/>
                  </a:cubicBezTo>
                  <a:cubicBezTo>
                    <a:pt x="17" y="0"/>
                    <a:pt x="1" y="151"/>
                    <a:pt x="84" y="217"/>
                  </a:cubicBezTo>
                  <a:cubicBezTo>
                    <a:pt x="535" y="535"/>
                    <a:pt x="1321" y="685"/>
                    <a:pt x="1872" y="602"/>
                  </a:cubicBezTo>
                  <a:cubicBezTo>
                    <a:pt x="2006" y="585"/>
                    <a:pt x="1989" y="368"/>
                    <a:pt x="1872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2576050" y="3445000"/>
              <a:ext cx="40975" cy="33850"/>
            </a:xfrm>
            <a:custGeom>
              <a:avLst/>
              <a:gdLst/>
              <a:ahLst/>
              <a:cxnLst/>
              <a:rect l="l" t="t" r="r" b="b"/>
              <a:pathLst>
                <a:path w="1639" h="1354" extrusionOk="0">
                  <a:moveTo>
                    <a:pt x="1505" y="134"/>
                  </a:moveTo>
                  <a:cubicBezTo>
                    <a:pt x="1371" y="1"/>
                    <a:pt x="1120" y="51"/>
                    <a:pt x="1070" y="251"/>
                  </a:cubicBezTo>
                  <a:cubicBezTo>
                    <a:pt x="1054" y="285"/>
                    <a:pt x="903" y="402"/>
                    <a:pt x="853" y="435"/>
                  </a:cubicBezTo>
                  <a:cubicBezTo>
                    <a:pt x="753" y="519"/>
                    <a:pt x="636" y="585"/>
                    <a:pt x="536" y="669"/>
                  </a:cubicBezTo>
                  <a:cubicBezTo>
                    <a:pt x="352" y="786"/>
                    <a:pt x="101" y="869"/>
                    <a:pt x="34" y="1087"/>
                  </a:cubicBezTo>
                  <a:cubicBezTo>
                    <a:pt x="1" y="1137"/>
                    <a:pt x="34" y="1220"/>
                    <a:pt x="101" y="1237"/>
                  </a:cubicBezTo>
                  <a:cubicBezTo>
                    <a:pt x="335" y="1354"/>
                    <a:pt x="569" y="1187"/>
                    <a:pt x="769" y="1070"/>
                  </a:cubicBezTo>
                  <a:cubicBezTo>
                    <a:pt x="886" y="986"/>
                    <a:pt x="1003" y="886"/>
                    <a:pt x="1120" y="803"/>
                  </a:cubicBezTo>
                  <a:cubicBezTo>
                    <a:pt x="1187" y="752"/>
                    <a:pt x="1321" y="585"/>
                    <a:pt x="1388" y="569"/>
                  </a:cubicBezTo>
                  <a:cubicBezTo>
                    <a:pt x="1588" y="535"/>
                    <a:pt x="1638" y="268"/>
                    <a:pt x="150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2111150" y="3445825"/>
              <a:ext cx="30100" cy="26350"/>
            </a:xfrm>
            <a:custGeom>
              <a:avLst/>
              <a:gdLst/>
              <a:ahLst/>
              <a:cxnLst/>
              <a:rect l="l" t="t" r="r" b="b"/>
              <a:pathLst>
                <a:path w="1204" h="1054" extrusionOk="0">
                  <a:moveTo>
                    <a:pt x="719" y="302"/>
                  </a:moveTo>
                  <a:cubicBezTo>
                    <a:pt x="568" y="185"/>
                    <a:pt x="334" y="1"/>
                    <a:pt x="134" y="151"/>
                  </a:cubicBezTo>
                  <a:cubicBezTo>
                    <a:pt x="0" y="268"/>
                    <a:pt x="117" y="452"/>
                    <a:pt x="268" y="469"/>
                  </a:cubicBezTo>
                  <a:cubicBezTo>
                    <a:pt x="268" y="469"/>
                    <a:pt x="284" y="469"/>
                    <a:pt x="284" y="486"/>
                  </a:cubicBezTo>
                  <a:cubicBezTo>
                    <a:pt x="318" y="502"/>
                    <a:pt x="334" y="519"/>
                    <a:pt x="368" y="552"/>
                  </a:cubicBezTo>
                  <a:cubicBezTo>
                    <a:pt x="435" y="602"/>
                    <a:pt x="501" y="653"/>
                    <a:pt x="568" y="719"/>
                  </a:cubicBezTo>
                  <a:cubicBezTo>
                    <a:pt x="702" y="836"/>
                    <a:pt x="852" y="1003"/>
                    <a:pt x="1036" y="1037"/>
                  </a:cubicBezTo>
                  <a:cubicBezTo>
                    <a:pt x="1136" y="1054"/>
                    <a:pt x="1203" y="970"/>
                    <a:pt x="1187" y="870"/>
                  </a:cubicBezTo>
                  <a:cubicBezTo>
                    <a:pt x="1153" y="636"/>
                    <a:pt x="886" y="452"/>
                    <a:pt x="719" y="30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2052675" y="3553600"/>
              <a:ext cx="44300" cy="18000"/>
            </a:xfrm>
            <a:custGeom>
              <a:avLst/>
              <a:gdLst/>
              <a:ahLst/>
              <a:cxnLst/>
              <a:rect l="l" t="t" r="r" b="b"/>
              <a:pathLst>
                <a:path w="1772" h="720" extrusionOk="0">
                  <a:moveTo>
                    <a:pt x="1721" y="218"/>
                  </a:moveTo>
                  <a:cubicBezTo>
                    <a:pt x="1571" y="101"/>
                    <a:pt x="1303" y="118"/>
                    <a:pt x="1120" y="101"/>
                  </a:cubicBezTo>
                  <a:cubicBezTo>
                    <a:pt x="1003" y="101"/>
                    <a:pt x="869" y="101"/>
                    <a:pt x="752" y="101"/>
                  </a:cubicBezTo>
                  <a:cubicBezTo>
                    <a:pt x="702" y="101"/>
                    <a:pt x="635" y="101"/>
                    <a:pt x="568" y="101"/>
                  </a:cubicBezTo>
                  <a:cubicBezTo>
                    <a:pt x="568" y="101"/>
                    <a:pt x="551" y="101"/>
                    <a:pt x="535" y="101"/>
                  </a:cubicBezTo>
                  <a:cubicBezTo>
                    <a:pt x="451" y="1"/>
                    <a:pt x="267" y="17"/>
                    <a:pt x="201" y="168"/>
                  </a:cubicBezTo>
                  <a:cubicBezTo>
                    <a:pt x="0" y="719"/>
                    <a:pt x="1487" y="586"/>
                    <a:pt x="1721" y="402"/>
                  </a:cubicBezTo>
                  <a:cubicBezTo>
                    <a:pt x="1771" y="352"/>
                    <a:pt x="1771" y="268"/>
                    <a:pt x="1721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2242425" y="3354125"/>
              <a:ext cx="232150" cy="313650"/>
            </a:xfrm>
            <a:custGeom>
              <a:avLst/>
              <a:gdLst/>
              <a:ahLst/>
              <a:cxnLst/>
              <a:rect l="l" t="t" r="r" b="b"/>
              <a:pathLst>
                <a:path w="9286" h="12546" extrusionOk="0">
                  <a:moveTo>
                    <a:pt x="3155" y="8368"/>
                  </a:moveTo>
                  <a:cubicBezTo>
                    <a:pt x="3304" y="8368"/>
                    <a:pt x="3482" y="8511"/>
                    <a:pt x="3688" y="8798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86"/>
                  </a:cubicBezTo>
                  <a:cubicBezTo>
                    <a:pt x="3104" y="10536"/>
                    <a:pt x="3037" y="10603"/>
                    <a:pt x="2970" y="10670"/>
                  </a:cubicBezTo>
                  <a:cubicBezTo>
                    <a:pt x="2669" y="10035"/>
                    <a:pt x="2586" y="9283"/>
                    <a:pt x="2836" y="8682"/>
                  </a:cubicBezTo>
                  <a:cubicBezTo>
                    <a:pt x="2921" y="8473"/>
                    <a:pt x="3027" y="8368"/>
                    <a:pt x="3155" y="8368"/>
                  </a:cubicBezTo>
                  <a:close/>
                  <a:moveTo>
                    <a:pt x="5866" y="8859"/>
                  </a:moveTo>
                  <a:cubicBezTo>
                    <a:pt x="5965" y="8859"/>
                    <a:pt x="6040" y="8943"/>
                    <a:pt x="6094" y="9116"/>
                  </a:cubicBezTo>
                  <a:cubicBezTo>
                    <a:pt x="6245" y="9383"/>
                    <a:pt x="6295" y="9651"/>
                    <a:pt x="6295" y="9935"/>
                  </a:cubicBezTo>
                  <a:cubicBezTo>
                    <a:pt x="6295" y="10302"/>
                    <a:pt x="6144" y="10687"/>
                    <a:pt x="5944" y="11037"/>
                  </a:cubicBezTo>
                  <a:cubicBezTo>
                    <a:pt x="5727" y="10687"/>
                    <a:pt x="5576" y="10252"/>
                    <a:pt x="5543" y="9901"/>
                  </a:cubicBezTo>
                  <a:cubicBezTo>
                    <a:pt x="5510" y="9600"/>
                    <a:pt x="5510" y="9316"/>
                    <a:pt x="5560" y="9032"/>
                  </a:cubicBezTo>
                  <a:cubicBezTo>
                    <a:pt x="5682" y="8918"/>
                    <a:pt x="5783" y="8859"/>
                    <a:pt x="5866" y="8859"/>
                  </a:cubicBezTo>
                  <a:close/>
                  <a:moveTo>
                    <a:pt x="6240" y="0"/>
                  </a:moveTo>
                  <a:cubicBezTo>
                    <a:pt x="6132" y="0"/>
                    <a:pt x="6028" y="59"/>
                    <a:pt x="5994" y="194"/>
                  </a:cubicBezTo>
                  <a:cubicBezTo>
                    <a:pt x="5844" y="845"/>
                    <a:pt x="5944" y="1447"/>
                    <a:pt x="6044" y="2098"/>
                  </a:cubicBezTo>
                  <a:cubicBezTo>
                    <a:pt x="6161" y="2884"/>
                    <a:pt x="6211" y="3669"/>
                    <a:pt x="6312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67" y="8748"/>
                    <a:pt x="8784" y="9216"/>
                    <a:pt x="8567" y="10169"/>
                  </a:cubicBezTo>
                  <a:cubicBezTo>
                    <a:pt x="8400" y="10887"/>
                    <a:pt x="7865" y="11639"/>
                    <a:pt x="7097" y="11689"/>
                  </a:cubicBezTo>
                  <a:cubicBezTo>
                    <a:pt x="7058" y="11693"/>
                    <a:pt x="7020" y="11695"/>
                    <a:pt x="6982" y="11695"/>
                  </a:cubicBezTo>
                  <a:cubicBezTo>
                    <a:pt x="6728" y="11695"/>
                    <a:pt x="6501" y="11601"/>
                    <a:pt x="6312" y="11455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312" y="8247"/>
                    <a:pt x="5710" y="8247"/>
                  </a:cubicBezTo>
                  <a:cubicBezTo>
                    <a:pt x="5706" y="8247"/>
                    <a:pt x="5702" y="8247"/>
                    <a:pt x="5698" y="8247"/>
                  </a:cubicBezTo>
                  <a:cubicBezTo>
                    <a:pt x="4378" y="8247"/>
                    <a:pt x="5160" y="10939"/>
                    <a:pt x="5576" y="11438"/>
                  </a:cubicBezTo>
                  <a:cubicBezTo>
                    <a:pt x="5610" y="11455"/>
                    <a:pt x="5627" y="11472"/>
                    <a:pt x="5643" y="11505"/>
                  </a:cubicBezTo>
                  <a:cubicBezTo>
                    <a:pt x="5373" y="11853"/>
                    <a:pt x="5068" y="12011"/>
                    <a:pt x="4734" y="12011"/>
                  </a:cubicBezTo>
                  <a:cubicBezTo>
                    <a:pt x="4490" y="12011"/>
                    <a:pt x="4230" y="11927"/>
                    <a:pt x="3956" y="11773"/>
                  </a:cubicBezTo>
                  <a:cubicBezTo>
                    <a:pt x="3688" y="11622"/>
                    <a:pt x="3438" y="11405"/>
                    <a:pt x="3254" y="11138"/>
                  </a:cubicBezTo>
                  <a:cubicBezTo>
                    <a:pt x="3571" y="10854"/>
                    <a:pt x="3855" y="10503"/>
                    <a:pt x="3972" y="10152"/>
                  </a:cubicBezTo>
                  <a:cubicBezTo>
                    <a:pt x="4173" y="9617"/>
                    <a:pt x="4440" y="8531"/>
                    <a:pt x="4022" y="8030"/>
                  </a:cubicBezTo>
                  <a:cubicBezTo>
                    <a:pt x="3826" y="7801"/>
                    <a:pt x="3606" y="7703"/>
                    <a:pt x="3384" y="7703"/>
                  </a:cubicBezTo>
                  <a:cubicBezTo>
                    <a:pt x="3135" y="7703"/>
                    <a:pt x="2882" y="7827"/>
                    <a:pt x="2652" y="8030"/>
                  </a:cubicBezTo>
                  <a:cubicBezTo>
                    <a:pt x="1967" y="8615"/>
                    <a:pt x="2134" y="9818"/>
                    <a:pt x="2368" y="10570"/>
                  </a:cubicBezTo>
                  <a:cubicBezTo>
                    <a:pt x="2418" y="10703"/>
                    <a:pt x="2469" y="10854"/>
                    <a:pt x="2535" y="10987"/>
                  </a:cubicBezTo>
                  <a:cubicBezTo>
                    <a:pt x="2261" y="11154"/>
                    <a:pt x="1945" y="11275"/>
                    <a:pt x="1647" y="11275"/>
                  </a:cubicBezTo>
                  <a:cubicBezTo>
                    <a:pt x="1438" y="11275"/>
                    <a:pt x="1237" y="11216"/>
                    <a:pt x="1065" y="11071"/>
                  </a:cubicBezTo>
                  <a:cubicBezTo>
                    <a:pt x="714" y="10787"/>
                    <a:pt x="647" y="10219"/>
                    <a:pt x="631" y="9801"/>
                  </a:cubicBezTo>
                  <a:cubicBezTo>
                    <a:pt x="564" y="8899"/>
                    <a:pt x="714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2"/>
                    <a:pt x="3003" y="2082"/>
                    <a:pt x="2736" y="778"/>
                  </a:cubicBezTo>
                  <a:cubicBezTo>
                    <a:pt x="2710" y="647"/>
                    <a:pt x="2614" y="591"/>
                    <a:pt x="2511" y="591"/>
                  </a:cubicBezTo>
                  <a:cubicBezTo>
                    <a:pt x="2352" y="591"/>
                    <a:pt x="2177" y="726"/>
                    <a:pt x="2218" y="929"/>
                  </a:cubicBezTo>
                  <a:cubicBezTo>
                    <a:pt x="2469" y="2182"/>
                    <a:pt x="1984" y="3786"/>
                    <a:pt x="1416" y="4905"/>
                  </a:cubicBezTo>
                  <a:cubicBezTo>
                    <a:pt x="865" y="6058"/>
                    <a:pt x="347" y="6927"/>
                    <a:pt x="180" y="8230"/>
                  </a:cubicBezTo>
                  <a:cubicBezTo>
                    <a:pt x="1" y="9512"/>
                    <a:pt x="61" y="11831"/>
                    <a:pt x="1629" y="11831"/>
                  </a:cubicBezTo>
                  <a:cubicBezTo>
                    <a:pt x="1819" y="11831"/>
                    <a:pt x="2032" y="11796"/>
                    <a:pt x="2268" y="11722"/>
                  </a:cubicBezTo>
                  <a:cubicBezTo>
                    <a:pt x="2452" y="11656"/>
                    <a:pt x="2652" y="11555"/>
                    <a:pt x="2836" y="11438"/>
                  </a:cubicBezTo>
                  <a:cubicBezTo>
                    <a:pt x="3325" y="12069"/>
                    <a:pt x="4049" y="12546"/>
                    <a:pt x="4752" y="12546"/>
                  </a:cubicBezTo>
                  <a:cubicBezTo>
                    <a:pt x="5203" y="12546"/>
                    <a:pt x="5645" y="12350"/>
                    <a:pt x="6011" y="11873"/>
                  </a:cubicBezTo>
                  <a:cubicBezTo>
                    <a:pt x="6028" y="11873"/>
                    <a:pt x="6028" y="11856"/>
                    <a:pt x="6044" y="11856"/>
                  </a:cubicBezTo>
                  <a:cubicBezTo>
                    <a:pt x="6364" y="12080"/>
                    <a:pt x="6701" y="12183"/>
                    <a:pt x="7032" y="12183"/>
                  </a:cubicBezTo>
                  <a:cubicBezTo>
                    <a:pt x="7788" y="12183"/>
                    <a:pt x="8511" y="11642"/>
                    <a:pt x="8918" y="10770"/>
                  </a:cubicBezTo>
                  <a:cubicBezTo>
                    <a:pt x="9119" y="10336"/>
                    <a:pt x="9286" y="9651"/>
                    <a:pt x="9152" y="9149"/>
                  </a:cubicBezTo>
                  <a:cubicBezTo>
                    <a:pt x="8935" y="8347"/>
                    <a:pt x="8233" y="7829"/>
                    <a:pt x="7782" y="7161"/>
                  </a:cubicBezTo>
                  <a:cubicBezTo>
                    <a:pt x="7097" y="6192"/>
                    <a:pt x="6896" y="4939"/>
                    <a:pt x="6763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62" y="128"/>
                    <a:pt x="6398" y="0"/>
                    <a:pt x="6240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114;p19"/>
          <p:cNvGrpSpPr/>
          <p:nvPr/>
        </p:nvGrpSpPr>
        <p:grpSpPr>
          <a:xfrm>
            <a:off x="1378406" y="-22788"/>
            <a:ext cx="1177890" cy="3629641"/>
            <a:chOff x="1569775" y="2825125"/>
            <a:chExt cx="618250" cy="1893100"/>
          </a:xfrm>
        </p:grpSpPr>
        <p:sp>
          <p:nvSpPr>
            <p:cNvPr id="115" name="Google Shape;115;p19"/>
            <p:cNvSpPr/>
            <p:nvPr/>
          </p:nvSpPr>
          <p:spPr>
            <a:xfrm>
              <a:off x="1658750" y="4099550"/>
              <a:ext cx="442800" cy="508350"/>
            </a:xfrm>
            <a:custGeom>
              <a:avLst/>
              <a:gdLst/>
              <a:ahLst/>
              <a:cxnLst/>
              <a:rect l="l" t="t" r="r" b="b"/>
              <a:pathLst>
                <a:path w="17712" h="20334" extrusionOk="0">
                  <a:moveTo>
                    <a:pt x="7620" y="1"/>
                  </a:moveTo>
                  <a:cubicBezTo>
                    <a:pt x="7119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69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38"/>
                    <a:pt x="5130" y="1805"/>
                    <a:pt x="5114" y="1855"/>
                  </a:cubicBezTo>
                  <a:cubicBezTo>
                    <a:pt x="4997" y="2424"/>
                    <a:pt x="4780" y="2958"/>
                    <a:pt x="4495" y="3476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29"/>
                    <a:pt x="3794" y="4779"/>
                    <a:pt x="3543" y="5097"/>
                  </a:cubicBezTo>
                  <a:cubicBezTo>
                    <a:pt x="3075" y="5682"/>
                    <a:pt x="2607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1" y="7386"/>
                    <a:pt x="1371" y="7637"/>
                    <a:pt x="1154" y="7871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39"/>
                    <a:pt x="485" y="9007"/>
                    <a:pt x="318" y="9374"/>
                  </a:cubicBezTo>
                  <a:cubicBezTo>
                    <a:pt x="251" y="9525"/>
                    <a:pt x="201" y="9692"/>
                    <a:pt x="185" y="9859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61"/>
                    <a:pt x="68" y="10895"/>
                  </a:cubicBezTo>
                  <a:cubicBezTo>
                    <a:pt x="1" y="11079"/>
                    <a:pt x="1" y="11262"/>
                    <a:pt x="18" y="11446"/>
                  </a:cubicBezTo>
                  <a:lnTo>
                    <a:pt x="18" y="12866"/>
                  </a:lnTo>
                  <a:cubicBezTo>
                    <a:pt x="18" y="12933"/>
                    <a:pt x="18" y="13017"/>
                    <a:pt x="34" y="13084"/>
                  </a:cubicBezTo>
                  <a:cubicBezTo>
                    <a:pt x="118" y="13351"/>
                    <a:pt x="118" y="13618"/>
                    <a:pt x="135" y="13886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5" y="14855"/>
                    <a:pt x="552" y="15055"/>
                  </a:cubicBezTo>
                  <a:cubicBezTo>
                    <a:pt x="602" y="15239"/>
                    <a:pt x="669" y="15423"/>
                    <a:pt x="719" y="15607"/>
                  </a:cubicBezTo>
                  <a:cubicBezTo>
                    <a:pt x="769" y="15757"/>
                    <a:pt x="836" y="15891"/>
                    <a:pt x="953" y="16008"/>
                  </a:cubicBezTo>
                  <a:cubicBezTo>
                    <a:pt x="1053" y="16108"/>
                    <a:pt x="1120" y="16225"/>
                    <a:pt x="1154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12"/>
                    <a:pt x="2357" y="17996"/>
                  </a:cubicBezTo>
                  <a:cubicBezTo>
                    <a:pt x="2741" y="18297"/>
                    <a:pt x="3175" y="18547"/>
                    <a:pt x="3543" y="18848"/>
                  </a:cubicBezTo>
                  <a:cubicBezTo>
                    <a:pt x="3593" y="18881"/>
                    <a:pt x="3643" y="18898"/>
                    <a:pt x="3693" y="18932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66" y="20018"/>
                  </a:cubicBezTo>
                  <a:cubicBezTo>
                    <a:pt x="6200" y="20051"/>
                    <a:pt x="6317" y="20068"/>
                    <a:pt x="6450" y="20084"/>
                  </a:cubicBezTo>
                  <a:cubicBezTo>
                    <a:pt x="6751" y="20135"/>
                    <a:pt x="7069" y="20151"/>
                    <a:pt x="7369" y="20151"/>
                  </a:cubicBezTo>
                  <a:cubicBezTo>
                    <a:pt x="7520" y="20151"/>
                    <a:pt x="7687" y="20168"/>
                    <a:pt x="7837" y="20201"/>
                  </a:cubicBezTo>
                  <a:cubicBezTo>
                    <a:pt x="8038" y="20252"/>
                    <a:pt x="8221" y="20268"/>
                    <a:pt x="8422" y="20268"/>
                  </a:cubicBezTo>
                  <a:lnTo>
                    <a:pt x="9057" y="20268"/>
                  </a:lnTo>
                  <a:cubicBezTo>
                    <a:pt x="9157" y="20268"/>
                    <a:pt x="9257" y="20268"/>
                    <a:pt x="9358" y="20285"/>
                  </a:cubicBezTo>
                  <a:cubicBezTo>
                    <a:pt x="9589" y="20322"/>
                    <a:pt x="9825" y="20333"/>
                    <a:pt x="10063" y="20333"/>
                  </a:cubicBezTo>
                  <a:cubicBezTo>
                    <a:pt x="10256" y="20333"/>
                    <a:pt x="10450" y="20326"/>
                    <a:pt x="10644" y="20318"/>
                  </a:cubicBezTo>
                  <a:cubicBezTo>
                    <a:pt x="10828" y="20302"/>
                    <a:pt x="10995" y="20268"/>
                    <a:pt x="11145" y="20151"/>
                  </a:cubicBezTo>
                  <a:cubicBezTo>
                    <a:pt x="11212" y="20101"/>
                    <a:pt x="11279" y="20084"/>
                    <a:pt x="11346" y="20084"/>
                  </a:cubicBezTo>
                  <a:cubicBezTo>
                    <a:pt x="11413" y="20084"/>
                    <a:pt x="11480" y="20051"/>
                    <a:pt x="11546" y="20051"/>
                  </a:cubicBezTo>
                  <a:cubicBezTo>
                    <a:pt x="12081" y="19901"/>
                    <a:pt x="12599" y="19700"/>
                    <a:pt x="13084" y="19416"/>
                  </a:cubicBezTo>
                  <a:cubicBezTo>
                    <a:pt x="13134" y="19383"/>
                    <a:pt x="13201" y="19349"/>
                    <a:pt x="13267" y="19316"/>
                  </a:cubicBezTo>
                  <a:cubicBezTo>
                    <a:pt x="13585" y="19149"/>
                    <a:pt x="13886" y="18998"/>
                    <a:pt x="14186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0" y="18614"/>
                    <a:pt x="14621" y="18497"/>
                    <a:pt x="14771" y="18380"/>
                  </a:cubicBezTo>
                  <a:cubicBezTo>
                    <a:pt x="14855" y="18313"/>
                    <a:pt x="14955" y="18230"/>
                    <a:pt x="15005" y="18146"/>
                  </a:cubicBezTo>
                  <a:cubicBezTo>
                    <a:pt x="15072" y="18013"/>
                    <a:pt x="15172" y="17929"/>
                    <a:pt x="15289" y="17862"/>
                  </a:cubicBezTo>
                  <a:cubicBezTo>
                    <a:pt x="15557" y="17695"/>
                    <a:pt x="15757" y="17461"/>
                    <a:pt x="15924" y="17194"/>
                  </a:cubicBezTo>
                  <a:cubicBezTo>
                    <a:pt x="15974" y="17110"/>
                    <a:pt x="16024" y="17027"/>
                    <a:pt x="16091" y="16960"/>
                  </a:cubicBezTo>
                  <a:cubicBezTo>
                    <a:pt x="16225" y="16843"/>
                    <a:pt x="16308" y="16709"/>
                    <a:pt x="16392" y="16559"/>
                  </a:cubicBezTo>
                  <a:cubicBezTo>
                    <a:pt x="16492" y="16392"/>
                    <a:pt x="16592" y="16208"/>
                    <a:pt x="16709" y="16058"/>
                  </a:cubicBezTo>
                  <a:cubicBezTo>
                    <a:pt x="16826" y="15907"/>
                    <a:pt x="16927" y="15757"/>
                    <a:pt x="16993" y="15556"/>
                  </a:cubicBezTo>
                  <a:cubicBezTo>
                    <a:pt x="17077" y="15272"/>
                    <a:pt x="17177" y="14972"/>
                    <a:pt x="17261" y="14671"/>
                  </a:cubicBezTo>
                  <a:cubicBezTo>
                    <a:pt x="17294" y="14604"/>
                    <a:pt x="17311" y="14520"/>
                    <a:pt x="17344" y="14454"/>
                  </a:cubicBezTo>
                  <a:cubicBezTo>
                    <a:pt x="17528" y="14186"/>
                    <a:pt x="17612" y="13902"/>
                    <a:pt x="17612" y="13602"/>
                  </a:cubicBezTo>
                  <a:cubicBezTo>
                    <a:pt x="17628" y="13568"/>
                    <a:pt x="17628" y="13535"/>
                    <a:pt x="17628" y="13501"/>
                  </a:cubicBezTo>
                  <a:cubicBezTo>
                    <a:pt x="17712" y="13284"/>
                    <a:pt x="17712" y="13067"/>
                    <a:pt x="17712" y="12850"/>
                  </a:cubicBezTo>
                  <a:cubicBezTo>
                    <a:pt x="17695" y="12465"/>
                    <a:pt x="17679" y="12081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77"/>
                    <a:pt x="17578" y="10243"/>
                    <a:pt x="17562" y="10193"/>
                  </a:cubicBezTo>
                  <a:cubicBezTo>
                    <a:pt x="17545" y="10126"/>
                    <a:pt x="17528" y="10076"/>
                    <a:pt x="17528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60" y="8756"/>
                    <a:pt x="16943" y="8489"/>
                  </a:cubicBezTo>
                  <a:cubicBezTo>
                    <a:pt x="16726" y="8004"/>
                    <a:pt x="16359" y="7637"/>
                    <a:pt x="15974" y="7286"/>
                  </a:cubicBezTo>
                  <a:cubicBezTo>
                    <a:pt x="15824" y="7152"/>
                    <a:pt x="15690" y="7002"/>
                    <a:pt x="15557" y="6851"/>
                  </a:cubicBezTo>
                  <a:cubicBezTo>
                    <a:pt x="15105" y="6300"/>
                    <a:pt x="14654" y="5732"/>
                    <a:pt x="14203" y="5164"/>
                  </a:cubicBezTo>
                  <a:cubicBezTo>
                    <a:pt x="13919" y="4796"/>
                    <a:pt x="13652" y="4412"/>
                    <a:pt x="13451" y="3961"/>
                  </a:cubicBezTo>
                  <a:cubicBezTo>
                    <a:pt x="13401" y="3844"/>
                    <a:pt x="13334" y="3743"/>
                    <a:pt x="13284" y="3627"/>
                  </a:cubicBezTo>
                  <a:cubicBezTo>
                    <a:pt x="13034" y="3209"/>
                    <a:pt x="12833" y="2774"/>
                    <a:pt x="12699" y="2307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8"/>
                    <a:pt x="12465" y="1070"/>
                    <a:pt x="12365" y="736"/>
                  </a:cubicBezTo>
                  <a:cubicBezTo>
                    <a:pt x="12348" y="686"/>
                    <a:pt x="12315" y="619"/>
                    <a:pt x="12265" y="586"/>
                  </a:cubicBezTo>
                  <a:cubicBezTo>
                    <a:pt x="12081" y="402"/>
                    <a:pt x="11864" y="268"/>
                    <a:pt x="11613" y="185"/>
                  </a:cubicBezTo>
                  <a:cubicBezTo>
                    <a:pt x="11480" y="151"/>
                    <a:pt x="11346" y="118"/>
                    <a:pt x="11229" y="101"/>
                  </a:cubicBezTo>
                  <a:cubicBezTo>
                    <a:pt x="10928" y="17"/>
                    <a:pt x="10644" y="17"/>
                    <a:pt x="10360" y="1"/>
                  </a:cubicBezTo>
                  <a:lnTo>
                    <a:pt x="8856" y="1"/>
                  </a:lnTo>
                  <a:cubicBezTo>
                    <a:pt x="8578" y="1"/>
                    <a:pt x="8299" y="8"/>
                    <a:pt x="8026" y="8"/>
                  </a:cubicBezTo>
                  <a:cubicBezTo>
                    <a:pt x="7889" y="8"/>
                    <a:pt x="7754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1672550" y="4108625"/>
              <a:ext cx="426075" cy="490550"/>
            </a:xfrm>
            <a:custGeom>
              <a:avLst/>
              <a:gdLst/>
              <a:ahLst/>
              <a:cxnLst/>
              <a:rect l="l" t="t" r="r" b="b"/>
              <a:pathLst>
                <a:path w="17043" h="19622" extrusionOk="0">
                  <a:moveTo>
                    <a:pt x="6215" y="0"/>
                  </a:moveTo>
                  <a:cubicBezTo>
                    <a:pt x="5844" y="0"/>
                    <a:pt x="5502" y="112"/>
                    <a:pt x="5213" y="490"/>
                  </a:cubicBezTo>
                  <a:cubicBezTo>
                    <a:pt x="4612" y="1275"/>
                    <a:pt x="4445" y="2311"/>
                    <a:pt x="4127" y="3230"/>
                  </a:cubicBezTo>
                  <a:cubicBezTo>
                    <a:pt x="3659" y="4517"/>
                    <a:pt x="2757" y="5569"/>
                    <a:pt x="1888" y="6589"/>
                  </a:cubicBezTo>
                  <a:cubicBezTo>
                    <a:pt x="1153" y="7457"/>
                    <a:pt x="819" y="8193"/>
                    <a:pt x="518" y="9295"/>
                  </a:cubicBezTo>
                  <a:cubicBezTo>
                    <a:pt x="201" y="10431"/>
                    <a:pt x="0" y="11434"/>
                    <a:pt x="0" y="12620"/>
                  </a:cubicBezTo>
                  <a:cubicBezTo>
                    <a:pt x="0" y="13773"/>
                    <a:pt x="318" y="14625"/>
                    <a:pt x="852" y="15611"/>
                  </a:cubicBezTo>
                  <a:cubicBezTo>
                    <a:pt x="1404" y="16647"/>
                    <a:pt x="2122" y="17382"/>
                    <a:pt x="3024" y="18117"/>
                  </a:cubicBezTo>
                  <a:cubicBezTo>
                    <a:pt x="3877" y="18836"/>
                    <a:pt x="4779" y="19488"/>
                    <a:pt x="5915" y="19588"/>
                  </a:cubicBezTo>
                  <a:cubicBezTo>
                    <a:pt x="6191" y="19611"/>
                    <a:pt x="6462" y="19621"/>
                    <a:pt x="6731" y="19621"/>
                  </a:cubicBezTo>
                  <a:cubicBezTo>
                    <a:pt x="7635" y="19621"/>
                    <a:pt x="8510" y="19501"/>
                    <a:pt x="9424" y="19320"/>
                  </a:cubicBezTo>
                  <a:cubicBezTo>
                    <a:pt x="10660" y="19053"/>
                    <a:pt x="11763" y="18919"/>
                    <a:pt x="12816" y="18168"/>
                  </a:cubicBezTo>
                  <a:cubicBezTo>
                    <a:pt x="14604" y="16881"/>
                    <a:pt x="15673" y="14926"/>
                    <a:pt x="16508" y="12954"/>
                  </a:cubicBezTo>
                  <a:cubicBezTo>
                    <a:pt x="16893" y="12052"/>
                    <a:pt x="17043" y="10849"/>
                    <a:pt x="16859" y="9880"/>
                  </a:cubicBezTo>
                  <a:cubicBezTo>
                    <a:pt x="16692" y="8911"/>
                    <a:pt x="16074" y="8310"/>
                    <a:pt x="15389" y="7641"/>
                  </a:cubicBezTo>
                  <a:cubicBezTo>
                    <a:pt x="14520" y="6789"/>
                    <a:pt x="13451" y="5920"/>
                    <a:pt x="13016" y="4734"/>
                  </a:cubicBezTo>
                  <a:cubicBezTo>
                    <a:pt x="12599" y="3581"/>
                    <a:pt x="12465" y="2395"/>
                    <a:pt x="11780" y="1342"/>
                  </a:cubicBezTo>
                  <a:cubicBezTo>
                    <a:pt x="11111" y="323"/>
                    <a:pt x="10092" y="106"/>
                    <a:pt x="8956" y="39"/>
                  </a:cubicBezTo>
                  <a:cubicBezTo>
                    <a:pt x="8895" y="35"/>
                    <a:pt x="8832" y="34"/>
                    <a:pt x="8769" y="34"/>
                  </a:cubicBezTo>
                  <a:cubicBezTo>
                    <a:pt x="8300" y="34"/>
                    <a:pt x="7776" y="116"/>
                    <a:pt x="7282" y="116"/>
                  </a:cubicBezTo>
                  <a:cubicBezTo>
                    <a:pt x="7187" y="116"/>
                    <a:pt x="7093" y="113"/>
                    <a:pt x="7001" y="106"/>
                  </a:cubicBezTo>
                  <a:cubicBezTo>
                    <a:pt x="6731" y="52"/>
                    <a:pt x="6466" y="0"/>
                    <a:pt x="6215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1872625" y="2825125"/>
              <a:ext cx="12150" cy="1123650"/>
            </a:xfrm>
            <a:custGeom>
              <a:avLst/>
              <a:gdLst/>
              <a:ahLst/>
              <a:cxnLst/>
              <a:rect l="l" t="t" r="r" b="b"/>
              <a:pathLst>
                <a:path w="486" h="44946" extrusionOk="0">
                  <a:moveTo>
                    <a:pt x="485" y="21136"/>
                  </a:moveTo>
                  <a:lnTo>
                    <a:pt x="468" y="21136"/>
                  </a:lnTo>
                  <a:cubicBezTo>
                    <a:pt x="452" y="18948"/>
                    <a:pt x="452" y="2556"/>
                    <a:pt x="435" y="368"/>
                  </a:cubicBezTo>
                  <a:cubicBezTo>
                    <a:pt x="435" y="0"/>
                    <a:pt x="418" y="719"/>
                    <a:pt x="402" y="368"/>
                  </a:cubicBezTo>
                  <a:cubicBezTo>
                    <a:pt x="402" y="301"/>
                    <a:pt x="385" y="418"/>
                    <a:pt x="385" y="368"/>
                  </a:cubicBezTo>
                  <a:cubicBezTo>
                    <a:pt x="368" y="267"/>
                    <a:pt x="301" y="351"/>
                    <a:pt x="235" y="368"/>
                  </a:cubicBezTo>
                  <a:cubicBezTo>
                    <a:pt x="168" y="368"/>
                    <a:pt x="118" y="267"/>
                    <a:pt x="101" y="368"/>
                  </a:cubicBezTo>
                  <a:cubicBezTo>
                    <a:pt x="84" y="435"/>
                    <a:pt x="84" y="284"/>
                    <a:pt x="67" y="368"/>
                  </a:cubicBezTo>
                  <a:cubicBezTo>
                    <a:pt x="67" y="535"/>
                    <a:pt x="51" y="184"/>
                    <a:pt x="51" y="368"/>
                  </a:cubicBezTo>
                  <a:cubicBezTo>
                    <a:pt x="34" y="2189"/>
                    <a:pt x="17" y="17711"/>
                    <a:pt x="17" y="19532"/>
                  </a:cubicBezTo>
                  <a:cubicBezTo>
                    <a:pt x="1" y="22256"/>
                    <a:pt x="1" y="37678"/>
                    <a:pt x="1" y="40418"/>
                  </a:cubicBezTo>
                  <a:cubicBezTo>
                    <a:pt x="1" y="40786"/>
                    <a:pt x="17" y="44044"/>
                    <a:pt x="51" y="44411"/>
                  </a:cubicBezTo>
                  <a:cubicBezTo>
                    <a:pt x="51" y="44562"/>
                    <a:pt x="101" y="44712"/>
                    <a:pt x="151" y="44862"/>
                  </a:cubicBezTo>
                  <a:cubicBezTo>
                    <a:pt x="151" y="44896"/>
                    <a:pt x="201" y="44913"/>
                    <a:pt x="235" y="44929"/>
                  </a:cubicBezTo>
                  <a:cubicBezTo>
                    <a:pt x="285" y="44946"/>
                    <a:pt x="318" y="44913"/>
                    <a:pt x="335" y="44846"/>
                  </a:cubicBezTo>
                  <a:cubicBezTo>
                    <a:pt x="368" y="44712"/>
                    <a:pt x="418" y="44578"/>
                    <a:pt x="435" y="44428"/>
                  </a:cubicBezTo>
                  <a:cubicBezTo>
                    <a:pt x="468" y="44127"/>
                    <a:pt x="485" y="40969"/>
                    <a:pt x="485" y="406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1807875" y="4058675"/>
              <a:ext cx="143725" cy="36725"/>
            </a:xfrm>
            <a:custGeom>
              <a:avLst/>
              <a:gdLst/>
              <a:ahLst/>
              <a:cxnLst/>
              <a:rect l="l" t="t" r="r" b="b"/>
              <a:pathLst>
                <a:path w="5749" h="1469" extrusionOk="0">
                  <a:moveTo>
                    <a:pt x="2725" y="0"/>
                  </a:moveTo>
                  <a:cubicBezTo>
                    <a:pt x="2440" y="0"/>
                    <a:pt x="2156" y="13"/>
                    <a:pt x="1872" y="32"/>
                  </a:cubicBezTo>
                  <a:cubicBezTo>
                    <a:pt x="1780" y="32"/>
                    <a:pt x="1688" y="36"/>
                    <a:pt x="1596" y="36"/>
                  </a:cubicBezTo>
                  <a:cubicBezTo>
                    <a:pt x="1505" y="36"/>
                    <a:pt x="1413" y="32"/>
                    <a:pt x="1321" y="15"/>
                  </a:cubicBezTo>
                  <a:cubicBezTo>
                    <a:pt x="1258" y="11"/>
                    <a:pt x="1194" y="9"/>
                    <a:pt x="1130" y="9"/>
                  </a:cubicBezTo>
                  <a:cubicBezTo>
                    <a:pt x="954" y="9"/>
                    <a:pt x="774" y="24"/>
                    <a:pt x="602" y="48"/>
                  </a:cubicBezTo>
                  <a:cubicBezTo>
                    <a:pt x="452" y="199"/>
                    <a:pt x="318" y="349"/>
                    <a:pt x="168" y="483"/>
                  </a:cubicBezTo>
                  <a:cubicBezTo>
                    <a:pt x="101" y="566"/>
                    <a:pt x="34" y="650"/>
                    <a:pt x="18" y="767"/>
                  </a:cubicBezTo>
                  <a:cubicBezTo>
                    <a:pt x="1" y="951"/>
                    <a:pt x="1" y="1135"/>
                    <a:pt x="1" y="1302"/>
                  </a:cubicBezTo>
                  <a:cubicBezTo>
                    <a:pt x="1" y="1352"/>
                    <a:pt x="18" y="1419"/>
                    <a:pt x="34" y="1469"/>
                  </a:cubicBezTo>
                  <a:cubicBezTo>
                    <a:pt x="118" y="1452"/>
                    <a:pt x="201" y="1452"/>
                    <a:pt x="268" y="1435"/>
                  </a:cubicBezTo>
                  <a:cubicBezTo>
                    <a:pt x="535" y="1337"/>
                    <a:pt x="826" y="1298"/>
                    <a:pt x="1121" y="1298"/>
                  </a:cubicBezTo>
                  <a:cubicBezTo>
                    <a:pt x="1176" y="1298"/>
                    <a:pt x="1232" y="1299"/>
                    <a:pt x="1287" y="1302"/>
                  </a:cubicBezTo>
                  <a:lnTo>
                    <a:pt x="4312" y="1302"/>
                  </a:lnTo>
                  <a:cubicBezTo>
                    <a:pt x="4393" y="1298"/>
                    <a:pt x="4473" y="1296"/>
                    <a:pt x="4553" y="1296"/>
                  </a:cubicBezTo>
                  <a:cubicBezTo>
                    <a:pt x="4885" y="1296"/>
                    <a:pt x="5208" y="1331"/>
                    <a:pt x="5531" y="1452"/>
                  </a:cubicBezTo>
                  <a:cubicBezTo>
                    <a:pt x="5556" y="1460"/>
                    <a:pt x="5586" y="1460"/>
                    <a:pt x="5619" y="1460"/>
                  </a:cubicBezTo>
                  <a:cubicBezTo>
                    <a:pt x="5652" y="1460"/>
                    <a:pt x="5690" y="1460"/>
                    <a:pt x="5732" y="1469"/>
                  </a:cubicBezTo>
                  <a:cubicBezTo>
                    <a:pt x="5732" y="1385"/>
                    <a:pt x="5749" y="1302"/>
                    <a:pt x="5749" y="1235"/>
                  </a:cubicBezTo>
                  <a:cubicBezTo>
                    <a:pt x="5749" y="1084"/>
                    <a:pt x="5732" y="951"/>
                    <a:pt x="5732" y="800"/>
                  </a:cubicBezTo>
                  <a:cubicBezTo>
                    <a:pt x="5715" y="583"/>
                    <a:pt x="5581" y="449"/>
                    <a:pt x="5381" y="383"/>
                  </a:cubicBezTo>
                  <a:cubicBezTo>
                    <a:pt x="5180" y="316"/>
                    <a:pt x="4963" y="249"/>
                    <a:pt x="4763" y="216"/>
                  </a:cubicBezTo>
                  <a:cubicBezTo>
                    <a:pt x="4312" y="149"/>
                    <a:pt x="3877" y="99"/>
                    <a:pt x="3426" y="32"/>
                  </a:cubicBezTo>
                  <a:cubicBezTo>
                    <a:pt x="3192" y="9"/>
                    <a:pt x="2958" y="0"/>
                    <a:pt x="2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1820425" y="4020325"/>
              <a:ext cx="118650" cy="37475"/>
            </a:xfrm>
            <a:custGeom>
              <a:avLst/>
              <a:gdLst/>
              <a:ahLst/>
              <a:cxnLst/>
              <a:rect l="l" t="t" r="r" b="b"/>
              <a:pathLst>
                <a:path w="4746" h="1499" extrusionOk="0">
                  <a:moveTo>
                    <a:pt x="1494" y="1"/>
                  </a:moveTo>
                  <a:cubicBezTo>
                    <a:pt x="1202" y="1"/>
                    <a:pt x="910" y="33"/>
                    <a:pt x="618" y="45"/>
                  </a:cubicBezTo>
                  <a:cubicBezTo>
                    <a:pt x="334" y="45"/>
                    <a:pt x="217" y="279"/>
                    <a:pt x="50" y="413"/>
                  </a:cubicBezTo>
                  <a:cubicBezTo>
                    <a:pt x="33" y="413"/>
                    <a:pt x="17" y="446"/>
                    <a:pt x="17" y="463"/>
                  </a:cubicBezTo>
                  <a:cubicBezTo>
                    <a:pt x="33" y="630"/>
                    <a:pt x="0" y="797"/>
                    <a:pt x="50" y="948"/>
                  </a:cubicBezTo>
                  <a:cubicBezTo>
                    <a:pt x="84" y="1115"/>
                    <a:pt x="150" y="1298"/>
                    <a:pt x="134" y="1499"/>
                  </a:cubicBezTo>
                  <a:cubicBezTo>
                    <a:pt x="251" y="1482"/>
                    <a:pt x="351" y="1449"/>
                    <a:pt x="451" y="1432"/>
                  </a:cubicBezTo>
                  <a:cubicBezTo>
                    <a:pt x="735" y="1365"/>
                    <a:pt x="1019" y="1282"/>
                    <a:pt x="1303" y="1248"/>
                  </a:cubicBezTo>
                  <a:cubicBezTo>
                    <a:pt x="1634" y="1202"/>
                    <a:pt x="1964" y="1177"/>
                    <a:pt x="2292" y="1177"/>
                  </a:cubicBezTo>
                  <a:cubicBezTo>
                    <a:pt x="2561" y="1177"/>
                    <a:pt x="2828" y="1194"/>
                    <a:pt x="3091" y="1232"/>
                  </a:cubicBezTo>
                  <a:cubicBezTo>
                    <a:pt x="3559" y="1298"/>
                    <a:pt x="4044" y="1332"/>
                    <a:pt x="4495" y="1449"/>
                  </a:cubicBezTo>
                  <a:lnTo>
                    <a:pt x="4578" y="1449"/>
                  </a:lnTo>
                  <a:cubicBezTo>
                    <a:pt x="4612" y="1332"/>
                    <a:pt x="4612" y="1215"/>
                    <a:pt x="4662" y="1098"/>
                  </a:cubicBezTo>
                  <a:cubicBezTo>
                    <a:pt x="4745" y="897"/>
                    <a:pt x="4729" y="697"/>
                    <a:pt x="4712" y="480"/>
                  </a:cubicBezTo>
                  <a:cubicBezTo>
                    <a:pt x="4678" y="463"/>
                    <a:pt x="4645" y="446"/>
                    <a:pt x="4612" y="430"/>
                  </a:cubicBezTo>
                  <a:cubicBezTo>
                    <a:pt x="4495" y="379"/>
                    <a:pt x="4394" y="346"/>
                    <a:pt x="4277" y="313"/>
                  </a:cubicBezTo>
                  <a:cubicBezTo>
                    <a:pt x="3576" y="112"/>
                    <a:pt x="2874" y="29"/>
                    <a:pt x="2139" y="12"/>
                  </a:cubicBezTo>
                  <a:cubicBezTo>
                    <a:pt x="2061" y="12"/>
                    <a:pt x="1975" y="19"/>
                    <a:pt x="1892" y="19"/>
                  </a:cubicBezTo>
                  <a:cubicBezTo>
                    <a:pt x="1851" y="19"/>
                    <a:pt x="1810" y="17"/>
                    <a:pt x="1771" y="12"/>
                  </a:cubicBezTo>
                  <a:cubicBezTo>
                    <a:pt x="1679" y="4"/>
                    <a:pt x="1586" y="1"/>
                    <a:pt x="1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1830850" y="3970025"/>
              <a:ext cx="97775" cy="51025"/>
            </a:xfrm>
            <a:custGeom>
              <a:avLst/>
              <a:gdLst/>
              <a:ahLst/>
              <a:cxnLst/>
              <a:rect l="l" t="t" r="r" b="b"/>
              <a:pathLst>
                <a:path w="3911" h="2041" extrusionOk="0">
                  <a:moveTo>
                    <a:pt x="1866" y="1"/>
                  </a:moveTo>
                  <a:cubicBezTo>
                    <a:pt x="1706" y="1"/>
                    <a:pt x="1543" y="9"/>
                    <a:pt x="1388" y="69"/>
                  </a:cubicBezTo>
                  <a:cubicBezTo>
                    <a:pt x="1337" y="86"/>
                    <a:pt x="1287" y="86"/>
                    <a:pt x="1254" y="86"/>
                  </a:cubicBezTo>
                  <a:cubicBezTo>
                    <a:pt x="987" y="153"/>
                    <a:pt x="736" y="203"/>
                    <a:pt x="535" y="420"/>
                  </a:cubicBezTo>
                  <a:cubicBezTo>
                    <a:pt x="452" y="503"/>
                    <a:pt x="352" y="587"/>
                    <a:pt x="251" y="670"/>
                  </a:cubicBezTo>
                  <a:cubicBezTo>
                    <a:pt x="101" y="771"/>
                    <a:pt x="34" y="921"/>
                    <a:pt x="34" y="1105"/>
                  </a:cubicBezTo>
                  <a:cubicBezTo>
                    <a:pt x="51" y="1339"/>
                    <a:pt x="34" y="1556"/>
                    <a:pt x="34" y="1773"/>
                  </a:cubicBezTo>
                  <a:cubicBezTo>
                    <a:pt x="34" y="1823"/>
                    <a:pt x="1" y="1874"/>
                    <a:pt x="68" y="1924"/>
                  </a:cubicBezTo>
                  <a:cubicBezTo>
                    <a:pt x="118" y="1907"/>
                    <a:pt x="151" y="1907"/>
                    <a:pt x="201" y="1890"/>
                  </a:cubicBezTo>
                  <a:cubicBezTo>
                    <a:pt x="452" y="1807"/>
                    <a:pt x="719" y="1790"/>
                    <a:pt x="970" y="1773"/>
                  </a:cubicBezTo>
                  <a:cubicBezTo>
                    <a:pt x="1221" y="1773"/>
                    <a:pt x="1471" y="1773"/>
                    <a:pt x="1722" y="1757"/>
                  </a:cubicBezTo>
                  <a:cubicBezTo>
                    <a:pt x="1782" y="1754"/>
                    <a:pt x="1842" y="1753"/>
                    <a:pt x="1902" y="1753"/>
                  </a:cubicBezTo>
                  <a:cubicBezTo>
                    <a:pt x="2306" y="1753"/>
                    <a:pt x="2701" y="1801"/>
                    <a:pt x="3109" y="1874"/>
                  </a:cubicBezTo>
                  <a:cubicBezTo>
                    <a:pt x="3359" y="1924"/>
                    <a:pt x="3627" y="1974"/>
                    <a:pt x="3911" y="2041"/>
                  </a:cubicBezTo>
                  <a:cubicBezTo>
                    <a:pt x="3894" y="1924"/>
                    <a:pt x="3877" y="1840"/>
                    <a:pt x="3877" y="1740"/>
                  </a:cubicBezTo>
                  <a:cubicBezTo>
                    <a:pt x="3894" y="1556"/>
                    <a:pt x="3777" y="1456"/>
                    <a:pt x="3627" y="1406"/>
                  </a:cubicBezTo>
                  <a:cubicBezTo>
                    <a:pt x="3576" y="1389"/>
                    <a:pt x="3510" y="1356"/>
                    <a:pt x="3443" y="1339"/>
                  </a:cubicBezTo>
                  <a:cubicBezTo>
                    <a:pt x="3092" y="1255"/>
                    <a:pt x="2724" y="1172"/>
                    <a:pt x="2340" y="1172"/>
                  </a:cubicBezTo>
                  <a:cubicBezTo>
                    <a:pt x="2106" y="1172"/>
                    <a:pt x="1872" y="1172"/>
                    <a:pt x="1638" y="1138"/>
                  </a:cubicBezTo>
                  <a:cubicBezTo>
                    <a:pt x="1446" y="1117"/>
                    <a:pt x="1253" y="1089"/>
                    <a:pt x="1060" y="1089"/>
                  </a:cubicBezTo>
                  <a:cubicBezTo>
                    <a:pt x="952" y="1089"/>
                    <a:pt x="844" y="1098"/>
                    <a:pt x="736" y="1122"/>
                  </a:cubicBezTo>
                  <a:cubicBezTo>
                    <a:pt x="719" y="1122"/>
                    <a:pt x="703" y="1123"/>
                    <a:pt x="686" y="1123"/>
                  </a:cubicBezTo>
                  <a:cubicBezTo>
                    <a:pt x="654" y="1123"/>
                    <a:pt x="625" y="1116"/>
                    <a:pt x="602" y="1071"/>
                  </a:cubicBezTo>
                  <a:cubicBezTo>
                    <a:pt x="619" y="1005"/>
                    <a:pt x="686" y="1021"/>
                    <a:pt x="736" y="1005"/>
                  </a:cubicBezTo>
                  <a:cubicBezTo>
                    <a:pt x="936" y="971"/>
                    <a:pt x="1154" y="955"/>
                    <a:pt x="1354" y="904"/>
                  </a:cubicBezTo>
                  <a:cubicBezTo>
                    <a:pt x="1505" y="871"/>
                    <a:pt x="1655" y="838"/>
                    <a:pt x="1805" y="838"/>
                  </a:cubicBezTo>
                  <a:lnTo>
                    <a:pt x="2240" y="838"/>
                  </a:lnTo>
                  <a:cubicBezTo>
                    <a:pt x="2284" y="836"/>
                    <a:pt x="2329" y="835"/>
                    <a:pt x="2373" y="835"/>
                  </a:cubicBezTo>
                  <a:cubicBezTo>
                    <a:pt x="2858" y="835"/>
                    <a:pt x="3317" y="920"/>
                    <a:pt x="3777" y="1088"/>
                  </a:cubicBezTo>
                  <a:lnTo>
                    <a:pt x="3860" y="1088"/>
                  </a:lnTo>
                  <a:cubicBezTo>
                    <a:pt x="3877" y="988"/>
                    <a:pt x="3877" y="888"/>
                    <a:pt x="3810" y="821"/>
                  </a:cubicBezTo>
                  <a:cubicBezTo>
                    <a:pt x="3593" y="587"/>
                    <a:pt x="3359" y="353"/>
                    <a:pt x="3058" y="203"/>
                  </a:cubicBezTo>
                  <a:cubicBezTo>
                    <a:pt x="3042" y="186"/>
                    <a:pt x="3008" y="186"/>
                    <a:pt x="2992" y="186"/>
                  </a:cubicBezTo>
                  <a:cubicBezTo>
                    <a:pt x="2808" y="136"/>
                    <a:pt x="2641" y="102"/>
                    <a:pt x="2457" y="52"/>
                  </a:cubicBezTo>
                  <a:cubicBezTo>
                    <a:pt x="2323" y="2"/>
                    <a:pt x="2190" y="2"/>
                    <a:pt x="2056" y="2"/>
                  </a:cubicBezTo>
                  <a:cubicBezTo>
                    <a:pt x="1994" y="2"/>
                    <a:pt x="1930" y="1"/>
                    <a:pt x="18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1834625" y="3975400"/>
              <a:ext cx="90850" cy="26650"/>
            </a:xfrm>
            <a:custGeom>
              <a:avLst/>
              <a:gdLst/>
              <a:ahLst/>
              <a:cxnLst/>
              <a:rect l="l" t="t" r="r" b="b"/>
              <a:pathLst>
                <a:path w="3634" h="1066" extrusionOk="0">
                  <a:moveTo>
                    <a:pt x="1546" y="1"/>
                  </a:moveTo>
                  <a:cubicBezTo>
                    <a:pt x="1093" y="1"/>
                    <a:pt x="237" y="215"/>
                    <a:pt x="50" y="589"/>
                  </a:cubicBezTo>
                  <a:cubicBezTo>
                    <a:pt x="0" y="689"/>
                    <a:pt x="0" y="823"/>
                    <a:pt x="100" y="907"/>
                  </a:cubicBezTo>
                  <a:cubicBezTo>
                    <a:pt x="100" y="907"/>
                    <a:pt x="100" y="907"/>
                    <a:pt x="117" y="923"/>
                  </a:cubicBezTo>
                  <a:cubicBezTo>
                    <a:pt x="171" y="972"/>
                    <a:pt x="231" y="993"/>
                    <a:pt x="288" y="993"/>
                  </a:cubicBezTo>
                  <a:cubicBezTo>
                    <a:pt x="409" y="993"/>
                    <a:pt x="523" y="903"/>
                    <a:pt x="568" y="790"/>
                  </a:cubicBezTo>
                  <a:cubicBezTo>
                    <a:pt x="754" y="635"/>
                    <a:pt x="1328" y="537"/>
                    <a:pt x="1570" y="537"/>
                  </a:cubicBezTo>
                  <a:cubicBezTo>
                    <a:pt x="1589" y="537"/>
                    <a:pt x="1606" y="538"/>
                    <a:pt x="1621" y="539"/>
                  </a:cubicBezTo>
                  <a:cubicBezTo>
                    <a:pt x="1905" y="572"/>
                    <a:pt x="2958" y="639"/>
                    <a:pt x="3075" y="923"/>
                  </a:cubicBezTo>
                  <a:cubicBezTo>
                    <a:pt x="3122" y="1024"/>
                    <a:pt x="3200" y="1066"/>
                    <a:pt x="3280" y="1066"/>
                  </a:cubicBezTo>
                  <a:cubicBezTo>
                    <a:pt x="3452" y="1066"/>
                    <a:pt x="3634" y="873"/>
                    <a:pt x="3542" y="656"/>
                  </a:cubicBezTo>
                  <a:cubicBezTo>
                    <a:pt x="3292" y="121"/>
                    <a:pt x="2122" y="71"/>
                    <a:pt x="1638" y="4"/>
                  </a:cubicBezTo>
                  <a:cubicBezTo>
                    <a:pt x="1610" y="2"/>
                    <a:pt x="1579" y="1"/>
                    <a:pt x="1546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1827925" y="3999450"/>
              <a:ext cx="94850" cy="19950"/>
            </a:xfrm>
            <a:custGeom>
              <a:avLst/>
              <a:gdLst/>
              <a:ahLst/>
              <a:cxnLst/>
              <a:rect l="l" t="t" r="r" b="b"/>
              <a:pathLst>
                <a:path w="3794" h="798" extrusionOk="0">
                  <a:moveTo>
                    <a:pt x="1652" y="0"/>
                  </a:moveTo>
                  <a:cubicBezTo>
                    <a:pt x="1167" y="0"/>
                    <a:pt x="691" y="67"/>
                    <a:pt x="201" y="245"/>
                  </a:cubicBezTo>
                  <a:cubicBezTo>
                    <a:pt x="101" y="279"/>
                    <a:pt x="1" y="379"/>
                    <a:pt x="1" y="496"/>
                  </a:cubicBezTo>
                  <a:cubicBezTo>
                    <a:pt x="1" y="513"/>
                    <a:pt x="18" y="529"/>
                    <a:pt x="18" y="546"/>
                  </a:cubicBezTo>
                  <a:cubicBezTo>
                    <a:pt x="28" y="711"/>
                    <a:pt x="165" y="793"/>
                    <a:pt x="296" y="793"/>
                  </a:cubicBezTo>
                  <a:cubicBezTo>
                    <a:pt x="378" y="793"/>
                    <a:pt x="457" y="761"/>
                    <a:pt x="502" y="697"/>
                  </a:cubicBezTo>
                  <a:cubicBezTo>
                    <a:pt x="905" y="576"/>
                    <a:pt x="1319" y="520"/>
                    <a:pt x="1735" y="520"/>
                  </a:cubicBezTo>
                  <a:cubicBezTo>
                    <a:pt x="1836" y="520"/>
                    <a:pt x="1938" y="523"/>
                    <a:pt x="2039" y="529"/>
                  </a:cubicBezTo>
                  <a:cubicBezTo>
                    <a:pt x="2307" y="563"/>
                    <a:pt x="3075" y="546"/>
                    <a:pt x="3309" y="680"/>
                  </a:cubicBezTo>
                  <a:cubicBezTo>
                    <a:pt x="3363" y="756"/>
                    <a:pt x="3451" y="798"/>
                    <a:pt x="3538" y="798"/>
                  </a:cubicBezTo>
                  <a:cubicBezTo>
                    <a:pt x="3641" y="798"/>
                    <a:pt x="3741" y="740"/>
                    <a:pt x="3777" y="613"/>
                  </a:cubicBezTo>
                  <a:cubicBezTo>
                    <a:pt x="3777" y="596"/>
                    <a:pt x="3777" y="596"/>
                    <a:pt x="3777" y="596"/>
                  </a:cubicBezTo>
                  <a:cubicBezTo>
                    <a:pt x="3794" y="496"/>
                    <a:pt x="3777" y="396"/>
                    <a:pt x="3710" y="329"/>
                  </a:cubicBezTo>
                  <a:cubicBezTo>
                    <a:pt x="3426" y="62"/>
                    <a:pt x="2774" y="78"/>
                    <a:pt x="2390" y="45"/>
                  </a:cubicBezTo>
                  <a:cubicBezTo>
                    <a:pt x="2140" y="17"/>
                    <a:pt x="1894" y="0"/>
                    <a:pt x="1652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1822075" y="4032475"/>
              <a:ext cx="112500" cy="29750"/>
            </a:xfrm>
            <a:custGeom>
              <a:avLst/>
              <a:gdLst/>
              <a:ahLst/>
              <a:cxnLst/>
              <a:rect l="l" t="t" r="r" b="b"/>
              <a:pathLst>
                <a:path w="4500" h="1190" extrusionOk="0">
                  <a:moveTo>
                    <a:pt x="2510" y="0"/>
                  </a:moveTo>
                  <a:cubicBezTo>
                    <a:pt x="1841" y="0"/>
                    <a:pt x="1180" y="48"/>
                    <a:pt x="519" y="127"/>
                  </a:cubicBezTo>
                  <a:lnTo>
                    <a:pt x="502" y="127"/>
                  </a:lnTo>
                  <a:cubicBezTo>
                    <a:pt x="485" y="144"/>
                    <a:pt x="469" y="144"/>
                    <a:pt x="435" y="144"/>
                  </a:cubicBezTo>
                  <a:cubicBezTo>
                    <a:pt x="302" y="161"/>
                    <a:pt x="252" y="261"/>
                    <a:pt x="252" y="378"/>
                  </a:cubicBezTo>
                  <a:cubicBezTo>
                    <a:pt x="1" y="462"/>
                    <a:pt x="18" y="896"/>
                    <a:pt x="335" y="896"/>
                  </a:cubicBezTo>
                  <a:cubicBezTo>
                    <a:pt x="987" y="896"/>
                    <a:pt x="1622" y="846"/>
                    <a:pt x="2273" y="846"/>
                  </a:cubicBezTo>
                  <a:cubicBezTo>
                    <a:pt x="2300" y="845"/>
                    <a:pt x="2327" y="845"/>
                    <a:pt x="2354" y="845"/>
                  </a:cubicBezTo>
                  <a:cubicBezTo>
                    <a:pt x="2958" y="845"/>
                    <a:pt x="3519" y="1020"/>
                    <a:pt x="4095" y="1180"/>
                  </a:cubicBezTo>
                  <a:cubicBezTo>
                    <a:pt x="4119" y="1187"/>
                    <a:pt x="4142" y="1190"/>
                    <a:pt x="4165" y="1190"/>
                  </a:cubicBezTo>
                  <a:cubicBezTo>
                    <a:pt x="4375" y="1190"/>
                    <a:pt x="4499" y="928"/>
                    <a:pt x="4379" y="762"/>
                  </a:cubicBezTo>
                  <a:cubicBezTo>
                    <a:pt x="4445" y="679"/>
                    <a:pt x="4445" y="545"/>
                    <a:pt x="4345" y="445"/>
                  </a:cubicBezTo>
                  <a:cubicBezTo>
                    <a:pt x="4028" y="111"/>
                    <a:pt x="3493" y="44"/>
                    <a:pt x="3042" y="10"/>
                  </a:cubicBezTo>
                  <a:cubicBezTo>
                    <a:pt x="2864" y="3"/>
                    <a:pt x="2687" y="0"/>
                    <a:pt x="2510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1813725" y="4061500"/>
              <a:ext cx="138125" cy="35175"/>
            </a:xfrm>
            <a:custGeom>
              <a:avLst/>
              <a:gdLst/>
              <a:ahLst/>
              <a:cxnLst/>
              <a:rect l="l" t="t" r="r" b="b"/>
              <a:pathLst>
                <a:path w="5525" h="1407" extrusionOk="0">
                  <a:moveTo>
                    <a:pt x="3319" y="0"/>
                  </a:moveTo>
                  <a:cubicBezTo>
                    <a:pt x="2913" y="0"/>
                    <a:pt x="2527" y="30"/>
                    <a:pt x="2256" y="36"/>
                  </a:cubicBezTo>
                  <a:cubicBezTo>
                    <a:pt x="2202" y="36"/>
                    <a:pt x="2106" y="34"/>
                    <a:pt x="1986" y="34"/>
                  </a:cubicBezTo>
                  <a:cubicBezTo>
                    <a:pt x="1367" y="34"/>
                    <a:pt x="89" y="81"/>
                    <a:pt x="285" y="654"/>
                  </a:cubicBezTo>
                  <a:cubicBezTo>
                    <a:pt x="251" y="671"/>
                    <a:pt x="218" y="704"/>
                    <a:pt x="168" y="721"/>
                  </a:cubicBezTo>
                  <a:cubicBezTo>
                    <a:pt x="1" y="821"/>
                    <a:pt x="1" y="1172"/>
                    <a:pt x="235" y="1205"/>
                  </a:cubicBezTo>
                  <a:cubicBezTo>
                    <a:pt x="1204" y="1339"/>
                    <a:pt x="2173" y="1372"/>
                    <a:pt x="3159" y="1406"/>
                  </a:cubicBezTo>
                  <a:cubicBezTo>
                    <a:pt x="3263" y="1406"/>
                    <a:pt x="3371" y="1407"/>
                    <a:pt x="3480" y="1407"/>
                  </a:cubicBezTo>
                  <a:cubicBezTo>
                    <a:pt x="3807" y="1407"/>
                    <a:pt x="4149" y="1397"/>
                    <a:pt x="4462" y="1322"/>
                  </a:cubicBezTo>
                  <a:cubicBezTo>
                    <a:pt x="4512" y="1331"/>
                    <a:pt x="4566" y="1335"/>
                    <a:pt x="4623" y="1335"/>
                  </a:cubicBezTo>
                  <a:cubicBezTo>
                    <a:pt x="4679" y="1335"/>
                    <a:pt x="4738" y="1331"/>
                    <a:pt x="4796" y="1322"/>
                  </a:cubicBezTo>
                  <a:cubicBezTo>
                    <a:pt x="4846" y="1322"/>
                    <a:pt x="4896" y="1306"/>
                    <a:pt x="4930" y="1289"/>
                  </a:cubicBezTo>
                  <a:cubicBezTo>
                    <a:pt x="4930" y="1289"/>
                    <a:pt x="4946" y="1306"/>
                    <a:pt x="4963" y="1306"/>
                  </a:cubicBezTo>
                  <a:cubicBezTo>
                    <a:pt x="5020" y="1358"/>
                    <a:pt x="5082" y="1380"/>
                    <a:pt x="5142" y="1380"/>
                  </a:cubicBezTo>
                  <a:cubicBezTo>
                    <a:pt x="5348" y="1380"/>
                    <a:pt x="5525" y="1119"/>
                    <a:pt x="5331" y="938"/>
                  </a:cubicBezTo>
                  <a:cubicBezTo>
                    <a:pt x="5297" y="905"/>
                    <a:pt x="5264" y="888"/>
                    <a:pt x="5231" y="854"/>
                  </a:cubicBezTo>
                  <a:cubicBezTo>
                    <a:pt x="5231" y="804"/>
                    <a:pt x="5231" y="754"/>
                    <a:pt x="5197" y="687"/>
                  </a:cubicBezTo>
                  <a:cubicBezTo>
                    <a:pt x="4934" y="107"/>
                    <a:pt x="4091" y="0"/>
                    <a:pt x="3319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1648325" y="3937475"/>
              <a:ext cx="462850" cy="679225"/>
            </a:xfrm>
            <a:custGeom>
              <a:avLst/>
              <a:gdLst/>
              <a:ahLst/>
              <a:cxnLst/>
              <a:rect l="l" t="t" r="r" b="b"/>
              <a:pathLst>
                <a:path w="18514" h="27169" extrusionOk="0">
                  <a:moveTo>
                    <a:pt x="12431" y="6434"/>
                  </a:moveTo>
                  <a:cubicBezTo>
                    <a:pt x="12582" y="6500"/>
                    <a:pt x="12715" y="6601"/>
                    <a:pt x="12899" y="6617"/>
                  </a:cubicBezTo>
                  <a:cubicBezTo>
                    <a:pt x="12949" y="6634"/>
                    <a:pt x="13033" y="6668"/>
                    <a:pt x="13066" y="6701"/>
                  </a:cubicBezTo>
                  <a:cubicBezTo>
                    <a:pt x="13166" y="6868"/>
                    <a:pt x="13300" y="7035"/>
                    <a:pt x="13300" y="7236"/>
                  </a:cubicBezTo>
                  <a:cubicBezTo>
                    <a:pt x="13317" y="7319"/>
                    <a:pt x="13317" y="7386"/>
                    <a:pt x="13317" y="7453"/>
                  </a:cubicBezTo>
                  <a:cubicBezTo>
                    <a:pt x="13300" y="7587"/>
                    <a:pt x="13317" y="7704"/>
                    <a:pt x="13384" y="7820"/>
                  </a:cubicBezTo>
                  <a:cubicBezTo>
                    <a:pt x="13434" y="7887"/>
                    <a:pt x="13434" y="7988"/>
                    <a:pt x="13451" y="8054"/>
                  </a:cubicBezTo>
                  <a:cubicBezTo>
                    <a:pt x="13467" y="8121"/>
                    <a:pt x="13467" y="8188"/>
                    <a:pt x="13451" y="8255"/>
                  </a:cubicBezTo>
                  <a:cubicBezTo>
                    <a:pt x="13417" y="8572"/>
                    <a:pt x="13534" y="8840"/>
                    <a:pt x="13668" y="9107"/>
                  </a:cubicBezTo>
                  <a:cubicBezTo>
                    <a:pt x="13684" y="9174"/>
                    <a:pt x="13718" y="9241"/>
                    <a:pt x="13751" y="9308"/>
                  </a:cubicBezTo>
                  <a:cubicBezTo>
                    <a:pt x="13801" y="9458"/>
                    <a:pt x="13868" y="9625"/>
                    <a:pt x="13935" y="9759"/>
                  </a:cubicBezTo>
                  <a:cubicBezTo>
                    <a:pt x="13969" y="9842"/>
                    <a:pt x="14019" y="9926"/>
                    <a:pt x="14069" y="9976"/>
                  </a:cubicBezTo>
                  <a:cubicBezTo>
                    <a:pt x="14236" y="10093"/>
                    <a:pt x="14303" y="10243"/>
                    <a:pt x="14370" y="10410"/>
                  </a:cubicBezTo>
                  <a:cubicBezTo>
                    <a:pt x="14403" y="10494"/>
                    <a:pt x="14453" y="10561"/>
                    <a:pt x="14486" y="10628"/>
                  </a:cubicBezTo>
                  <a:cubicBezTo>
                    <a:pt x="14520" y="10678"/>
                    <a:pt x="14570" y="10711"/>
                    <a:pt x="14587" y="10761"/>
                  </a:cubicBezTo>
                  <a:cubicBezTo>
                    <a:pt x="14720" y="11012"/>
                    <a:pt x="14904" y="11196"/>
                    <a:pt x="15105" y="11396"/>
                  </a:cubicBezTo>
                  <a:cubicBezTo>
                    <a:pt x="15172" y="11446"/>
                    <a:pt x="15222" y="11513"/>
                    <a:pt x="15255" y="11580"/>
                  </a:cubicBezTo>
                  <a:cubicBezTo>
                    <a:pt x="15339" y="11714"/>
                    <a:pt x="15405" y="11864"/>
                    <a:pt x="15489" y="11998"/>
                  </a:cubicBezTo>
                  <a:cubicBezTo>
                    <a:pt x="15606" y="12215"/>
                    <a:pt x="15756" y="12415"/>
                    <a:pt x="15957" y="12582"/>
                  </a:cubicBezTo>
                  <a:cubicBezTo>
                    <a:pt x="16341" y="12967"/>
                    <a:pt x="16725" y="13368"/>
                    <a:pt x="17076" y="13785"/>
                  </a:cubicBezTo>
                  <a:cubicBezTo>
                    <a:pt x="17344" y="14120"/>
                    <a:pt x="17578" y="14487"/>
                    <a:pt x="17795" y="14855"/>
                  </a:cubicBezTo>
                  <a:cubicBezTo>
                    <a:pt x="17928" y="15089"/>
                    <a:pt x="18012" y="15373"/>
                    <a:pt x="18112" y="15640"/>
                  </a:cubicBezTo>
                  <a:cubicBezTo>
                    <a:pt x="18196" y="15841"/>
                    <a:pt x="18263" y="16041"/>
                    <a:pt x="18329" y="16258"/>
                  </a:cubicBezTo>
                  <a:cubicBezTo>
                    <a:pt x="18396" y="16425"/>
                    <a:pt x="18446" y="16626"/>
                    <a:pt x="18430" y="16810"/>
                  </a:cubicBezTo>
                  <a:cubicBezTo>
                    <a:pt x="18430" y="17077"/>
                    <a:pt x="18430" y="17328"/>
                    <a:pt x="18430" y="17578"/>
                  </a:cubicBezTo>
                  <a:cubicBezTo>
                    <a:pt x="18430" y="17779"/>
                    <a:pt x="18430" y="17979"/>
                    <a:pt x="18446" y="18180"/>
                  </a:cubicBezTo>
                  <a:cubicBezTo>
                    <a:pt x="18513" y="18681"/>
                    <a:pt x="18497" y="19182"/>
                    <a:pt x="18463" y="19684"/>
                  </a:cubicBezTo>
                  <a:cubicBezTo>
                    <a:pt x="18430" y="20068"/>
                    <a:pt x="18346" y="20452"/>
                    <a:pt x="18229" y="20836"/>
                  </a:cubicBezTo>
                  <a:cubicBezTo>
                    <a:pt x="18129" y="21154"/>
                    <a:pt x="17995" y="21471"/>
                    <a:pt x="17845" y="21789"/>
                  </a:cubicBezTo>
                  <a:cubicBezTo>
                    <a:pt x="17661" y="22173"/>
                    <a:pt x="17427" y="22524"/>
                    <a:pt x="17277" y="22925"/>
                  </a:cubicBezTo>
                  <a:cubicBezTo>
                    <a:pt x="17277" y="22942"/>
                    <a:pt x="17277" y="22958"/>
                    <a:pt x="17260" y="22975"/>
                  </a:cubicBezTo>
                  <a:cubicBezTo>
                    <a:pt x="17093" y="23209"/>
                    <a:pt x="16926" y="23460"/>
                    <a:pt x="16759" y="23710"/>
                  </a:cubicBezTo>
                  <a:cubicBezTo>
                    <a:pt x="16725" y="23760"/>
                    <a:pt x="16692" y="23794"/>
                    <a:pt x="16659" y="23844"/>
                  </a:cubicBezTo>
                  <a:cubicBezTo>
                    <a:pt x="16358" y="24379"/>
                    <a:pt x="15923" y="24780"/>
                    <a:pt x="15439" y="25164"/>
                  </a:cubicBezTo>
                  <a:cubicBezTo>
                    <a:pt x="15305" y="25281"/>
                    <a:pt x="15155" y="25398"/>
                    <a:pt x="15004" y="25498"/>
                  </a:cubicBezTo>
                  <a:cubicBezTo>
                    <a:pt x="14954" y="25548"/>
                    <a:pt x="14887" y="25598"/>
                    <a:pt x="14821" y="25648"/>
                  </a:cubicBezTo>
                  <a:cubicBezTo>
                    <a:pt x="14486" y="25816"/>
                    <a:pt x="14169" y="25999"/>
                    <a:pt x="13852" y="26166"/>
                  </a:cubicBezTo>
                  <a:cubicBezTo>
                    <a:pt x="13668" y="26267"/>
                    <a:pt x="13467" y="26367"/>
                    <a:pt x="13267" y="26467"/>
                  </a:cubicBezTo>
                  <a:cubicBezTo>
                    <a:pt x="12866" y="26684"/>
                    <a:pt x="12431" y="26818"/>
                    <a:pt x="11980" y="26935"/>
                  </a:cubicBezTo>
                  <a:cubicBezTo>
                    <a:pt x="11930" y="26952"/>
                    <a:pt x="11863" y="26952"/>
                    <a:pt x="11796" y="26952"/>
                  </a:cubicBezTo>
                  <a:cubicBezTo>
                    <a:pt x="11763" y="26968"/>
                    <a:pt x="11730" y="26952"/>
                    <a:pt x="11696" y="26968"/>
                  </a:cubicBezTo>
                  <a:cubicBezTo>
                    <a:pt x="11412" y="27136"/>
                    <a:pt x="11095" y="27152"/>
                    <a:pt x="10794" y="27169"/>
                  </a:cubicBezTo>
                  <a:cubicBezTo>
                    <a:pt x="10025" y="27169"/>
                    <a:pt x="9257" y="27169"/>
                    <a:pt x="8488" y="27169"/>
                  </a:cubicBezTo>
                  <a:cubicBezTo>
                    <a:pt x="8338" y="27169"/>
                    <a:pt x="8171" y="27152"/>
                    <a:pt x="8004" y="27085"/>
                  </a:cubicBezTo>
                  <a:cubicBezTo>
                    <a:pt x="7836" y="27035"/>
                    <a:pt x="7636" y="27002"/>
                    <a:pt x="7452" y="27002"/>
                  </a:cubicBezTo>
                  <a:cubicBezTo>
                    <a:pt x="7335" y="27002"/>
                    <a:pt x="7235" y="26968"/>
                    <a:pt x="7118" y="26968"/>
                  </a:cubicBezTo>
                  <a:cubicBezTo>
                    <a:pt x="7034" y="26952"/>
                    <a:pt x="6951" y="26952"/>
                    <a:pt x="6884" y="26952"/>
                  </a:cubicBezTo>
                  <a:cubicBezTo>
                    <a:pt x="6684" y="26968"/>
                    <a:pt x="6516" y="26935"/>
                    <a:pt x="6333" y="26885"/>
                  </a:cubicBezTo>
                  <a:cubicBezTo>
                    <a:pt x="5815" y="26735"/>
                    <a:pt x="5313" y="26534"/>
                    <a:pt x="4846" y="26267"/>
                  </a:cubicBezTo>
                  <a:cubicBezTo>
                    <a:pt x="4545" y="26100"/>
                    <a:pt x="4227" y="25933"/>
                    <a:pt x="3910" y="25765"/>
                  </a:cubicBezTo>
                  <a:cubicBezTo>
                    <a:pt x="3743" y="25682"/>
                    <a:pt x="3592" y="25582"/>
                    <a:pt x="3459" y="25465"/>
                  </a:cubicBezTo>
                  <a:cubicBezTo>
                    <a:pt x="3342" y="25364"/>
                    <a:pt x="3208" y="25281"/>
                    <a:pt x="3091" y="25181"/>
                  </a:cubicBezTo>
                  <a:cubicBezTo>
                    <a:pt x="2707" y="24897"/>
                    <a:pt x="2373" y="24562"/>
                    <a:pt x="2072" y="24195"/>
                  </a:cubicBezTo>
                  <a:cubicBezTo>
                    <a:pt x="2005" y="24095"/>
                    <a:pt x="1938" y="23994"/>
                    <a:pt x="1888" y="23894"/>
                  </a:cubicBezTo>
                  <a:cubicBezTo>
                    <a:pt x="1872" y="23877"/>
                    <a:pt x="1855" y="23844"/>
                    <a:pt x="1838" y="23827"/>
                  </a:cubicBezTo>
                  <a:cubicBezTo>
                    <a:pt x="1638" y="23627"/>
                    <a:pt x="1521" y="23359"/>
                    <a:pt x="1354" y="23142"/>
                  </a:cubicBezTo>
                  <a:cubicBezTo>
                    <a:pt x="1303" y="23059"/>
                    <a:pt x="1237" y="22975"/>
                    <a:pt x="1203" y="22875"/>
                  </a:cubicBezTo>
                  <a:cubicBezTo>
                    <a:pt x="1136" y="22691"/>
                    <a:pt x="1036" y="22507"/>
                    <a:pt x="936" y="22340"/>
                  </a:cubicBezTo>
                  <a:cubicBezTo>
                    <a:pt x="602" y="21689"/>
                    <a:pt x="267" y="21020"/>
                    <a:pt x="134" y="20285"/>
                  </a:cubicBezTo>
                  <a:cubicBezTo>
                    <a:pt x="34" y="19800"/>
                    <a:pt x="0" y="19299"/>
                    <a:pt x="17" y="18815"/>
                  </a:cubicBezTo>
                  <a:cubicBezTo>
                    <a:pt x="34" y="18564"/>
                    <a:pt x="67" y="18313"/>
                    <a:pt x="84" y="18080"/>
                  </a:cubicBezTo>
                  <a:cubicBezTo>
                    <a:pt x="100" y="17946"/>
                    <a:pt x="100" y="17795"/>
                    <a:pt x="100" y="17662"/>
                  </a:cubicBezTo>
                  <a:cubicBezTo>
                    <a:pt x="100" y="17411"/>
                    <a:pt x="84" y="17161"/>
                    <a:pt x="84" y="16893"/>
                  </a:cubicBezTo>
                  <a:cubicBezTo>
                    <a:pt x="67" y="16659"/>
                    <a:pt x="117" y="16409"/>
                    <a:pt x="201" y="16175"/>
                  </a:cubicBezTo>
                  <a:cubicBezTo>
                    <a:pt x="351" y="15841"/>
                    <a:pt x="468" y="15473"/>
                    <a:pt x="602" y="15122"/>
                  </a:cubicBezTo>
                  <a:cubicBezTo>
                    <a:pt x="618" y="15055"/>
                    <a:pt x="652" y="14972"/>
                    <a:pt x="685" y="14905"/>
                  </a:cubicBezTo>
                  <a:cubicBezTo>
                    <a:pt x="919" y="14487"/>
                    <a:pt x="1170" y="14086"/>
                    <a:pt x="1487" y="13719"/>
                  </a:cubicBezTo>
                  <a:cubicBezTo>
                    <a:pt x="1805" y="13368"/>
                    <a:pt x="2139" y="13017"/>
                    <a:pt x="2473" y="12666"/>
                  </a:cubicBezTo>
                  <a:cubicBezTo>
                    <a:pt x="2506" y="12633"/>
                    <a:pt x="2540" y="12599"/>
                    <a:pt x="2573" y="12566"/>
                  </a:cubicBezTo>
                  <a:cubicBezTo>
                    <a:pt x="2757" y="12449"/>
                    <a:pt x="2857" y="12265"/>
                    <a:pt x="2974" y="12098"/>
                  </a:cubicBezTo>
                  <a:cubicBezTo>
                    <a:pt x="3075" y="11931"/>
                    <a:pt x="3158" y="11764"/>
                    <a:pt x="3258" y="11597"/>
                  </a:cubicBezTo>
                  <a:cubicBezTo>
                    <a:pt x="3308" y="11496"/>
                    <a:pt x="3375" y="11413"/>
                    <a:pt x="3459" y="11346"/>
                  </a:cubicBezTo>
                  <a:cubicBezTo>
                    <a:pt x="3793" y="11029"/>
                    <a:pt x="4027" y="10661"/>
                    <a:pt x="4211" y="10243"/>
                  </a:cubicBezTo>
                  <a:cubicBezTo>
                    <a:pt x="4227" y="10193"/>
                    <a:pt x="4261" y="10126"/>
                    <a:pt x="4311" y="10093"/>
                  </a:cubicBezTo>
                  <a:cubicBezTo>
                    <a:pt x="4545" y="9926"/>
                    <a:pt x="4628" y="9675"/>
                    <a:pt x="4729" y="9424"/>
                  </a:cubicBezTo>
                  <a:cubicBezTo>
                    <a:pt x="4829" y="9207"/>
                    <a:pt x="4896" y="8973"/>
                    <a:pt x="4996" y="8739"/>
                  </a:cubicBezTo>
                  <a:cubicBezTo>
                    <a:pt x="5029" y="8656"/>
                    <a:pt x="5063" y="8556"/>
                    <a:pt x="5063" y="8455"/>
                  </a:cubicBezTo>
                  <a:cubicBezTo>
                    <a:pt x="5046" y="8338"/>
                    <a:pt x="5046" y="8221"/>
                    <a:pt x="5063" y="8105"/>
                  </a:cubicBezTo>
                  <a:cubicBezTo>
                    <a:pt x="5063" y="8004"/>
                    <a:pt x="5080" y="7904"/>
                    <a:pt x="5113" y="7837"/>
                  </a:cubicBezTo>
                  <a:cubicBezTo>
                    <a:pt x="5197" y="7720"/>
                    <a:pt x="5213" y="7587"/>
                    <a:pt x="5197" y="7470"/>
                  </a:cubicBezTo>
                  <a:cubicBezTo>
                    <a:pt x="5163" y="7202"/>
                    <a:pt x="5280" y="6985"/>
                    <a:pt x="5397" y="6785"/>
                  </a:cubicBezTo>
                  <a:cubicBezTo>
                    <a:pt x="5447" y="6701"/>
                    <a:pt x="5531" y="6634"/>
                    <a:pt x="5614" y="6634"/>
                  </a:cubicBezTo>
                  <a:cubicBezTo>
                    <a:pt x="5798" y="6617"/>
                    <a:pt x="5932" y="6484"/>
                    <a:pt x="6115" y="6450"/>
                  </a:cubicBezTo>
                  <a:cubicBezTo>
                    <a:pt x="6032" y="6166"/>
                    <a:pt x="6032" y="5882"/>
                    <a:pt x="5999" y="5598"/>
                  </a:cubicBezTo>
                  <a:cubicBezTo>
                    <a:pt x="5982" y="5364"/>
                    <a:pt x="6049" y="5164"/>
                    <a:pt x="6216" y="5013"/>
                  </a:cubicBezTo>
                  <a:cubicBezTo>
                    <a:pt x="6316" y="4913"/>
                    <a:pt x="6433" y="4813"/>
                    <a:pt x="6500" y="4679"/>
                  </a:cubicBezTo>
                  <a:cubicBezTo>
                    <a:pt x="6500" y="4663"/>
                    <a:pt x="6500" y="4629"/>
                    <a:pt x="6500" y="4612"/>
                  </a:cubicBezTo>
                  <a:cubicBezTo>
                    <a:pt x="6316" y="4312"/>
                    <a:pt x="6349" y="3994"/>
                    <a:pt x="6366" y="3660"/>
                  </a:cubicBezTo>
                  <a:cubicBezTo>
                    <a:pt x="6366" y="3510"/>
                    <a:pt x="6433" y="3376"/>
                    <a:pt x="6567" y="3292"/>
                  </a:cubicBezTo>
                  <a:cubicBezTo>
                    <a:pt x="6600" y="3276"/>
                    <a:pt x="6633" y="3242"/>
                    <a:pt x="6667" y="3226"/>
                  </a:cubicBezTo>
                  <a:cubicBezTo>
                    <a:pt x="6734" y="3176"/>
                    <a:pt x="6784" y="3092"/>
                    <a:pt x="6784" y="2992"/>
                  </a:cubicBezTo>
                  <a:cubicBezTo>
                    <a:pt x="6784" y="2858"/>
                    <a:pt x="6767" y="2724"/>
                    <a:pt x="6767" y="2591"/>
                  </a:cubicBezTo>
                  <a:cubicBezTo>
                    <a:pt x="6767" y="2457"/>
                    <a:pt x="6767" y="2340"/>
                    <a:pt x="6784" y="2223"/>
                  </a:cubicBezTo>
                  <a:cubicBezTo>
                    <a:pt x="6817" y="1939"/>
                    <a:pt x="6934" y="1705"/>
                    <a:pt x="7185" y="1555"/>
                  </a:cubicBezTo>
                  <a:cubicBezTo>
                    <a:pt x="7369" y="1455"/>
                    <a:pt x="7552" y="1354"/>
                    <a:pt x="7736" y="1237"/>
                  </a:cubicBezTo>
                  <a:cubicBezTo>
                    <a:pt x="7770" y="1137"/>
                    <a:pt x="7786" y="1037"/>
                    <a:pt x="7820" y="920"/>
                  </a:cubicBezTo>
                  <a:cubicBezTo>
                    <a:pt x="7887" y="552"/>
                    <a:pt x="8121" y="302"/>
                    <a:pt x="8421" y="118"/>
                  </a:cubicBezTo>
                  <a:cubicBezTo>
                    <a:pt x="8538" y="51"/>
                    <a:pt x="8672" y="18"/>
                    <a:pt x="8822" y="18"/>
                  </a:cubicBezTo>
                  <a:cubicBezTo>
                    <a:pt x="8956" y="18"/>
                    <a:pt x="9106" y="34"/>
                    <a:pt x="9257" y="18"/>
                  </a:cubicBezTo>
                  <a:cubicBezTo>
                    <a:pt x="9507" y="1"/>
                    <a:pt x="9758" y="51"/>
                    <a:pt x="10009" y="118"/>
                  </a:cubicBezTo>
                  <a:cubicBezTo>
                    <a:pt x="10359" y="235"/>
                    <a:pt x="10560" y="485"/>
                    <a:pt x="10677" y="820"/>
                  </a:cubicBezTo>
                  <a:cubicBezTo>
                    <a:pt x="10727" y="953"/>
                    <a:pt x="10744" y="1104"/>
                    <a:pt x="10777" y="1254"/>
                  </a:cubicBezTo>
                  <a:cubicBezTo>
                    <a:pt x="10944" y="1338"/>
                    <a:pt x="11111" y="1421"/>
                    <a:pt x="11278" y="1521"/>
                  </a:cubicBezTo>
                  <a:cubicBezTo>
                    <a:pt x="11596" y="1688"/>
                    <a:pt x="11730" y="1972"/>
                    <a:pt x="11746" y="2323"/>
                  </a:cubicBezTo>
                  <a:cubicBezTo>
                    <a:pt x="11746" y="2457"/>
                    <a:pt x="11746" y="2607"/>
                    <a:pt x="11746" y="2741"/>
                  </a:cubicBezTo>
                  <a:cubicBezTo>
                    <a:pt x="11746" y="2808"/>
                    <a:pt x="11746" y="2858"/>
                    <a:pt x="11746" y="2925"/>
                  </a:cubicBezTo>
                  <a:cubicBezTo>
                    <a:pt x="11730" y="3075"/>
                    <a:pt x="11780" y="3192"/>
                    <a:pt x="11913" y="3276"/>
                  </a:cubicBezTo>
                  <a:cubicBezTo>
                    <a:pt x="12097" y="3376"/>
                    <a:pt x="12164" y="3526"/>
                    <a:pt x="12164" y="3727"/>
                  </a:cubicBezTo>
                  <a:cubicBezTo>
                    <a:pt x="12147" y="3844"/>
                    <a:pt x="12147" y="3944"/>
                    <a:pt x="12164" y="4061"/>
                  </a:cubicBezTo>
                  <a:cubicBezTo>
                    <a:pt x="12164" y="4228"/>
                    <a:pt x="12131" y="4379"/>
                    <a:pt x="12064" y="4529"/>
                  </a:cubicBezTo>
                  <a:cubicBezTo>
                    <a:pt x="11997" y="4629"/>
                    <a:pt x="12014" y="4729"/>
                    <a:pt x="12097" y="4796"/>
                  </a:cubicBezTo>
                  <a:cubicBezTo>
                    <a:pt x="12181" y="4880"/>
                    <a:pt x="12248" y="4963"/>
                    <a:pt x="12331" y="5047"/>
                  </a:cubicBezTo>
                  <a:cubicBezTo>
                    <a:pt x="12481" y="5197"/>
                    <a:pt x="12532" y="5381"/>
                    <a:pt x="12515" y="5582"/>
                  </a:cubicBezTo>
                  <a:cubicBezTo>
                    <a:pt x="12481" y="5866"/>
                    <a:pt x="12465" y="6150"/>
                    <a:pt x="12431" y="6434"/>
                  </a:cubicBezTo>
                  <a:close/>
                  <a:moveTo>
                    <a:pt x="9257" y="6484"/>
                  </a:moveTo>
                  <a:lnTo>
                    <a:pt x="9257" y="6484"/>
                  </a:lnTo>
                  <a:cubicBezTo>
                    <a:pt x="8856" y="6484"/>
                    <a:pt x="8438" y="6484"/>
                    <a:pt x="8037" y="6484"/>
                  </a:cubicBezTo>
                  <a:cubicBezTo>
                    <a:pt x="7536" y="6484"/>
                    <a:pt x="7051" y="6517"/>
                    <a:pt x="6567" y="6651"/>
                  </a:cubicBezTo>
                  <a:cubicBezTo>
                    <a:pt x="6283" y="6718"/>
                    <a:pt x="6049" y="6868"/>
                    <a:pt x="5848" y="7052"/>
                  </a:cubicBezTo>
                  <a:cubicBezTo>
                    <a:pt x="5798" y="7102"/>
                    <a:pt x="5765" y="7152"/>
                    <a:pt x="5748" y="7219"/>
                  </a:cubicBezTo>
                  <a:cubicBezTo>
                    <a:pt x="5648" y="7520"/>
                    <a:pt x="5547" y="7837"/>
                    <a:pt x="5547" y="8171"/>
                  </a:cubicBezTo>
                  <a:cubicBezTo>
                    <a:pt x="5547" y="8221"/>
                    <a:pt x="5547" y="8288"/>
                    <a:pt x="5531" y="8338"/>
                  </a:cubicBezTo>
                  <a:cubicBezTo>
                    <a:pt x="5414" y="8907"/>
                    <a:pt x="5180" y="9441"/>
                    <a:pt x="4912" y="9959"/>
                  </a:cubicBezTo>
                  <a:cubicBezTo>
                    <a:pt x="4812" y="10160"/>
                    <a:pt x="4695" y="10343"/>
                    <a:pt x="4612" y="10544"/>
                  </a:cubicBezTo>
                  <a:cubicBezTo>
                    <a:pt x="4428" y="10912"/>
                    <a:pt x="4211" y="11246"/>
                    <a:pt x="3943" y="11580"/>
                  </a:cubicBezTo>
                  <a:cubicBezTo>
                    <a:pt x="3492" y="12165"/>
                    <a:pt x="3024" y="12749"/>
                    <a:pt x="2557" y="13334"/>
                  </a:cubicBezTo>
                  <a:cubicBezTo>
                    <a:pt x="2456" y="13451"/>
                    <a:pt x="2356" y="13585"/>
                    <a:pt x="2239" y="13668"/>
                  </a:cubicBezTo>
                  <a:cubicBezTo>
                    <a:pt x="1972" y="13869"/>
                    <a:pt x="1788" y="14120"/>
                    <a:pt x="1571" y="14354"/>
                  </a:cubicBezTo>
                  <a:cubicBezTo>
                    <a:pt x="1454" y="14470"/>
                    <a:pt x="1354" y="14621"/>
                    <a:pt x="1270" y="14771"/>
                  </a:cubicBezTo>
                  <a:cubicBezTo>
                    <a:pt x="1086" y="15122"/>
                    <a:pt x="902" y="15490"/>
                    <a:pt x="735" y="15857"/>
                  </a:cubicBezTo>
                  <a:cubicBezTo>
                    <a:pt x="668" y="16008"/>
                    <a:pt x="618" y="16175"/>
                    <a:pt x="585" y="16342"/>
                  </a:cubicBezTo>
                  <a:cubicBezTo>
                    <a:pt x="552" y="16659"/>
                    <a:pt x="451" y="16977"/>
                    <a:pt x="485" y="17294"/>
                  </a:cubicBezTo>
                  <a:cubicBezTo>
                    <a:pt x="485" y="17328"/>
                    <a:pt x="485" y="17344"/>
                    <a:pt x="468" y="17378"/>
                  </a:cubicBezTo>
                  <a:cubicBezTo>
                    <a:pt x="418" y="17545"/>
                    <a:pt x="418" y="17729"/>
                    <a:pt x="418" y="17912"/>
                  </a:cubicBezTo>
                  <a:lnTo>
                    <a:pt x="435" y="19333"/>
                  </a:lnTo>
                  <a:cubicBezTo>
                    <a:pt x="435" y="19416"/>
                    <a:pt x="435" y="19483"/>
                    <a:pt x="451" y="19550"/>
                  </a:cubicBezTo>
                  <a:cubicBezTo>
                    <a:pt x="518" y="19817"/>
                    <a:pt x="535" y="20101"/>
                    <a:pt x="552" y="20369"/>
                  </a:cubicBezTo>
                  <a:cubicBezTo>
                    <a:pt x="568" y="20586"/>
                    <a:pt x="602" y="20803"/>
                    <a:pt x="719" y="20970"/>
                  </a:cubicBezTo>
                  <a:cubicBezTo>
                    <a:pt x="852" y="21154"/>
                    <a:pt x="902" y="21338"/>
                    <a:pt x="969" y="21538"/>
                  </a:cubicBezTo>
                  <a:cubicBezTo>
                    <a:pt x="1019" y="21722"/>
                    <a:pt x="1086" y="21906"/>
                    <a:pt x="1136" y="22090"/>
                  </a:cubicBezTo>
                  <a:cubicBezTo>
                    <a:pt x="1186" y="22240"/>
                    <a:pt x="1253" y="22374"/>
                    <a:pt x="1354" y="22491"/>
                  </a:cubicBezTo>
                  <a:cubicBezTo>
                    <a:pt x="1454" y="22591"/>
                    <a:pt x="1521" y="22708"/>
                    <a:pt x="1571" y="22841"/>
                  </a:cubicBezTo>
                  <a:cubicBezTo>
                    <a:pt x="1654" y="23059"/>
                    <a:pt x="1788" y="23276"/>
                    <a:pt x="1922" y="23493"/>
                  </a:cubicBezTo>
                  <a:cubicBezTo>
                    <a:pt x="2156" y="23861"/>
                    <a:pt x="2406" y="24195"/>
                    <a:pt x="2757" y="24479"/>
                  </a:cubicBezTo>
                  <a:cubicBezTo>
                    <a:pt x="3141" y="24780"/>
                    <a:pt x="3576" y="25014"/>
                    <a:pt x="3960" y="25331"/>
                  </a:cubicBezTo>
                  <a:cubicBezTo>
                    <a:pt x="4010" y="25364"/>
                    <a:pt x="4060" y="25381"/>
                    <a:pt x="4110" y="25415"/>
                  </a:cubicBezTo>
                  <a:cubicBezTo>
                    <a:pt x="4411" y="25565"/>
                    <a:pt x="4712" y="25715"/>
                    <a:pt x="4996" y="25882"/>
                  </a:cubicBezTo>
                  <a:cubicBezTo>
                    <a:pt x="5464" y="26150"/>
                    <a:pt x="5965" y="26367"/>
                    <a:pt x="6483" y="26501"/>
                  </a:cubicBezTo>
                  <a:cubicBezTo>
                    <a:pt x="6600" y="26534"/>
                    <a:pt x="6734" y="26551"/>
                    <a:pt x="6867" y="26567"/>
                  </a:cubicBezTo>
                  <a:cubicBezTo>
                    <a:pt x="7168" y="26618"/>
                    <a:pt x="7469" y="26634"/>
                    <a:pt x="7786" y="26634"/>
                  </a:cubicBezTo>
                  <a:cubicBezTo>
                    <a:pt x="7937" y="26634"/>
                    <a:pt x="8104" y="26651"/>
                    <a:pt x="8237" y="26684"/>
                  </a:cubicBezTo>
                  <a:cubicBezTo>
                    <a:pt x="8438" y="26735"/>
                    <a:pt x="8638" y="26751"/>
                    <a:pt x="8839" y="26751"/>
                  </a:cubicBezTo>
                  <a:cubicBezTo>
                    <a:pt x="9056" y="26751"/>
                    <a:pt x="9257" y="26751"/>
                    <a:pt x="9474" y="26751"/>
                  </a:cubicBezTo>
                  <a:cubicBezTo>
                    <a:pt x="9574" y="26751"/>
                    <a:pt x="9674" y="26751"/>
                    <a:pt x="9775" y="26768"/>
                  </a:cubicBezTo>
                  <a:cubicBezTo>
                    <a:pt x="10192" y="26835"/>
                    <a:pt x="10627" y="26818"/>
                    <a:pt x="11045" y="26785"/>
                  </a:cubicBezTo>
                  <a:cubicBezTo>
                    <a:pt x="11228" y="26785"/>
                    <a:pt x="11412" y="26735"/>
                    <a:pt x="11562" y="26634"/>
                  </a:cubicBezTo>
                  <a:cubicBezTo>
                    <a:pt x="11629" y="26584"/>
                    <a:pt x="11696" y="26567"/>
                    <a:pt x="11763" y="26567"/>
                  </a:cubicBezTo>
                  <a:cubicBezTo>
                    <a:pt x="11830" y="26551"/>
                    <a:pt x="11897" y="26534"/>
                    <a:pt x="11947" y="26517"/>
                  </a:cubicBezTo>
                  <a:cubicBezTo>
                    <a:pt x="12498" y="26384"/>
                    <a:pt x="13016" y="26183"/>
                    <a:pt x="13484" y="25899"/>
                  </a:cubicBezTo>
                  <a:cubicBezTo>
                    <a:pt x="13551" y="25866"/>
                    <a:pt x="13618" y="25832"/>
                    <a:pt x="13684" y="25799"/>
                  </a:cubicBezTo>
                  <a:cubicBezTo>
                    <a:pt x="13985" y="25632"/>
                    <a:pt x="14303" y="25465"/>
                    <a:pt x="14603" y="25314"/>
                  </a:cubicBezTo>
                  <a:cubicBezTo>
                    <a:pt x="14654" y="25281"/>
                    <a:pt x="14687" y="25247"/>
                    <a:pt x="14737" y="25214"/>
                  </a:cubicBezTo>
                  <a:cubicBezTo>
                    <a:pt x="14887" y="25097"/>
                    <a:pt x="15038" y="24980"/>
                    <a:pt x="15188" y="24863"/>
                  </a:cubicBezTo>
                  <a:cubicBezTo>
                    <a:pt x="15272" y="24796"/>
                    <a:pt x="15355" y="24713"/>
                    <a:pt x="15405" y="24629"/>
                  </a:cubicBezTo>
                  <a:cubicBezTo>
                    <a:pt x="15489" y="24496"/>
                    <a:pt x="15589" y="24412"/>
                    <a:pt x="15706" y="24345"/>
                  </a:cubicBezTo>
                  <a:cubicBezTo>
                    <a:pt x="15974" y="24178"/>
                    <a:pt x="16174" y="23944"/>
                    <a:pt x="16341" y="23677"/>
                  </a:cubicBezTo>
                  <a:cubicBezTo>
                    <a:pt x="16391" y="23593"/>
                    <a:pt x="16441" y="23510"/>
                    <a:pt x="16508" y="23443"/>
                  </a:cubicBezTo>
                  <a:cubicBezTo>
                    <a:pt x="16642" y="23326"/>
                    <a:pt x="16709" y="23176"/>
                    <a:pt x="16792" y="23042"/>
                  </a:cubicBezTo>
                  <a:cubicBezTo>
                    <a:pt x="16893" y="22875"/>
                    <a:pt x="16993" y="22691"/>
                    <a:pt x="17126" y="22541"/>
                  </a:cubicBezTo>
                  <a:cubicBezTo>
                    <a:pt x="17243" y="22390"/>
                    <a:pt x="17344" y="22223"/>
                    <a:pt x="17410" y="22039"/>
                  </a:cubicBezTo>
                  <a:cubicBezTo>
                    <a:pt x="17494" y="21755"/>
                    <a:pt x="17578" y="21455"/>
                    <a:pt x="17678" y="21154"/>
                  </a:cubicBezTo>
                  <a:cubicBezTo>
                    <a:pt x="17695" y="21070"/>
                    <a:pt x="17711" y="20987"/>
                    <a:pt x="17761" y="20937"/>
                  </a:cubicBezTo>
                  <a:cubicBezTo>
                    <a:pt x="17945" y="20669"/>
                    <a:pt x="18012" y="20385"/>
                    <a:pt x="18029" y="20085"/>
                  </a:cubicBezTo>
                  <a:cubicBezTo>
                    <a:pt x="18029" y="20051"/>
                    <a:pt x="18029" y="20001"/>
                    <a:pt x="18045" y="19968"/>
                  </a:cubicBezTo>
                  <a:cubicBezTo>
                    <a:pt x="18129" y="19767"/>
                    <a:pt x="18129" y="19550"/>
                    <a:pt x="18129" y="19333"/>
                  </a:cubicBezTo>
                  <a:cubicBezTo>
                    <a:pt x="18112" y="18948"/>
                    <a:pt x="18079" y="18581"/>
                    <a:pt x="18112" y="18213"/>
                  </a:cubicBezTo>
                  <a:cubicBezTo>
                    <a:pt x="18129" y="17745"/>
                    <a:pt x="18012" y="17277"/>
                    <a:pt x="18012" y="16826"/>
                  </a:cubicBezTo>
                  <a:cubicBezTo>
                    <a:pt x="18012" y="16776"/>
                    <a:pt x="17995" y="16726"/>
                    <a:pt x="17979" y="16693"/>
                  </a:cubicBezTo>
                  <a:cubicBezTo>
                    <a:pt x="17962" y="16626"/>
                    <a:pt x="17945" y="16559"/>
                    <a:pt x="17945" y="16492"/>
                  </a:cubicBezTo>
                  <a:cubicBezTo>
                    <a:pt x="17945" y="16242"/>
                    <a:pt x="17862" y="15991"/>
                    <a:pt x="17745" y="15774"/>
                  </a:cubicBezTo>
                  <a:cubicBezTo>
                    <a:pt x="17628" y="15506"/>
                    <a:pt x="17477" y="15239"/>
                    <a:pt x="17360" y="14988"/>
                  </a:cubicBezTo>
                  <a:cubicBezTo>
                    <a:pt x="17143" y="14504"/>
                    <a:pt x="16776" y="14136"/>
                    <a:pt x="16391" y="13769"/>
                  </a:cubicBezTo>
                  <a:cubicBezTo>
                    <a:pt x="16241" y="13635"/>
                    <a:pt x="16107" y="13501"/>
                    <a:pt x="15974" y="13351"/>
                  </a:cubicBezTo>
                  <a:cubicBezTo>
                    <a:pt x="15522" y="12783"/>
                    <a:pt x="15071" y="12215"/>
                    <a:pt x="14620" y="11663"/>
                  </a:cubicBezTo>
                  <a:cubicBezTo>
                    <a:pt x="14336" y="11279"/>
                    <a:pt x="14069" y="10895"/>
                    <a:pt x="13868" y="10460"/>
                  </a:cubicBezTo>
                  <a:cubicBezTo>
                    <a:pt x="13818" y="10343"/>
                    <a:pt x="13751" y="10226"/>
                    <a:pt x="13701" y="10126"/>
                  </a:cubicBezTo>
                  <a:cubicBezTo>
                    <a:pt x="13451" y="9709"/>
                    <a:pt x="13250" y="9257"/>
                    <a:pt x="13116" y="8806"/>
                  </a:cubicBezTo>
                  <a:cubicBezTo>
                    <a:pt x="13050" y="8606"/>
                    <a:pt x="12983" y="8405"/>
                    <a:pt x="12983" y="8221"/>
                  </a:cubicBezTo>
                  <a:cubicBezTo>
                    <a:pt x="12966" y="7871"/>
                    <a:pt x="12882" y="7553"/>
                    <a:pt x="12782" y="7236"/>
                  </a:cubicBezTo>
                  <a:cubicBezTo>
                    <a:pt x="12765" y="7169"/>
                    <a:pt x="12732" y="7119"/>
                    <a:pt x="12682" y="7069"/>
                  </a:cubicBezTo>
                  <a:cubicBezTo>
                    <a:pt x="12498" y="6902"/>
                    <a:pt x="12281" y="6751"/>
                    <a:pt x="12030" y="6684"/>
                  </a:cubicBezTo>
                  <a:cubicBezTo>
                    <a:pt x="11897" y="6651"/>
                    <a:pt x="11763" y="6617"/>
                    <a:pt x="11646" y="6584"/>
                  </a:cubicBezTo>
                  <a:cubicBezTo>
                    <a:pt x="11345" y="6517"/>
                    <a:pt x="11061" y="6500"/>
                    <a:pt x="10777" y="6500"/>
                  </a:cubicBezTo>
                  <a:cubicBezTo>
                    <a:pt x="10259" y="6484"/>
                    <a:pt x="9758" y="6484"/>
                    <a:pt x="9257" y="6484"/>
                  </a:cubicBezTo>
                  <a:close/>
                  <a:moveTo>
                    <a:pt x="7001" y="4896"/>
                  </a:moveTo>
                  <a:cubicBezTo>
                    <a:pt x="6851" y="5047"/>
                    <a:pt x="6700" y="5181"/>
                    <a:pt x="6567" y="5331"/>
                  </a:cubicBezTo>
                  <a:cubicBezTo>
                    <a:pt x="6483" y="5414"/>
                    <a:pt x="6416" y="5498"/>
                    <a:pt x="6400" y="5615"/>
                  </a:cubicBezTo>
                  <a:cubicBezTo>
                    <a:pt x="6400" y="5782"/>
                    <a:pt x="6383" y="5966"/>
                    <a:pt x="6383" y="6150"/>
                  </a:cubicBezTo>
                  <a:cubicBezTo>
                    <a:pt x="6383" y="6200"/>
                    <a:pt x="6400" y="6250"/>
                    <a:pt x="6416" y="6317"/>
                  </a:cubicBezTo>
                  <a:cubicBezTo>
                    <a:pt x="6500" y="6300"/>
                    <a:pt x="6583" y="6300"/>
                    <a:pt x="6650" y="6283"/>
                  </a:cubicBezTo>
                  <a:cubicBezTo>
                    <a:pt x="6968" y="6166"/>
                    <a:pt x="7318" y="6133"/>
                    <a:pt x="7669" y="6133"/>
                  </a:cubicBezTo>
                  <a:cubicBezTo>
                    <a:pt x="8672" y="6150"/>
                    <a:pt x="9691" y="6150"/>
                    <a:pt x="10694" y="6133"/>
                  </a:cubicBezTo>
                  <a:cubicBezTo>
                    <a:pt x="11111" y="6133"/>
                    <a:pt x="11512" y="6150"/>
                    <a:pt x="11913" y="6300"/>
                  </a:cubicBezTo>
                  <a:cubicBezTo>
                    <a:pt x="11963" y="6317"/>
                    <a:pt x="12030" y="6300"/>
                    <a:pt x="12114" y="6300"/>
                  </a:cubicBezTo>
                  <a:cubicBezTo>
                    <a:pt x="12114" y="6216"/>
                    <a:pt x="12131" y="6150"/>
                    <a:pt x="12131" y="6083"/>
                  </a:cubicBezTo>
                  <a:cubicBezTo>
                    <a:pt x="12131" y="5932"/>
                    <a:pt x="12114" y="5799"/>
                    <a:pt x="12114" y="5648"/>
                  </a:cubicBezTo>
                  <a:cubicBezTo>
                    <a:pt x="12097" y="5431"/>
                    <a:pt x="11963" y="5297"/>
                    <a:pt x="11763" y="5231"/>
                  </a:cubicBezTo>
                  <a:cubicBezTo>
                    <a:pt x="11562" y="5164"/>
                    <a:pt x="11345" y="5097"/>
                    <a:pt x="11145" y="5064"/>
                  </a:cubicBezTo>
                  <a:cubicBezTo>
                    <a:pt x="10694" y="4980"/>
                    <a:pt x="10259" y="4930"/>
                    <a:pt x="9808" y="4880"/>
                  </a:cubicBezTo>
                  <a:cubicBezTo>
                    <a:pt x="9290" y="4830"/>
                    <a:pt x="8772" y="4846"/>
                    <a:pt x="8254" y="4880"/>
                  </a:cubicBezTo>
                  <a:cubicBezTo>
                    <a:pt x="8070" y="4880"/>
                    <a:pt x="7887" y="4880"/>
                    <a:pt x="7703" y="4863"/>
                  </a:cubicBezTo>
                  <a:cubicBezTo>
                    <a:pt x="7469" y="4830"/>
                    <a:pt x="7218" y="4863"/>
                    <a:pt x="7001" y="4896"/>
                  </a:cubicBezTo>
                  <a:close/>
                  <a:moveTo>
                    <a:pt x="11596" y="3794"/>
                  </a:moveTo>
                  <a:cubicBezTo>
                    <a:pt x="11562" y="3777"/>
                    <a:pt x="11529" y="3760"/>
                    <a:pt x="11496" y="3744"/>
                  </a:cubicBezTo>
                  <a:cubicBezTo>
                    <a:pt x="11395" y="3693"/>
                    <a:pt x="11278" y="3660"/>
                    <a:pt x="11161" y="3627"/>
                  </a:cubicBezTo>
                  <a:cubicBezTo>
                    <a:pt x="10460" y="3443"/>
                    <a:pt x="9758" y="3343"/>
                    <a:pt x="9039" y="3343"/>
                  </a:cubicBezTo>
                  <a:cubicBezTo>
                    <a:pt x="8906" y="3343"/>
                    <a:pt x="8772" y="3343"/>
                    <a:pt x="8655" y="3326"/>
                  </a:cubicBezTo>
                  <a:cubicBezTo>
                    <a:pt x="8271" y="3309"/>
                    <a:pt x="7887" y="3343"/>
                    <a:pt x="7502" y="3359"/>
                  </a:cubicBezTo>
                  <a:cubicBezTo>
                    <a:pt x="7218" y="3359"/>
                    <a:pt x="7118" y="3593"/>
                    <a:pt x="6934" y="3727"/>
                  </a:cubicBezTo>
                  <a:cubicBezTo>
                    <a:pt x="6917" y="3744"/>
                    <a:pt x="6917" y="3760"/>
                    <a:pt x="6917" y="3777"/>
                  </a:cubicBezTo>
                  <a:cubicBezTo>
                    <a:pt x="6917" y="3944"/>
                    <a:pt x="6884" y="4111"/>
                    <a:pt x="6934" y="4262"/>
                  </a:cubicBezTo>
                  <a:cubicBezTo>
                    <a:pt x="6968" y="4445"/>
                    <a:pt x="7034" y="4612"/>
                    <a:pt x="7018" y="4813"/>
                  </a:cubicBezTo>
                  <a:cubicBezTo>
                    <a:pt x="7135" y="4796"/>
                    <a:pt x="7235" y="4763"/>
                    <a:pt x="7335" y="4746"/>
                  </a:cubicBezTo>
                  <a:cubicBezTo>
                    <a:pt x="7619" y="4679"/>
                    <a:pt x="7903" y="4596"/>
                    <a:pt x="8187" y="4562"/>
                  </a:cubicBezTo>
                  <a:cubicBezTo>
                    <a:pt x="8789" y="4479"/>
                    <a:pt x="9390" y="4479"/>
                    <a:pt x="9975" y="4562"/>
                  </a:cubicBezTo>
                  <a:cubicBezTo>
                    <a:pt x="10443" y="4629"/>
                    <a:pt x="10928" y="4663"/>
                    <a:pt x="11379" y="4763"/>
                  </a:cubicBezTo>
                  <a:cubicBezTo>
                    <a:pt x="11412" y="4780"/>
                    <a:pt x="11446" y="4763"/>
                    <a:pt x="11462" y="4763"/>
                  </a:cubicBezTo>
                  <a:cubicBezTo>
                    <a:pt x="11496" y="4646"/>
                    <a:pt x="11496" y="4529"/>
                    <a:pt x="11546" y="4412"/>
                  </a:cubicBezTo>
                  <a:cubicBezTo>
                    <a:pt x="11629" y="4211"/>
                    <a:pt x="11613" y="4011"/>
                    <a:pt x="11596" y="3794"/>
                  </a:cubicBezTo>
                  <a:close/>
                  <a:moveTo>
                    <a:pt x="11212" y="3343"/>
                  </a:moveTo>
                  <a:cubicBezTo>
                    <a:pt x="11195" y="3226"/>
                    <a:pt x="11178" y="3125"/>
                    <a:pt x="11178" y="3042"/>
                  </a:cubicBezTo>
                  <a:cubicBezTo>
                    <a:pt x="11195" y="2858"/>
                    <a:pt x="11078" y="2758"/>
                    <a:pt x="10928" y="2708"/>
                  </a:cubicBezTo>
                  <a:cubicBezTo>
                    <a:pt x="10877" y="2674"/>
                    <a:pt x="10811" y="2658"/>
                    <a:pt x="10744" y="2641"/>
                  </a:cubicBezTo>
                  <a:cubicBezTo>
                    <a:pt x="10393" y="2541"/>
                    <a:pt x="10025" y="2474"/>
                    <a:pt x="9641" y="2474"/>
                  </a:cubicBezTo>
                  <a:cubicBezTo>
                    <a:pt x="9407" y="2474"/>
                    <a:pt x="9173" y="2474"/>
                    <a:pt x="8939" y="2440"/>
                  </a:cubicBezTo>
                  <a:cubicBezTo>
                    <a:pt x="8638" y="2407"/>
                    <a:pt x="8338" y="2357"/>
                    <a:pt x="8037" y="2424"/>
                  </a:cubicBezTo>
                  <a:cubicBezTo>
                    <a:pt x="7987" y="2424"/>
                    <a:pt x="7937" y="2440"/>
                    <a:pt x="7903" y="2373"/>
                  </a:cubicBezTo>
                  <a:cubicBezTo>
                    <a:pt x="7920" y="2307"/>
                    <a:pt x="7987" y="2323"/>
                    <a:pt x="8037" y="2307"/>
                  </a:cubicBezTo>
                  <a:cubicBezTo>
                    <a:pt x="8237" y="2273"/>
                    <a:pt x="8455" y="2257"/>
                    <a:pt x="8655" y="2206"/>
                  </a:cubicBezTo>
                  <a:cubicBezTo>
                    <a:pt x="8806" y="2173"/>
                    <a:pt x="8956" y="2140"/>
                    <a:pt x="9106" y="2140"/>
                  </a:cubicBezTo>
                  <a:cubicBezTo>
                    <a:pt x="9257" y="2140"/>
                    <a:pt x="9407" y="2140"/>
                    <a:pt x="9541" y="2123"/>
                  </a:cubicBezTo>
                  <a:cubicBezTo>
                    <a:pt x="10075" y="2123"/>
                    <a:pt x="10577" y="2206"/>
                    <a:pt x="11078" y="2390"/>
                  </a:cubicBezTo>
                  <a:cubicBezTo>
                    <a:pt x="11095" y="2390"/>
                    <a:pt x="11128" y="2390"/>
                    <a:pt x="11161" y="2390"/>
                  </a:cubicBezTo>
                  <a:cubicBezTo>
                    <a:pt x="11178" y="2290"/>
                    <a:pt x="11178" y="2190"/>
                    <a:pt x="11111" y="2123"/>
                  </a:cubicBezTo>
                  <a:cubicBezTo>
                    <a:pt x="10894" y="1889"/>
                    <a:pt x="10660" y="1655"/>
                    <a:pt x="10359" y="1505"/>
                  </a:cubicBezTo>
                  <a:cubicBezTo>
                    <a:pt x="10343" y="1488"/>
                    <a:pt x="10309" y="1488"/>
                    <a:pt x="10293" y="1488"/>
                  </a:cubicBezTo>
                  <a:cubicBezTo>
                    <a:pt x="10109" y="1438"/>
                    <a:pt x="9925" y="1404"/>
                    <a:pt x="9758" y="1354"/>
                  </a:cubicBezTo>
                  <a:cubicBezTo>
                    <a:pt x="9624" y="1304"/>
                    <a:pt x="9491" y="1287"/>
                    <a:pt x="9357" y="1304"/>
                  </a:cubicBezTo>
                  <a:cubicBezTo>
                    <a:pt x="9123" y="1304"/>
                    <a:pt x="8906" y="1287"/>
                    <a:pt x="8689" y="1371"/>
                  </a:cubicBezTo>
                  <a:cubicBezTo>
                    <a:pt x="8638" y="1388"/>
                    <a:pt x="8588" y="1371"/>
                    <a:pt x="8555" y="1388"/>
                  </a:cubicBezTo>
                  <a:cubicBezTo>
                    <a:pt x="8288" y="1455"/>
                    <a:pt x="8037" y="1505"/>
                    <a:pt x="7836" y="1722"/>
                  </a:cubicBezTo>
                  <a:cubicBezTo>
                    <a:pt x="7753" y="1805"/>
                    <a:pt x="7653" y="1889"/>
                    <a:pt x="7552" y="1972"/>
                  </a:cubicBezTo>
                  <a:cubicBezTo>
                    <a:pt x="7402" y="2073"/>
                    <a:pt x="7335" y="2223"/>
                    <a:pt x="7335" y="2407"/>
                  </a:cubicBezTo>
                  <a:cubicBezTo>
                    <a:pt x="7352" y="2624"/>
                    <a:pt x="7335" y="2858"/>
                    <a:pt x="7335" y="3075"/>
                  </a:cubicBezTo>
                  <a:cubicBezTo>
                    <a:pt x="7335" y="3125"/>
                    <a:pt x="7318" y="3176"/>
                    <a:pt x="7385" y="3226"/>
                  </a:cubicBezTo>
                  <a:cubicBezTo>
                    <a:pt x="7419" y="3209"/>
                    <a:pt x="7452" y="3209"/>
                    <a:pt x="7502" y="3192"/>
                  </a:cubicBezTo>
                  <a:cubicBezTo>
                    <a:pt x="7753" y="3109"/>
                    <a:pt x="8020" y="3075"/>
                    <a:pt x="8288" y="3075"/>
                  </a:cubicBezTo>
                  <a:cubicBezTo>
                    <a:pt x="8538" y="3075"/>
                    <a:pt x="8772" y="3075"/>
                    <a:pt x="9023" y="3059"/>
                  </a:cubicBezTo>
                  <a:cubicBezTo>
                    <a:pt x="9491" y="3042"/>
                    <a:pt x="9958" y="3092"/>
                    <a:pt x="10410" y="3176"/>
                  </a:cubicBezTo>
                  <a:cubicBezTo>
                    <a:pt x="10660" y="3209"/>
                    <a:pt x="10928" y="3276"/>
                    <a:pt x="11212" y="3343"/>
                  </a:cubicBezTo>
                  <a:close/>
                  <a:moveTo>
                    <a:pt x="8087" y="1204"/>
                  </a:moveTo>
                  <a:cubicBezTo>
                    <a:pt x="8338" y="1137"/>
                    <a:pt x="8572" y="1070"/>
                    <a:pt x="8806" y="1020"/>
                  </a:cubicBezTo>
                  <a:cubicBezTo>
                    <a:pt x="8856" y="1003"/>
                    <a:pt x="8923" y="987"/>
                    <a:pt x="8989" y="987"/>
                  </a:cubicBezTo>
                  <a:cubicBezTo>
                    <a:pt x="9173" y="987"/>
                    <a:pt x="9357" y="987"/>
                    <a:pt x="9541" y="987"/>
                  </a:cubicBezTo>
                  <a:cubicBezTo>
                    <a:pt x="9591" y="987"/>
                    <a:pt x="9641" y="1003"/>
                    <a:pt x="9708" y="1003"/>
                  </a:cubicBezTo>
                  <a:cubicBezTo>
                    <a:pt x="9925" y="1070"/>
                    <a:pt x="10142" y="1120"/>
                    <a:pt x="10359" y="1187"/>
                  </a:cubicBezTo>
                  <a:cubicBezTo>
                    <a:pt x="10376" y="1187"/>
                    <a:pt x="10410" y="1187"/>
                    <a:pt x="10443" y="1170"/>
                  </a:cubicBezTo>
                  <a:cubicBezTo>
                    <a:pt x="10410" y="937"/>
                    <a:pt x="10293" y="753"/>
                    <a:pt x="10126" y="586"/>
                  </a:cubicBezTo>
                  <a:cubicBezTo>
                    <a:pt x="10025" y="485"/>
                    <a:pt x="9925" y="435"/>
                    <a:pt x="9791" y="435"/>
                  </a:cubicBezTo>
                  <a:cubicBezTo>
                    <a:pt x="9624" y="419"/>
                    <a:pt x="9457" y="368"/>
                    <a:pt x="9290" y="368"/>
                  </a:cubicBezTo>
                  <a:cubicBezTo>
                    <a:pt x="9140" y="368"/>
                    <a:pt x="8973" y="402"/>
                    <a:pt x="8806" y="435"/>
                  </a:cubicBezTo>
                  <a:cubicBezTo>
                    <a:pt x="8755" y="435"/>
                    <a:pt x="8705" y="435"/>
                    <a:pt x="8655" y="452"/>
                  </a:cubicBezTo>
                  <a:cubicBezTo>
                    <a:pt x="8588" y="452"/>
                    <a:pt x="8538" y="469"/>
                    <a:pt x="8505" y="502"/>
                  </a:cubicBezTo>
                  <a:cubicBezTo>
                    <a:pt x="8271" y="669"/>
                    <a:pt x="8121" y="886"/>
                    <a:pt x="8087" y="120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1593600" y="4519350"/>
              <a:ext cx="60175" cy="33875"/>
            </a:xfrm>
            <a:custGeom>
              <a:avLst/>
              <a:gdLst/>
              <a:ahLst/>
              <a:cxnLst/>
              <a:rect l="l" t="t" r="r" b="b"/>
              <a:pathLst>
                <a:path w="2407" h="1355" extrusionOk="0">
                  <a:moveTo>
                    <a:pt x="2139" y="18"/>
                  </a:moveTo>
                  <a:cubicBezTo>
                    <a:pt x="1454" y="135"/>
                    <a:pt x="852" y="669"/>
                    <a:pt x="218" y="953"/>
                  </a:cubicBezTo>
                  <a:cubicBezTo>
                    <a:pt x="0" y="1070"/>
                    <a:pt x="167" y="1354"/>
                    <a:pt x="385" y="1321"/>
                  </a:cubicBezTo>
                  <a:cubicBezTo>
                    <a:pt x="1070" y="1204"/>
                    <a:pt x="1755" y="686"/>
                    <a:pt x="2289" y="268"/>
                  </a:cubicBezTo>
                  <a:cubicBezTo>
                    <a:pt x="2406" y="168"/>
                    <a:pt x="2273" y="1"/>
                    <a:pt x="2139" y="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1713050" y="4615850"/>
              <a:ext cx="28450" cy="50575"/>
            </a:xfrm>
            <a:custGeom>
              <a:avLst/>
              <a:gdLst/>
              <a:ahLst/>
              <a:cxnLst/>
              <a:rect l="l" t="t" r="r" b="b"/>
              <a:pathLst>
                <a:path w="1138" h="2023" extrusionOk="0">
                  <a:moveTo>
                    <a:pt x="836" y="84"/>
                  </a:moveTo>
                  <a:cubicBezTo>
                    <a:pt x="602" y="301"/>
                    <a:pt x="452" y="569"/>
                    <a:pt x="335" y="869"/>
                  </a:cubicBezTo>
                  <a:cubicBezTo>
                    <a:pt x="201" y="1170"/>
                    <a:pt x="1" y="1538"/>
                    <a:pt x="34" y="1872"/>
                  </a:cubicBezTo>
                  <a:cubicBezTo>
                    <a:pt x="51" y="1955"/>
                    <a:pt x="135" y="2022"/>
                    <a:pt x="201" y="1972"/>
                  </a:cubicBezTo>
                  <a:cubicBezTo>
                    <a:pt x="452" y="1822"/>
                    <a:pt x="569" y="1521"/>
                    <a:pt x="669" y="1254"/>
                  </a:cubicBezTo>
                  <a:cubicBezTo>
                    <a:pt x="820" y="919"/>
                    <a:pt x="987" y="585"/>
                    <a:pt x="1087" y="234"/>
                  </a:cubicBezTo>
                  <a:cubicBezTo>
                    <a:pt x="1137" y="84"/>
                    <a:pt x="953" y="1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1893100" y="4653025"/>
              <a:ext cx="17150" cy="65200"/>
            </a:xfrm>
            <a:custGeom>
              <a:avLst/>
              <a:gdLst/>
              <a:ahLst/>
              <a:cxnLst/>
              <a:rect l="l" t="t" r="r" b="b"/>
              <a:pathLst>
                <a:path w="686" h="2608" extrusionOk="0">
                  <a:moveTo>
                    <a:pt x="335" y="134"/>
                  </a:moveTo>
                  <a:cubicBezTo>
                    <a:pt x="251" y="1"/>
                    <a:pt x="67" y="67"/>
                    <a:pt x="50" y="218"/>
                  </a:cubicBezTo>
                  <a:cubicBezTo>
                    <a:pt x="17" y="803"/>
                    <a:pt x="0" y="1454"/>
                    <a:pt x="34" y="2056"/>
                  </a:cubicBezTo>
                  <a:cubicBezTo>
                    <a:pt x="17" y="2123"/>
                    <a:pt x="17" y="2189"/>
                    <a:pt x="50" y="2256"/>
                  </a:cubicBezTo>
                  <a:cubicBezTo>
                    <a:pt x="67" y="2473"/>
                    <a:pt x="485" y="2607"/>
                    <a:pt x="535" y="2240"/>
                  </a:cubicBezTo>
                  <a:cubicBezTo>
                    <a:pt x="602" y="1554"/>
                    <a:pt x="685" y="752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2032625" y="4615850"/>
              <a:ext cx="48875" cy="39700"/>
            </a:xfrm>
            <a:custGeom>
              <a:avLst/>
              <a:gdLst/>
              <a:ahLst/>
              <a:cxnLst/>
              <a:rect l="l" t="t" r="r" b="b"/>
              <a:pathLst>
                <a:path w="1955" h="1588" extrusionOk="0">
                  <a:moveTo>
                    <a:pt x="1270" y="569"/>
                  </a:moveTo>
                  <a:cubicBezTo>
                    <a:pt x="952" y="351"/>
                    <a:pt x="602" y="134"/>
                    <a:pt x="234" y="51"/>
                  </a:cubicBezTo>
                  <a:cubicBezTo>
                    <a:pt x="67" y="1"/>
                    <a:pt x="0" y="184"/>
                    <a:pt x="84" y="301"/>
                  </a:cubicBezTo>
                  <a:cubicBezTo>
                    <a:pt x="251" y="518"/>
                    <a:pt x="518" y="686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36" y="1187"/>
                    <a:pt x="1287" y="1220"/>
                    <a:pt x="1337" y="1254"/>
                  </a:cubicBezTo>
                  <a:cubicBezTo>
                    <a:pt x="1454" y="1354"/>
                    <a:pt x="1370" y="1337"/>
                    <a:pt x="1387" y="1187"/>
                  </a:cubicBezTo>
                  <a:cubicBezTo>
                    <a:pt x="1337" y="1488"/>
                    <a:pt x="1721" y="1588"/>
                    <a:pt x="1838" y="1320"/>
                  </a:cubicBezTo>
                  <a:cubicBezTo>
                    <a:pt x="1955" y="1003"/>
                    <a:pt x="1470" y="702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2137875" y="4454200"/>
              <a:ext cx="50150" cy="17150"/>
            </a:xfrm>
            <a:custGeom>
              <a:avLst/>
              <a:gdLst/>
              <a:ahLst/>
              <a:cxnLst/>
              <a:rect l="l" t="t" r="r" b="b"/>
              <a:pathLst>
                <a:path w="2006" h="686" extrusionOk="0">
                  <a:moveTo>
                    <a:pt x="1855" y="334"/>
                  </a:moveTo>
                  <a:cubicBezTo>
                    <a:pt x="1571" y="268"/>
                    <a:pt x="1270" y="234"/>
                    <a:pt x="986" y="151"/>
                  </a:cubicBezTo>
                  <a:cubicBezTo>
                    <a:pt x="702" y="84"/>
                    <a:pt x="435" y="0"/>
                    <a:pt x="151" y="0"/>
                  </a:cubicBezTo>
                  <a:cubicBezTo>
                    <a:pt x="17" y="0"/>
                    <a:pt x="1" y="151"/>
                    <a:pt x="84" y="218"/>
                  </a:cubicBezTo>
                  <a:cubicBezTo>
                    <a:pt x="535" y="535"/>
                    <a:pt x="1321" y="685"/>
                    <a:pt x="1855" y="602"/>
                  </a:cubicBezTo>
                  <a:cubicBezTo>
                    <a:pt x="2006" y="568"/>
                    <a:pt x="1989" y="351"/>
                    <a:pt x="1855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2093175" y="4234050"/>
              <a:ext cx="40975" cy="33875"/>
            </a:xfrm>
            <a:custGeom>
              <a:avLst/>
              <a:gdLst/>
              <a:ahLst/>
              <a:cxnLst/>
              <a:rect l="l" t="t" r="r" b="b"/>
              <a:pathLst>
                <a:path w="1639" h="1355" extrusionOk="0">
                  <a:moveTo>
                    <a:pt x="1505" y="151"/>
                  </a:moveTo>
                  <a:cubicBezTo>
                    <a:pt x="1354" y="1"/>
                    <a:pt x="1104" y="68"/>
                    <a:pt x="1053" y="268"/>
                  </a:cubicBezTo>
                  <a:cubicBezTo>
                    <a:pt x="1053" y="285"/>
                    <a:pt x="886" y="402"/>
                    <a:pt x="853" y="435"/>
                  </a:cubicBezTo>
                  <a:cubicBezTo>
                    <a:pt x="753" y="519"/>
                    <a:pt x="636" y="602"/>
                    <a:pt x="519" y="669"/>
                  </a:cubicBezTo>
                  <a:cubicBezTo>
                    <a:pt x="335" y="786"/>
                    <a:pt x="101" y="870"/>
                    <a:pt x="17" y="1087"/>
                  </a:cubicBezTo>
                  <a:cubicBezTo>
                    <a:pt x="1" y="1137"/>
                    <a:pt x="34" y="1221"/>
                    <a:pt x="84" y="1254"/>
                  </a:cubicBezTo>
                  <a:cubicBezTo>
                    <a:pt x="318" y="1354"/>
                    <a:pt x="552" y="1204"/>
                    <a:pt x="753" y="1070"/>
                  </a:cubicBezTo>
                  <a:cubicBezTo>
                    <a:pt x="886" y="987"/>
                    <a:pt x="1003" y="903"/>
                    <a:pt x="1120" y="803"/>
                  </a:cubicBezTo>
                  <a:cubicBezTo>
                    <a:pt x="1187" y="753"/>
                    <a:pt x="1321" y="602"/>
                    <a:pt x="1388" y="586"/>
                  </a:cubicBezTo>
                  <a:cubicBezTo>
                    <a:pt x="1571" y="536"/>
                    <a:pt x="1638" y="285"/>
                    <a:pt x="1505" y="15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1628275" y="4234900"/>
              <a:ext cx="30100" cy="26325"/>
            </a:xfrm>
            <a:custGeom>
              <a:avLst/>
              <a:gdLst/>
              <a:ahLst/>
              <a:cxnLst/>
              <a:rect l="l" t="t" r="r" b="b"/>
              <a:pathLst>
                <a:path w="1204" h="1053" extrusionOk="0">
                  <a:moveTo>
                    <a:pt x="719" y="318"/>
                  </a:moveTo>
                  <a:cubicBezTo>
                    <a:pt x="568" y="184"/>
                    <a:pt x="318" y="0"/>
                    <a:pt x="134" y="167"/>
                  </a:cubicBezTo>
                  <a:cubicBezTo>
                    <a:pt x="0" y="284"/>
                    <a:pt x="117" y="468"/>
                    <a:pt x="267" y="468"/>
                  </a:cubicBezTo>
                  <a:cubicBezTo>
                    <a:pt x="267" y="485"/>
                    <a:pt x="267" y="485"/>
                    <a:pt x="284" y="485"/>
                  </a:cubicBezTo>
                  <a:cubicBezTo>
                    <a:pt x="318" y="502"/>
                    <a:pt x="334" y="535"/>
                    <a:pt x="368" y="552"/>
                  </a:cubicBezTo>
                  <a:cubicBezTo>
                    <a:pt x="435" y="602"/>
                    <a:pt x="501" y="669"/>
                    <a:pt x="568" y="736"/>
                  </a:cubicBezTo>
                  <a:cubicBezTo>
                    <a:pt x="702" y="852"/>
                    <a:pt x="852" y="1020"/>
                    <a:pt x="1019" y="1053"/>
                  </a:cubicBezTo>
                  <a:cubicBezTo>
                    <a:pt x="1136" y="1053"/>
                    <a:pt x="1203" y="986"/>
                    <a:pt x="1186" y="886"/>
                  </a:cubicBezTo>
                  <a:cubicBezTo>
                    <a:pt x="1153" y="652"/>
                    <a:pt x="886" y="451"/>
                    <a:pt x="719" y="3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1569775" y="4343075"/>
              <a:ext cx="44325" cy="18000"/>
            </a:xfrm>
            <a:custGeom>
              <a:avLst/>
              <a:gdLst/>
              <a:ahLst/>
              <a:cxnLst/>
              <a:rect l="l" t="t" r="r" b="b"/>
              <a:pathLst>
                <a:path w="1773" h="720" extrusionOk="0">
                  <a:moveTo>
                    <a:pt x="1722" y="218"/>
                  </a:moveTo>
                  <a:cubicBezTo>
                    <a:pt x="1555" y="101"/>
                    <a:pt x="1304" y="118"/>
                    <a:pt x="1120" y="101"/>
                  </a:cubicBezTo>
                  <a:cubicBezTo>
                    <a:pt x="1003" y="101"/>
                    <a:pt x="870" y="101"/>
                    <a:pt x="753" y="101"/>
                  </a:cubicBezTo>
                  <a:cubicBezTo>
                    <a:pt x="686" y="101"/>
                    <a:pt x="636" y="101"/>
                    <a:pt x="569" y="101"/>
                  </a:cubicBezTo>
                  <a:cubicBezTo>
                    <a:pt x="569" y="101"/>
                    <a:pt x="552" y="101"/>
                    <a:pt x="536" y="101"/>
                  </a:cubicBezTo>
                  <a:cubicBezTo>
                    <a:pt x="452" y="1"/>
                    <a:pt x="268" y="1"/>
                    <a:pt x="201" y="168"/>
                  </a:cubicBezTo>
                  <a:cubicBezTo>
                    <a:pt x="1" y="719"/>
                    <a:pt x="1488" y="586"/>
                    <a:pt x="1722" y="402"/>
                  </a:cubicBezTo>
                  <a:cubicBezTo>
                    <a:pt x="1772" y="352"/>
                    <a:pt x="1772" y="268"/>
                    <a:pt x="1722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1759550" y="4143600"/>
              <a:ext cx="232150" cy="313650"/>
            </a:xfrm>
            <a:custGeom>
              <a:avLst/>
              <a:gdLst/>
              <a:ahLst/>
              <a:cxnLst/>
              <a:rect l="l" t="t" r="r" b="b"/>
              <a:pathLst>
                <a:path w="9286" h="12546" extrusionOk="0">
                  <a:moveTo>
                    <a:pt x="3138" y="8366"/>
                  </a:moveTo>
                  <a:cubicBezTo>
                    <a:pt x="3287" y="8366"/>
                    <a:pt x="3470" y="8508"/>
                    <a:pt x="3688" y="8799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69"/>
                  </a:cubicBezTo>
                  <a:cubicBezTo>
                    <a:pt x="3103" y="10536"/>
                    <a:pt x="3037" y="10603"/>
                    <a:pt x="2970" y="10653"/>
                  </a:cubicBezTo>
                  <a:cubicBezTo>
                    <a:pt x="2669" y="10018"/>
                    <a:pt x="2585" y="9266"/>
                    <a:pt x="2836" y="8665"/>
                  </a:cubicBezTo>
                  <a:cubicBezTo>
                    <a:pt x="2912" y="8466"/>
                    <a:pt x="3013" y="8366"/>
                    <a:pt x="3138" y="8366"/>
                  </a:cubicBezTo>
                  <a:close/>
                  <a:moveTo>
                    <a:pt x="5863" y="8853"/>
                  </a:moveTo>
                  <a:cubicBezTo>
                    <a:pt x="5964" y="8853"/>
                    <a:pt x="6039" y="8941"/>
                    <a:pt x="6094" y="9116"/>
                  </a:cubicBezTo>
                  <a:cubicBezTo>
                    <a:pt x="6245" y="9383"/>
                    <a:pt x="6278" y="9634"/>
                    <a:pt x="6295" y="9935"/>
                  </a:cubicBezTo>
                  <a:cubicBezTo>
                    <a:pt x="6295" y="10302"/>
                    <a:pt x="6144" y="10687"/>
                    <a:pt x="5944" y="11038"/>
                  </a:cubicBezTo>
                  <a:cubicBezTo>
                    <a:pt x="5727" y="10687"/>
                    <a:pt x="5576" y="10252"/>
                    <a:pt x="5543" y="9885"/>
                  </a:cubicBezTo>
                  <a:cubicBezTo>
                    <a:pt x="5493" y="9601"/>
                    <a:pt x="5509" y="9317"/>
                    <a:pt x="5560" y="9032"/>
                  </a:cubicBezTo>
                  <a:cubicBezTo>
                    <a:pt x="5680" y="8912"/>
                    <a:pt x="5780" y="8853"/>
                    <a:pt x="5863" y="8853"/>
                  </a:cubicBezTo>
                  <a:close/>
                  <a:moveTo>
                    <a:pt x="6235" y="0"/>
                  </a:moveTo>
                  <a:cubicBezTo>
                    <a:pt x="6130" y="0"/>
                    <a:pt x="6028" y="59"/>
                    <a:pt x="5994" y="194"/>
                  </a:cubicBezTo>
                  <a:cubicBezTo>
                    <a:pt x="5844" y="845"/>
                    <a:pt x="5927" y="1447"/>
                    <a:pt x="6044" y="2098"/>
                  </a:cubicBezTo>
                  <a:cubicBezTo>
                    <a:pt x="6161" y="2884"/>
                    <a:pt x="6211" y="3669"/>
                    <a:pt x="6311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50" y="8732"/>
                    <a:pt x="8784" y="9216"/>
                    <a:pt x="8550" y="10169"/>
                  </a:cubicBezTo>
                  <a:cubicBezTo>
                    <a:pt x="8383" y="10870"/>
                    <a:pt x="7865" y="11622"/>
                    <a:pt x="7097" y="11689"/>
                  </a:cubicBezTo>
                  <a:cubicBezTo>
                    <a:pt x="7058" y="11693"/>
                    <a:pt x="7020" y="11696"/>
                    <a:pt x="6983" y="11696"/>
                  </a:cubicBezTo>
                  <a:cubicBezTo>
                    <a:pt x="6728" y="11696"/>
                    <a:pt x="6501" y="11599"/>
                    <a:pt x="6311" y="11439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295" y="8247"/>
                    <a:pt x="5693" y="8247"/>
                  </a:cubicBezTo>
                  <a:cubicBezTo>
                    <a:pt x="5689" y="8247"/>
                    <a:pt x="5685" y="8247"/>
                    <a:pt x="5681" y="8247"/>
                  </a:cubicBezTo>
                  <a:cubicBezTo>
                    <a:pt x="4361" y="8247"/>
                    <a:pt x="5143" y="10939"/>
                    <a:pt x="5576" y="11439"/>
                  </a:cubicBezTo>
                  <a:cubicBezTo>
                    <a:pt x="5593" y="11455"/>
                    <a:pt x="5626" y="11472"/>
                    <a:pt x="5643" y="11505"/>
                  </a:cubicBezTo>
                  <a:cubicBezTo>
                    <a:pt x="5372" y="11853"/>
                    <a:pt x="5063" y="12011"/>
                    <a:pt x="4723" y="12011"/>
                  </a:cubicBezTo>
                  <a:cubicBezTo>
                    <a:pt x="4476" y="12011"/>
                    <a:pt x="4213" y="11928"/>
                    <a:pt x="3939" y="11773"/>
                  </a:cubicBezTo>
                  <a:cubicBezTo>
                    <a:pt x="3688" y="11622"/>
                    <a:pt x="3438" y="11388"/>
                    <a:pt x="3237" y="11138"/>
                  </a:cubicBezTo>
                  <a:cubicBezTo>
                    <a:pt x="3571" y="10837"/>
                    <a:pt x="3839" y="10503"/>
                    <a:pt x="3972" y="10152"/>
                  </a:cubicBezTo>
                  <a:cubicBezTo>
                    <a:pt x="4173" y="9617"/>
                    <a:pt x="4440" y="8515"/>
                    <a:pt x="4006" y="8030"/>
                  </a:cubicBezTo>
                  <a:cubicBezTo>
                    <a:pt x="3817" y="7802"/>
                    <a:pt x="3598" y="7703"/>
                    <a:pt x="3374" y="7703"/>
                  </a:cubicBezTo>
                  <a:cubicBezTo>
                    <a:pt x="3123" y="7703"/>
                    <a:pt x="2865" y="7827"/>
                    <a:pt x="2636" y="8030"/>
                  </a:cubicBezTo>
                  <a:cubicBezTo>
                    <a:pt x="1951" y="8615"/>
                    <a:pt x="2134" y="9818"/>
                    <a:pt x="2368" y="10570"/>
                  </a:cubicBezTo>
                  <a:cubicBezTo>
                    <a:pt x="2418" y="10703"/>
                    <a:pt x="2468" y="10837"/>
                    <a:pt x="2535" y="10971"/>
                  </a:cubicBezTo>
                  <a:cubicBezTo>
                    <a:pt x="2255" y="11141"/>
                    <a:pt x="1933" y="11269"/>
                    <a:pt x="1630" y="11269"/>
                  </a:cubicBezTo>
                  <a:cubicBezTo>
                    <a:pt x="1427" y="11269"/>
                    <a:pt x="1232" y="11212"/>
                    <a:pt x="1065" y="11071"/>
                  </a:cubicBezTo>
                  <a:cubicBezTo>
                    <a:pt x="714" y="10770"/>
                    <a:pt x="647" y="10219"/>
                    <a:pt x="614" y="9801"/>
                  </a:cubicBezTo>
                  <a:cubicBezTo>
                    <a:pt x="564" y="8899"/>
                    <a:pt x="697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3"/>
                    <a:pt x="2986" y="2082"/>
                    <a:pt x="2736" y="778"/>
                  </a:cubicBezTo>
                  <a:cubicBezTo>
                    <a:pt x="2709" y="644"/>
                    <a:pt x="2608" y="585"/>
                    <a:pt x="2502" y="585"/>
                  </a:cubicBezTo>
                  <a:cubicBezTo>
                    <a:pt x="2346" y="585"/>
                    <a:pt x="2178" y="713"/>
                    <a:pt x="2218" y="912"/>
                  </a:cubicBezTo>
                  <a:cubicBezTo>
                    <a:pt x="2468" y="2182"/>
                    <a:pt x="1967" y="3786"/>
                    <a:pt x="1416" y="4905"/>
                  </a:cubicBezTo>
                  <a:cubicBezTo>
                    <a:pt x="864" y="6058"/>
                    <a:pt x="347" y="6927"/>
                    <a:pt x="179" y="8230"/>
                  </a:cubicBezTo>
                  <a:cubicBezTo>
                    <a:pt x="0" y="9498"/>
                    <a:pt x="61" y="11830"/>
                    <a:pt x="1620" y="11830"/>
                  </a:cubicBezTo>
                  <a:cubicBezTo>
                    <a:pt x="1808" y="11830"/>
                    <a:pt x="2018" y="11796"/>
                    <a:pt x="2251" y="11723"/>
                  </a:cubicBezTo>
                  <a:cubicBezTo>
                    <a:pt x="2452" y="11656"/>
                    <a:pt x="2636" y="11555"/>
                    <a:pt x="2836" y="11439"/>
                  </a:cubicBezTo>
                  <a:cubicBezTo>
                    <a:pt x="3314" y="12070"/>
                    <a:pt x="4041" y="12546"/>
                    <a:pt x="4747" y="12546"/>
                  </a:cubicBezTo>
                  <a:cubicBezTo>
                    <a:pt x="5200" y="12546"/>
                    <a:pt x="5645" y="12350"/>
                    <a:pt x="6011" y="11873"/>
                  </a:cubicBezTo>
                  <a:cubicBezTo>
                    <a:pt x="6027" y="11873"/>
                    <a:pt x="6027" y="11856"/>
                    <a:pt x="6044" y="11856"/>
                  </a:cubicBezTo>
                  <a:cubicBezTo>
                    <a:pt x="6364" y="12080"/>
                    <a:pt x="6701" y="12183"/>
                    <a:pt x="7031" y="12183"/>
                  </a:cubicBezTo>
                  <a:cubicBezTo>
                    <a:pt x="7787" y="12183"/>
                    <a:pt x="8506" y="11642"/>
                    <a:pt x="8901" y="10770"/>
                  </a:cubicBezTo>
                  <a:cubicBezTo>
                    <a:pt x="9119" y="10319"/>
                    <a:pt x="9286" y="9651"/>
                    <a:pt x="9135" y="9149"/>
                  </a:cubicBezTo>
                  <a:cubicBezTo>
                    <a:pt x="8918" y="8347"/>
                    <a:pt x="8233" y="7813"/>
                    <a:pt x="7765" y="7161"/>
                  </a:cubicBezTo>
                  <a:cubicBezTo>
                    <a:pt x="7097" y="6175"/>
                    <a:pt x="6896" y="4939"/>
                    <a:pt x="6746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52" y="128"/>
                    <a:pt x="6390" y="0"/>
                    <a:pt x="6235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3679449" y="-40825"/>
            <a:ext cx="1349787" cy="2915069"/>
            <a:chOff x="3679449" y="-40825"/>
            <a:chExt cx="1349787" cy="2915069"/>
          </a:xfrm>
        </p:grpSpPr>
        <p:sp>
          <p:nvSpPr>
            <p:cNvPr id="136" name="Google Shape;136;p19"/>
            <p:cNvSpPr/>
            <p:nvPr/>
          </p:nvSpPr>
          <p:spPr>
            <a:xfrm>
              <a:off x="4267537" y="2698289"/>
              <a:ext cx="28721" cy="175954"/>
            </a:xfrm>
            <a:custGeom>
              <a:avLst/>
              <a:gdLst/>
              <a:ahLst/>
              <a:cxnLst/>
              <a:rect l="l" t="t" r="r" b="b"/>
              <a:pathLst>
                <a:path w="603" h="3694" extrusionOk="0">
                  <a:moveTo>
                    <a:pt x="18" y="2724"/>
                  </a:moveTo>
                  <a:lnTo>
                    <a:pt x="18" y="2290"/>
                  </a:lnTo>
                  <a:cubicBezTo>
                    <a:pt x="1" y="2073"/>
                    <a:pt x="34" y="1872"/>
                    <a:pt x="101" y="1672"/>
                  </a:cubicBezTo>
                  <a:cubicBezTo>
                    <a:pt x="201" y="1304"/>
                    <a:pt x="218" y="936"/>
                    <a:pt x="268" y="569"/>
                  </a:cubicBezTo>
                  <a:cubicBezTo>
                    <a:pt x="285" y="435"/>
                    <a:pt x="302" y="318"/>
                    <a:pt x="318" y="184"/>
                  </a:cubicBezTo>
                  <a:cubicBezTo>
                    <a:pt x="335" y="151"/>
                    <a:pt x="335" y="118"/>
                    <a:pt x="352" y="84"/>
                  </a:cubicBezTo>
                  <a:cubicBezTo>
                    <a:pt x="369" y="34"/>
                    <a:pt x="435" y="1"/>
                    <a:pt x="486" y="17"/>
                  </a:cubicBezTo>
                  <a:cubicBezTo>
                    <a:pt x="519" y="34"/>
                    <a:pt x="569" y="67"/>
                    <a:pt x="569" y="101"/>
                  </a:cubicBezTo>
                  <a:cubicBezTo>
                    <a:pt x="586" y="151"/>
                    <a:pt x="586" y="201"/>
                    <a:pt x="569" y="268"/>
                  </a:cubicBezTo>
                  <a:cubicBezTo>
                    <a:pt x="536" y="552"/>
                    <a:pt x="502" y="836"/>
                    <a:pt x="469" y="1120"/>
                  </a:cubicBezTo>
                  <a:cubicBezTo>
                    <a:pt x="469" y="1220"/>
                    <a:pt x="469" y="1321"/>
                    <a:pt x="486" y="1421"/>
                  </a:cubicBezTo>
                  <a:cubicBezTo>
                    <a:pt x="602" y="2006"/>
                    <a:pt x="602" y="2607"/>
                    <a:pt x="586" y="3192"/>
                  </a:cubicBezTo>
                  <a:cubicBezTo>
                    <a:pt x="586" y="3276"/>
                    <a:pt x="586" y="3359"/>
                    <a:pt x="569" y="3426"/>
                  </a:cubicBezTo>
                  <a:cubicBezTo>
                    <a:pt x="519" y="3593"/>
                    <a:pt x="385" y="3693"/>
                    <a:pt x="252" y="3693"/>
                  </a:cubicBezTo>
                  <a:cubicBezTo>
                    <a:pt x="101" y="3677"/>
                    <a:pt x="1" y="3526"/>
                    <a:pt x="1" y="3376"/>
                  </a:cubicBezTo>
                  <a:cubicBezTo>
                    <a:pt x="1" y="3159"/>
                    <a:pt x="1" y="2941"/>
                    <a:pt x="1" y="272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4521453" y="2695098"/>
              <a:ext cx="62872" cy="131370"/>
            </a:xfrm>
            <a:custGeom>
              <a:avLst/>
              <a:gdLst/>
              <a:ahLst/>
              <a:cxnLst/>
              <a:rect l="l" t="t" r="r" b="b"/>
              <a:pathLst>
                <a:path w="1320" h="2758" extrusionOk="0">
                  <a:moveTo>
                    <a:pt x="50" y="1"/>
                  </a:moveTo>
                  <a:cubicBezTo>
                    <a:pt x="117" y="51"/>
                    <a:pt x="150" y="68"/>
                    <a:pt x="184" y="101"/>
                  </a:cubicBezTo>
                  <a:cubicBezTo>
                    <a:pt x="451" y="385"/>
                    <a:pt x="702" y="686"/>
                    <a:pt x="835" y="1070"/>
                  </a:cubicBezTo>
                  <a:cubicBezTo>
                    <a:pt x="902" y="1287"/>
                    <a:pt x="1019" y="1488"/>
                    <a:pt x="1119" y="1688"/>
                  </a:cubicBezTo>
                  <a:cubicBezTo>
                    <a:pt x="1203" y="1872"/>
                    <a:pt x="1253" y="2056"/>
                    <a:pt x="1303" y="2256"/>
                  </a:cubicBezTo>
                  <a:cubicBezTo>
                    <a:pt x="1320" y="2373"/>
                    <a:pt x="1303" y="2490"/>
                    <a:pt x="1253" y="2607"/>
                  </a:cubicBezTo>
                  <a:cubicBezTo>
                    <a:pt x="1203" y="2691"/>
                    <a:pt x="1136" y="2741"/>
                    <a:pt x="1036" y="2758"/>
                  </a:cubicBezTo>
                  <a:cubicBezTo>
                    <a:pt x="936" y="2758"/>
                    <a:pt x="869" y="2708"/>
                    <a:pt x="819" y="2607"/>
                  </a:cubicBezTo>
                  <a:cubicBezTo>
                    <a:pt x="802" y="2557"/>
                    <a:pt x="769" y="2507"/>
                    <a:pt x="752" y="2440"/>
                  </a:cubicBezTo>
                  <a:cubicBezTo>
                    <a:pt x="602" y="1822"/>
                    <a:pt x="368" y="1221"/>
                    <a:pt x="100" y="636"/>
                  </a:cubicBezTo>
                  <a:cubicBezTo>
                    <a:pt x="17" y="419"/>
                    <a:pt x="0" y="335"/>
                    <a:pt x="50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3679449" y="2132415"/>
              <a:ext cx="125791" cy="44632"/>
            </a:xfrm>
            <a:custGeom>
              <a:avLst/>
              <a:gdLst/>
              <a:ahLst/>
              <a:cxnLst/>
              <a:rect l="l" t="t" r="r" b="b"/>
              <a:pathLst>
                <a:path w="2641" h="937" extrusionOk="0">
                  <a:moveTo>
                    <a:pt x="2640" y="753"/>
                  </a:moveTo>
                  <a:cubicBezTo>
                    <a:pt x="2523" y="937"/>
                    <a:pt x="2356" y="937"/>
                    <a:pt x="2172" y="903"/>
                  </a:cubicBezTo>
                  <a:cubicBezTo>
                    <a:pt x="1755" y="836"/>
                    <a:pt x="1354" y="769"/>
                    <a:pt x="953" y="653"/>
                  </a:cubicBezTo>
                  <a:cubicBezTo>
                    <a:pt x="719" y="586"/>
                    <a:pt x="502" y="502"/>
                    <a:pt x="251" y="519"/>
                  </a:cubicBezTo>
                  <a:cubicBezTo>
                    <a:pt x="84" y="536"/>
                    <a:pt x="0" y="352"/>
                    <a:pt x="67" y="201"/>
                  </a:cubicBezTo>
                  <a:cubicBezTo>
                    <a:pt x="117" y="118"/>
                    <a:pt x="184" y="34"/>
                    <a:pt x="301" y="18"/>
                  </a:cubicBezTo>
                  <a:cubicBezTo>
                    <a:pt x="385" y="1"/>
                    <a:pt x="485" y="1"/>
                    <a:pt x="568" y="18"/>
                  </a:cubicBezTo>
                  <a:cubicBezTo>
                    <a:pt x="719" y="34"/>
                    <a:pt x="869" y="68"/>
                    <a:pt x="1020" y="101"/>
                  </a:cubicBezTo>
                  <a:cubicBezTo>
                    <a:pt x="1320" y="168"/>
                    <a:pt x="1621" y="235"/>
                    <a:pt x="1922" y="318"/>
                  </a:cubicBezTo>
                  <a:cubicBezTo>
                    <a:pt x="2039" y="335"/>
                    <a:pt x="2156" y="368"/>
                    <a:pt x="2256" y="419"/>
                  </a:cubicBezTo>
                  <a:cubicBezTo>
                    <a:pt x="2423" y="469"/>
                    <a:pt x="2557" y="569"/>
                    <a:pt x="2640" y="75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3942843" y="2640178"/>
              <a:ext cx="124219" cy="98742"/>
            </a:xfrm>
            <a:custGeom>
              <a:avLst/>
              <a:gdLst/>
              <a:ahLst/>
              <a:cxnLst/>
              <a:rect l="l" t="t" r="r" b="b"/>
              <a:pathLst>
                <a:path w="2608" h="2073" extrusionOk="0">
                  <a:moveTo>
                    <a:pt x="235" y="2073"/>
                  </a:moveTo>
                  <a:cubicBezTo>
                    <a:pt x="101" y="2073"/>
                    <a:pt x="1" y="1956"/>
                    <a:pt x="34" y="1839"/>
                  </a:cubicBezTo>
                  <a:cubicBezTo>
                    <a:pt x="68" y="1755"/>
                    <a:pt x="101" y="1688"/>
                    <a:pt x="151" y="1622"/>
                  </a:cubicBezTo>
                  <a:cubicBezTo>
                    <a:pt x="185" y="1588"/>
                    <a:pt x="218" y="1572"/>
                    <a:pt x="252" y="1538"/>
                  </a:cubicBezTo>
                  <a:cubicBezTo>
                    <a:pt x="853" y="1137"/>
                    <a:pt x="1421" y="703"/>
                    <a:pt x="2039" y="318"/>
                  </a:cubicBezTo>
                  <a:cubicBezTo>
                    <a:pt x="2156" y="252"/>
                    <a:pt x="2273" y="151"/>
                    <a:pt x="2390" y="68"/>
                  </a:cubicBezTo>
                  <a:cubicBezTo>
                    <a:pt x="2474" y="1"/>
                    <a:pt x="2541" y="1"/>
                    <a:pt x="2574" y="68"/>
                  </a:cubicBezTo>
                  <a:cubicBezTo>
                    <a:pt x="2607" y="118"/>
                    <a:pt x="2591" y="168"/>
                    <a:pt x="2524" y="218"/>
                  </a:cubicBezTo>
                  <a:cubicBezTo>
                    <a:pt x="2240" y="419"/>
                    <a:pt x="2039" y="686"/>
                    <a:pt x="1822" y="953"/>
                  </a:cubicBezTo>
                  <a:cubicBezTo>
                    <a:pt x="1688" y="1104"/>
                    <a:pt x="1538" y="1237"/>
                    <a:pt x="1388" y="1354"/>
                  </a:cubicBezTo>
                  <a:cubicBezTo>
                    <a:pt x="1104" y="1555"/>
                    <a:pt x="820" y="1755"/>
                    <a:pt x="536" y="1956"/>
                  </a:cubicBezTo>
                  <a:cubicBezTo>
                    <a:pt x="452" y="2023"/>
                    <a:pt x="352" y="2073"/>
                    <a:pt x="235" y="207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4886727" y="2182572"/>
              <a:ext cx="142509" cy="52586"/>
            </a:xfrm>
            <a:custGeom>
              <a:avLst/>
              <a:gdLst/>
              <a:ahLst/>
              <a:cxnLst/>
              <a:rect l="l" t="t" r="r" b="b"/>
              <a:pathLst>
                <a:path w="2992" h="1104" extrusionOk="0">
                  <a:moveTo>
                    <a:pt x="0" y="1103"/>
                  </a:moveTo>
                  <a:cubicBezTo>
                    <a:pt x="17" y="1070"/>
                    <a:pt x="34" y="1036"/>
                    <a:pt x="50" y="1020"/>
                  </a:cubicBezTo>
                  <a:cubicBezTo>
                    <a:pt x="117" y="1003"/>
                    <a:pt x="184" y="986"/>
                    <a:pt x="234" y="986"/>
                  </a:cubicBezTo>
                  <a:cubicBezTo>
                    <a:pt x="351" y="953"/>
                    <a:pt x="451" y="920"/>
                    <a:pt x="535" y="836"/>
                  </a:cubicBezTo>
                  <a:cubicBezTo>
                    <a:pt x="652" y="702"/>
                    <a:pt x="819" y="619"/>
                    <a:pt x="1003" y="569"/>
                  </a:cubicBezTo>
                  <a:cubicBezTo>
                    <a:pt x="1337" y="452"/>
                    <a:pt x="1671" y="335"/>
                    <a:pt x="2005" y="218"/>
                  </a:cubicBezTo>
                  <a:cubicBezTo>
                    <a:pt x="2172" y="151"/>
                    <a:pt x="2356" y="101"/>
                    <a:pt x="2523" y="51"/>
                  </a:cubicBezTo>
                  <a:cubicBezTo>
                    <a:pt x="2640" y="1"/>
                    <a:pt x="2757" y="34"/>
                    <a:pt x="2857" y="101"/>
                  </a:cubicBezTo>
                  <a:cubicBezTo>
                    <a:pt x="2991" y="168"/>
                    <a:pt x="2991" y="335"/>
                    <a:pt x="2874" y="402"/>
                  </a:cubicBezTo>
                  <a:cubicBezTo>
                    <a:pt x="2757" y="468"/>
                    <a:pt x="2640" y="535"/>
                    <a:pt x="2523" y="569"/>
                  </a:cubicBezTo>
                  <a:cubicBezTo>
                    <a:pt x="2222" y="686"/>
                    <a:pt x="1905" y="803"/>
                    <a:pt x="1604" y="903"/>
                  </a:cubicBezTo>
                  <a:cubicBezTo>
                    <a:pt x="1270" y="1020"/>
                    <a:pt x="953" y="1070"/>
                    <a:pt x="602" y="1053"/>
                  </a:cubicBezTo>
                  <a:cubicBezTo>
                    <a:pt x="485" y="1053"/>
                    <a:pt x="351" y="1087"/>
                    <a:pt x="217" y="1087"/>
                  </a:cubicBezTo>
                  <a:cubicBezTo>
                    <a:pt x="167" y="1103"/>
                    <a:pt x="84" y="1103"/>
                    <a:pt x="0" y="110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4875582" y="2446790"/>
              <a:ext cx="144081" cy="47013"/>
            </a:xfrm>
            <a:custGeom>
              <a:avLst/>
              <a:gdLst/>
              <a:ahLst/>
              <a:cxnLst/>
              <a:rect l="l" t="t" r="r" b="b"/>
              <a:pathLst>
                <a:path w="3025" h="987" extrusionOk="0">
                  <a:moveTo>
                    <a:pt x="0" y="34"/>
                  </a:moveTo>
                  <a:cubicBezTo>
                    <a:pt x="101" y="17"/>
                    <a:pt x="134" y="1"/>
                    <a:pt x="151" y="1"/>
                  </a:cubicBezTo>
                  <a:cubicBezTo>
                    <a:pt x="234" y="1"/>
                    <a:pt x="318" y="1"/>
                    <a:pt x="401" y="17"/>
                  </a:cubicBezTo>
                  <a:cubicBezTo>
                    <a:pt x="635" y="51"/>
                    <a:pt x="852" y="68"/>
                    <a:pt x="1086" y="68"/>
                  </a:cubicBezTo>
                  <a:cubicBezTo>
                    <a:pt x="1571" y="51"/>
                    <a:pt x="2039" y="118"/>
                    <a:pt x="2507" y="268"/>
                  </a:cubicBezTo>
                  <a:cubicBezTo>
                    <a:pt x="2624" y="318"/>
                    <a:pt x="2757" y="385"/>
                    <a:pt x="2874" y="452"/>
                  </a:cubicBezTo>
                  <a:cubicBezTo>
                    <a:pt x="2941" y="502"/>
                    <a:pt x="2991" y="569"/>
                    <a:pt x="2991" y="652"/>
                  </a:cubicBezTo>
                  <a:cubicBezTo>
                    <a:pt x="3025" y="836"/>
                    <a:pt x="2874" y="987"/>
                    <a:pt x="2674" y="953"/>
                  </a:cubicBezTo>
                  <a:cubicBezTo>
                    <a:pt x="2657" y="936"/>
                    <a:pt x="2624" y="936"/>
                    <a:pt x="2607" y="920"/>
                  </a:cubicBezTo>
                  <a:cubicBezTo>
                    <a:pt x="2373" y="803"/>
                    <a:pt x="2122" y="736"/>
                    <a:pt x="1872" y="686"/>
                  </a:cubicBezTo>
                  <a:cubicBezTo>
                    <a:pt x="1538" y="602"/>
                    <a:pt x="1220" y="502"/>
                    <a:pt x="919" y="302"/>
                  </a:cubicBezTo>
                  <a:cubicBezTo>
                    <a:pt x="786" y="201"/>
                    <a:pt x="619" y="168"/>
                    <a:pt x="451" y="151"/>
                  </a:cubicBezTo>
                  <a:cubicBezTo>
                    <a:pt x="318" y="151"/>
                    <a:pt x="184" y="151"/>
                    <a:pt x="0" y="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4771320" y="1840333"/>
              <a:ext cx="108263" cy="64542"/>
            </a:xfrm>
            <a:custGeom>
              <a:avLst/>
              <a:gdLst/>
              <a:ahLst/>
              <a:cxnLst/>
              <a:rect l="l" t="t" r="r" b="b"/>
              <a:pathLst>
                <a:path w="2273" h="1355" extrusionOk="0">
                  <a:moveTo>
                    <a:pt x="2273" y="252"/>
                  </a:moveTo>
                  <a:cubicBezTo>
                    <a:pt x="2256" y="268"/>
                    <a:pt x="2239" y="335"/>
                    <a:pt x="2189" y="368"/>
                  </a:cubicBezTo>
                  <a:cubicBezTo>
                    <a:pt x="2139" y="419"/>
                    <a:pt x="2089" y="452"/>
                    <a:pt x="2022" y="485"/>
                  </a:cubicBezTo>
                  <a:cubicBezTo>
                    <a:pt x="1437" y="786"/>
                    <a:pt x="853" y="1070"/>
                    <a:pt x="251" y="1321"/>
                  </a:cubicBezTo>
                  <a:cubicBezTo>
                    <a:pt x="234" y="1321"/>
                    <a:pt x="218" y="1338"/>
                    <a:pt x="184" y="1338"/>
                  </a:cubicBezTo>
                  <a:cubicBezTo>
                    <a:pt x="134" y="1354"/>
                    <a:pt x="67" y="1321"/>
                    <a:pt x="34" y="1254"/>
                  </a:cubicBezTo>
                  <a:cubicBezTo>
                    <a:pt x="1" y="1204"/>
                    <a:pt x="17" y="1137"/>
                    <a:pt x="51" y="1104"/>
                  </a:cubicBezTo>
                  <a:cubicBezTo>
                    <a:pt x="251" y="886"/>
                    <a:pt x="452" y="669"/>
                    <a:pt x="736" y="536"/>
                  </a:cubicBezTo>
                  <a:cubicBezTo>
                    <a:pt x="1070" y="385"/>
                    <a:pt x="1404" y="218"/>
                    <a:pt x="1738" y="68"/>
                  </a:cubicBezTo>
                  <a:cubicBezTo>
                    <a:pt x="1872" y="1"/>
                    <a:pt x="1989" y="1"/>
                    <a:pt x="2122" y="51"/>
                  </a:cubicBezTo>
                  <a:cubicBezTo>
                    <a:pt x="2206" y="68"/>
                    <a:pt x="2273" y="151"/>
                    <a:pt x="2273" y="25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4760174" y="2602786"/>
              <a:ext cx="105881" cy="82023"/>
            </a:xfrm>
            <a:custGeom>
              <a:avLst/>
              <a:gdLst/>
              <a:ahLst/>
              <a:cxnLst/>
              <a:rect l="l" t="t" r="r" b="b"/>
              <a:pathLst>
                <a:path w="2223" h="1722" extrusionOk="0">
                  <a:moveTo>
                    <a:pt x="1889" y="1705"/>
                  </a:moveTo>
                  <a:cubicBezTo>
                    <a:pt x="1822" y="1671"/>
                    <a:pt x="1705" y="1621"/>
                    <a:pt x="1605" y="1555"/>
                  </a:cubicBezTo>
                  <a:cubicBezTo>
                    <a:pt x="1287" y="1354"/>
                    <a:pt x="1003" y="1103"/>
                    <a:pt x="736" y="836"/>
                  </a:cubicBezTo>
                  <a:cubicBezTo>
                    <a:pt x="535" y="636"/>
                    <a:pt x="301" y="418"/>
                    <a:pt x="101" y="218"/>
                  </a:cubicBezTo>
                  <a:cubicBezTo>
                    <a:pt x="67" y="184"/>
                    <a:pt x="17" y="151"/>
                    <a:pt x="1" y="118"/>
                  </a:cubicBezTo>
                  <a:cubicBezTo>
                    <a:pt x="1" y="84"/>
                    <a:pt x="1" y="51"/>
                    <a:pt x="17" y="17"/>
                  </a:cubicBezTo>
                  <a:cubicBezTo>
                    <a:pt x="34" y="1"/>
                    <a:pt x="67" y="1"/>
                    <a:pt x="84" y="1"/>
                  </a:cubicBezTo>
                  <a:cubicBezTo>
                    <a:pt x="118" y="17"/>
                    <a:pt x="151" y="34"/>
                    <a:pt x="184" y="67"/>
                  </a:cubicBezTo>
                  <a:cubicBezTo>
                    <a:pt x="351" y="251"/>
                    <a:pt x="585" y="335"/>
                    <a:pt x="803" y="435"/>
                  </a:cubicBezTo>
                  <a:cubicBezTo>
                    <a:pt x="1204" y="602"/>
                    <a:pt x="1554" y="803"/>
                    <a:pt x="1905" y="1053"/>
                  </a:cubicBezTo>
                  <a:cubicBezTo>
                    <a:pt x="2039" y="1154"/>
                    <a:pt x="2139" y="1287"/>
                    <a:pt x="2173" y="1438"/>
                  </a:cubicBezTo>
                  <a:cubicBezTo>
                    <a:pt x="2223" y="1605"/>
                    <a:pt x="2106" y="1722"/>
                    <a:pt x="1889" y="170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3747084" y="2440455"/>
              <a:ext cx="96355" cy="53348"/>
            </a:xfrm>
            <a:custGeom>
              <a:avLst/>
              <a:gdLst/>
              <a:ahLst/>
              <a:cxnLst/>
              <a:rect l="l" t="t" r="r" b="b"/>
              <a:pathLst>
                <a:path w="2023" h="1120" extrusionOk="0">
                  <a:moveTo>
                    <a:pt x="301" y="1120"/>
                  </a:moveTo>
                  <a:cubicBezTo>
                    <a:pt x="168" y="1120"/>
                    <a:pt x="84" y="1086"/>
                    <a:pt x="51" y="1003"/>
                  </a:cubicBezTo>
                  <a:cubicBezTo>
                    <a:pt x="1" y="919"/>
                    <a:pt x="17" y="802"/>
                    <a:pt x="118" y="735"/>
                  </a:cubicBezTo>
                  <a:cubicBezTo>
                    <a:pt x="201" y="668"/>
                    <a:pt x="285" y="602"/>
                    <a:pt x="385" y="551"/>
                  </a:cubicBezTo>
                  <a:cubicBezTo>
                    <a:pt x="602" y="468"/>
                    <a:pt x="803" y="368"/>
                    <a:pt x="1020" y="284"/>
                  </a:cubicBezTo>
                  <a:cubicBezTo>
                    <a:pt x="1270" y="201"/>
                    <a:pt x="1538" y="117"/>
                    <a:pt x="1788" y="34"/>
                  </a:cubicBezTo>
                  <a:cubicBezTo>
                    <a:pt x="1872" y="0"/>
                    <a:pt x="1972" y="50"/>
                    <a:pt x="1989" y="117"/>
                  </a:cubicBezTo>
                  <a:cubicBezTo>
                    <a:pt x="2022" y="201"/>
                    <a:pt x="2006" y="301"/>
                    <a:pt x="1922" y="334"/>
                  </a:cubicBezTo>
                  <a:cubicBezTo>
                    <a:pt x="1638" y="451"/>
                    <a:pt x="1438" y="702"/>
                    <a:pt x="1153" y="819"/>
                  </a:cubicBezTo>
                  <a:cubicBezTo>
                    <a:pt x="953" y="902"/>
                    <a:pt x="752" y="1003"/>
                    <a:pt x="535" y="1086"/>
                  </a:cubicBezTo>
                  <a:cubicBezTo>
                    <a:pt x="452" y="1103"/>
                    <a:pt x="351" y="1120"/>
                    <a:pt x="301" y="112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3835438" y="1842762"/>
              <a:ext cx="83591" cy="74831"/>
            </a:xfrm>
            <a:custGeom>
              <a:avLst/>
              <a:gdLst/>
              <a:ahLst/>
              <a:cxnLst/>
              <a:rect l="l" t="t" r="r" b="b"/>
              <a:pathLst>
                <a:path w="1755" h="1571" extrusionOk="0">
                  <a:moveTo>
                    <a:pt x="1755" y="1487"/>
                  </a:moveTo>
                  <a:cubicBezTo>
                    <a:pt x="1705" y="1520"/>
                    <a:pt x="1671" y="1554"/>
                    <a:pt x="1638" y="1554"/>
                  </a:cubicBezTo>
                  <a:cubicBezTo>
                    <a:pt x="1604" y="1571"/>
                    <a:pt x="1571" y="1537"/>
                    <a:pt x="1537" y="1537"/>
                  </a:cubicBezTo>
                  <a:cubicBezTo>
                    <a:pt x="1420" y="1487"/>
                    <a:pt x="1320" y="1437"/>
                    <a:pt x="1203" y="1404"/>
                  </a:cubicBezTo>
                  <a:cubicBezTo>
                    <a:pt x="953" y="1320"/>
                    <a:pt x="769" y="1186"/>
                    <a:pt x="585" y="1003"/>
                  </a:cubicBezTo>
                  <a:cubicBezTo>
                    <a:pt x="435" y="835"/>
                    <a:pt x="284" y="668"/>
                    <a:pt x="134" y="485"/>
                  </a:cubicBezTo>
                  <a:cubicBezTo>
                    <a:pt x="117" y="451"/>
                    <a:pt x="84" y="418"/>
                    <a:pt x="67" y="384"/>
                  </a:cubicBezTo>
                  <a:cubicBezTo>
                    <a:pt x="0" y="284"/>
                    <a:pt x="17" y="167"/>
                    <a:pt x="100" y="100"/>
                  </a:cubicBezTo>
                  <a:cubicBezTo>
                    <a:pt x="167" y="17"/>
                    <a:pt x="284" y="0"/>
                    <a:pt x="401" y="67"/>
                  </a:cubicBezTo>
                  <a:cubicBezTo>
                    <a:pt x="451" y="84"/>
                    <a:pt x="501" y="134"/>
                    <a:pt x="535" y="184"/>
                  </a:cubicBezTo>
                  <a:cubicBezTo>
                    <a:pt x="635" y="284"/>
                    <a:pt x="735" y="401"/>
                    <a:pt x="836" y="501"/>
                  </a:cubicBezTo>
                  <a:cubicBezTo>
                    <a:pt x="1019" y="718"/>
                    <a:pt x="1203" y="952"/>
                    <a:pt x="1404" y="1170"/>
                  </a:cubicBezTo>
                  <a:cubicBezTo>
                    <a:pt x="1471" y="1236"/>
                    <a:pt x="1571" y="1303"/>
                    <a:pt x="1654" y="1370"/>
                  </a:cubicBezTo>
                  <a:cubicBezTo>
                    <a:pt x="1688" y="1404"/>
                    <a:pt x="1705" y="1437"/>
                    <a:pt x="1755" y="14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933317" y="1636466"/>
              <a:ext cx="843623" cy="967892"/>
            </a:xfrm>
            <a:custGeom>
              <a:avLst/>
              <a:gdLst/>
              <a:ahLst/>
              <a:cxnLst/>
              <a:rect l="l" t="t" r="r" b="b"/>
              <a:pathLst>
                <a:path w="17712" h="20320" extrusionOk="0">
                  <a:moveTo>
                    <a:pt x="7432" y="0"/>
                  </a:moveTo>
                  <a:cubicBezTo>
                    <a:pt x="6997" y="0"/>
                    <a:pt x="6573" y="52"/>
                    <a:pt x="6149" y="154"/>
                  </a:cubicBezTo>
                  <a:cubicBezTo>
                    <a:pt x="5882" y="237"/>
                    <a:pt x="5648" y="388"/>
                    <a:pt x="5431" y="572"/>
                  </a:cubicBezTo>
                  <a:cubicBezTo>
                    <a:pt x="5381" y="605"/>
                    <a:pt x="5347" y="672"/>
                    <a:pt x="5330" y="722"/>
                  </a:cubicBezTo>
                  <a:cubicBezTo>
                    <a:pt x="5230" y="1039"/>
                    <a:pt x="5130" y="1357"/>
                    <a:pt x="5130" y="1691"/>
                  </a:cubicBezTo>
                  <a:cubicBezTo>
                    <a:pt x="5130" y="1741"/>
                    <a:pt x="5130" y="1791"/>
                    <a:pt x="5113" y="1841"/>
                  </a:cubicBezTo>
                  <a:cubicBezTo>
                    <a:pt x="4996" y="2426"/>
                    <a:pt x="4762" y="2961"/>
                    <a:pt x="4495" y="3479"/>
                  </a:cubicBezTo>
                  <a:cubicBezTo>
                    <a:pt x="4395" y="3663"/>
                    <a:pt x="4278" y="3863"/>
                    <a:pt x="4194" y="4047"/>
                  </a:cubicBezTo>
                  <a:cubicBezTo>
                    <a:pt x="4010" y="4431"/>
                    <a:pt x="3793" y="4765"/>
                    <a:pt x="3526" y="5083"/>
                  </a:cubicBezTo>
                  <a:cubicBezTo>
                    <a:pt x="3075" y="5668"/>
                    <a:pt x="2607" y="6252"/>
                    <a:pt x="2139" y="6837"/>
                  </a:cubicBezTo>
                  <a:cubicBezTo>
                    <a:pt x="2039" y="6954"/>
                    <a:pt x="1939" y="7088"/>
                    <a:pt x="1822" y="7188"/>
                  </a:cubicBezTo>
                  <a:cubicBezTo>
                    <a:pt x="1554" y="7372"/>
                    <a:pt x="1370" y="7623"/>
                    <a:pt x="1153" y="7856"/>
                  </a:cubicBezTo>
                  <a:cubicBezTo>
                    <a:pt x="1036" y="7990"/>
                    <a:pt x="936" y="8141"/>
                    <a:pt x="853" y="8291"/>
                  </a:cubicBezTo>
                  <a:cubicBezTo>
                    <a:pt x="652" y="8642"/>
                    <a:pt x="485" y="8993"/>
                    <a:pt x="318" y="9360"/>
                  </a:cubicBezTo>
                  <a:cubicBezTo>
                    <a:pt x="251" y="9511"/>
                    <a:pt x="201" y="9694"/>
                    <a:pt x="167" y="9862"/>
                  </a:cubicBezTo>
                  <a:cubicBezTo>
                    <a:pt x="134" y="10179"/>
                    <a:pt x="34" y="10480"/>
                    <a:pt x="67" y="10814"/>
                  </a:cubicBezTo>
                  <a:cubicBezTo>
                    <a:pt x="67" y="10831"/>
                    <a:pt x="51" y="10864"/>
                    <a:pt x="51" y="10897"/>
                  </a:cubicBezTo>
                  <a:cubicBezTo>
                    <a:pt x="0" y="11065"/>
                    <a:pt x="0" y="11248"/>
                    <a:pt x="0" y="11432"/>
                  </a:cubicBezTo>
                  <a:cubicBezTo>
                    <a:pt x="0" y="11900"/>
                    <a:pt x="17" y="12385"/>
                    <a:pt x="17" y="12852"/>
                  </a:cubicBezTo>
                  <a:cubicBezTo>
                    <a:pt x="17" y="12936"/>
                    <a:pt x="17" y="13003"/>
                    <a:pt x="34" y="13070"/>
                  </a:cubicBezTo>
                  <a:cubicBezTo>
                    <a:pt x="101" y="13337"/>
                    <a:pt x="117" y="13604"/>
                    <a:pt x="134" y="13888"/>
                  </a:cubicBezTo>
                  <a:cubicBezTo>
                    <a:pt x="134" y="14089"/>
                    <a:pt x="167" y="14306"/>
                    <a:pt x="301" y="14490"/>
                  </a:cubicBezTo>
                  <a:cubicBezTo>
                    <a:pt x="435" y="14657"/>
                    <a:pt x="485" y="14857"/>
                    <a:pt x="552" y="15058"/>
                  </a:cubicBezTo>
                  <a:cubicBezTo>
                    <a:pt x="602" y="15242"/>
                    <a:pt x="669" y="15425"/>
                    <a:pt x="719" y="15609"/>
                  </a:cubicBezTo>
                  <a:cubicBezTo>
                    <a:pt x="752" y="15760"/>
                    <a:pt x="836" y="15893"/>
                    <a:pt x="936" y="16010"/>
                  </a:cubicBezTo>
                  <a:cubicBezTo>
                    <a:pt x="1036" y="16111"/>
                    <a:pt x="1103" y="16227"/>
                    <a:pt x="1153" y="16344"/>
                  </a:cubicBezTo>
                  <a:cubicBezTo>
                    <a:pt x="1237" y="16578"/>
                    <a:pt x="1370" y="16796"/>
                    <a:pt x="1504" y="16996"/>
                  </a:cubicBezTo>
                  <a:cubicBezTo>
                    <a:pt x="1738" y="17380"/>
                    <a:pt x="1989" y="17715"/>
                    <a:pt x="2340" y="17999"/>
                  </a:cubicBezTo>
                  <a:cubicBezTo>
                    <a:pt x="2724" y="18299"/>
                    <a:pt x="3158" y="18533"/>
                    <a:pt x="3543" y="18851"/>
                  </a:cubicBezTo>
                  <a:cubicBezTo>
                    <a:pt x="3593" y="18884"/>
                    <a:pt x="3643" y="18901"/>
                    <a:pt x="3693" y="18918"/>
                  </a:cubicBezTo>
                  <a:cubicBezTo>
                    <a:pt x="3994" y="19085"/>
                    <a:pt x="4294" y="19235"/>
                    <a:pt x="4579" y="19402"/>
                  </a:cubicBezTo>
                  <a:cubicBezTo>
                    <a:pt x="5046" y="19669"/>
                    <a:pt x="5548" y="19870"/>
                    <a:pt x="6066" y="20020"/>
                  </a:cubicBezTo>
                  <a:cubicBezTo>
                    <a:pt x="6183" y="20037"/>
                    <a:pt x="6316" y="20054"/>
                    <a:pt x="6450" y="20070"/>
                  </a:cubicBezTo>
                  <a:cubicBezTo>
                    <a:pt x="6751" y="20137"/>
                    <a:pt x="7051" y="20137"/>
                    <a:pt x="7369" y="20137"/>
                  </a:cubicBezTo>
                  <a:cubicBezTo>
                    <a:pt x="7519" y="20137"/>
                    <a:pt x="7686" y="20154"/>
                    <a:pt x="7820" y="20204"/>
                  </a:cubicBezTo>
                  <a:cubicBezTo>
                    <a:pt x="8020" y="20254"/>
                    <a:pt x="8221" y="20254"/>
                    <a:pt x="8422" y="20254"/>
                  </a:cubicBezTo>
                  <a:lnTo>
                    <a:pt x="9056" y="20254"/>
                  </a:lnTo>
                  <a:cubicBezTo>
                    <a:pt x="9157" y="20254"/>
                    <a:pt x="9257" y="20271"/>
                    <a:pt x="9357" y="20271"/>
                  </a:cubicBezTo>
                  <a:cubicBezTo>
                    <a:pt x="9588" y="20308"/>
                    <a:pt x="9824" y="20319"/>
                    <a:pt x="10060" y="20319"/>
                  </a:cubicBezTo>
                  <a:cubicBezTo>
                    <a:pt x="10250" y="20319"/>
                    <a:pt x="10440" y="20312"/>
                    <a:pt x="10627" y="20304"/>
                  </a:cubicBezTo>
                  <a:cubicBezTo>
                    <a:pt x="10811" y="20288"/>
                    <a:pt x="10995" y="20254"/>
                    <a:pt x="11145" y="20137"/>
                  </a:cubicBezTo>
                  <a:cubicBezTo>
                    <a:pt x="11212" y="20087"/>
                    <a:pt x="11279" y="20070"/>
                    <a:pt x="11346" y="20070"/>
                  </a:cubicBezTo>
                  <a:cubicBezTo>
                    <a:pt x="11412" y="20070"/>
                    <a:pt x="11479" y="20054"/>
                    <a:pt x="11529" y="20037"/>
                  </a:cubicBezTo>
                  <a:cubicBezTo>
                    <a:pt x="12081" y="19903"/>
                    <a:pt x="12599" y="19703"/>
                    <a:pt x="13066" y="19402"/>
                  </a:cubicBezTo>
                  <a:cubicBezTo>
                    <a:pt x="13133" y="19369"/>
                    <a:pt x="13200" y="19352"/>
                    <a:pt x="13267" y="19302"/>
                  </a:cubicBezTo>
                  <a:cubicBezTo>
                    <a:pt x="13568" y="19151"/>
                    <a:pt x="13868" y="18984"/>
                    <a:pt x="14186" y="18817"/>
                  </a:cubicBezTo>
                  <a:cubicBezTo>
                    <a:pt x="14236" y="18784"/>
                    <a:pt x="14270" y="18750"/>
                    <a:pt x="14320" y="18717"/>
                  </a:cubicBezTo>
                  <a:cubicBezTo>
                    <a:pt x="14470" y="18600"/>
                    <a:pt x="14620" y="18500"/>
                    <a:pt x="14771" y="18366"/>
                  </a:cubicBezTo>
                  <a:cubicBezTo>
                    <a:pt x="14854" y="18299"/>
                    <a:pt x="14938" y="18232"/>
                    <a:pt x="14988" y="18132"/>
                  </a:cubicBezTo>
                  <a:cubicBezTo>
                    <a:pt x="15055" y="17999"/>
                    <a:pt x="15155" y="17932"/>
                    <a:pt x="15289" y="17848"/>
                  </a:cubicBezTo>
                  <a:cubicBezTo>
                    <a:pt x="15556" y="17698"/>
                    <a:pt x="15757" y="17464"/>
                    <a:pt x="15907" y="17197"/>
                  </a:cubicBezTo>
                  <a:cubicBezTo>
                    <a:pt x="15957" y="17096"/>
                    <a:pt x="16024" y="17013"/>
                    <a:pt x="16091" y="16946"/>
                  </a:cubicBezTo>
                  <a:cubicBezTo>
                    <a:pt x="16224" y="16829"/>
                    <a:pt x="16291" y="16695"/>
                    <a:pt x="16375" y="16545"/>
                  </a:cubicBezTo>
                  <a:cubicBezTo>
                    <a:pt x="16475" y="16378"/>
                    <a:pt x="16575" y="16211"/>
                    <a:pt x="16709" y="16044"/>
                  </a:cubicBezTo>
                  <a:cubicBezTo>
                    <a:pt x="16826" y="15893"/>
                    <a:pt x="16926" y="15743"/>
                    <a:pt x="16976" y="15559"/>
                  </a:cubicBezTo>
                  <a:cubicBezTo>
                    <a:pt x="17077" y="15258"/>
                    <a:pt x="17160" y="14958"/>
                    <a:pt x="17260" y="14674"/>
                  </a:cubicBezTo>
                  <a:cubicBezTo>
                    <a:pt x="17277" y="14590"/>
                    <a:pt x="17294" y="14506"/>
                    <a:pt x="17344" y="14440"/>
                  </a:cubicBezTo>
                  <a:cubicBezTo>
                    <a:pt x="17511" y="14189"/>
                    <a:pt x="17595" y="13905"/>
                    <a:pt x="17611" y="13588"/>
                  </a:cubicBezTo>
                  <a:cubicBezTo>
                    <a:pt x="17611" y="13554"/>
                    <a:pt x="17611" y="13521"/>
                    <a:pt x="17628" y="13487"/>
                  </a:cubicBezTo>
                  <a:cubicBezTo>
                    <a:pt x="17711" y="13270"/>
                    <a:pt x="17711" y="13053"/>
                    <a:pt x="17695" y="12836"/>
                  </a:cubicBezTo>
                  <a:cubicBezTo>
                    <a:pt x="17695" y="12451"/>
                    <a:pt x="17661" y="12084"/>
                    <a:pt x="17678" y="11716"/>
                  </a:cubicBezTo>
                  <a:cubicBezTo>
                    <a:pt x="17711" y="11248"/>
                    <a:pt x="17595" y="10780"/>
                    <a:pt x="17595" y="10329"/>
                  </a:cubicBezTo>
                  <a:cubicBezTo>
                    <a:pt x="17595" y="10279"/>
                    <a:pt x="17561" y="10229"/>
                    <a:pt x="17561" y="10196"/>
                  </a:cubicBezTo>
                  <a:cubicBezTo>
                    <a:pt x="17544" y="10129"/>
                    <a:pt x="17528" y="10062"/>
                    <a:pt x="17528" y="9995"/>
                  </a:cubicBezTo>
                  <a:cubicBezTo>
                    <a:pt x="17511" y="9745"/>
                    <a:pt x="17444" y="9494"/>
                    <a:pt x="17327" y="9277"/>
                  </a:cubicBezTo>
                  <a:cubicBezTo>
                    <a:pt x="17194" y="9009"/>
                    <a:pt x="17060" y="8742"/>
                    <a:pt x="16943" y="8491"/>
                  </a:cubicBezTo>
                  <a:cubicBezTo>
                    <a:pt x="16709" y="8007"/>
                    <a:pt x="16358" y="7639"/>
                    <a:pt x="15974" y="7272"/>
                  </a:cubicBezTo>
                  <a:cubicBezTo>
                    <a:pt x="15823" y="7138"/>
                    <a:pt x="15673" y="7004"/>
                    <a:pt x="15556" y="6854"/>
                  </a:cubicBezTo>
                  <a:cubicBezTo>
                    <a:pt x="15105" y="6286"/>
                    <a:pt x="14654" y="5718"/>
                    <a:pt x="14203" y="5166"/>
                  </a:cubicBezTo>
                  <a:cubicBezTo>
                    <a:pt x="13902" y="4782"/>
                    <a:pt x="13635" y="4398"/>
                    <a:pt x="13451" y="3963"/>
                  </a:cubicBezTo>
                  <a:cubicBezTo>
                    <a:pt x="13401" y="3846"/>
                    <a:pt x="13334" y="3729"/>
                    <a:pt x="13267" y="3629"/>
                  </a:cubicBezTo>
                  <a:cubicBezTo>
                    <a:pt x="13033" y="3212"/>
                    <a:pt x="12833" y="2760"/>
                    <a:pt x="12682" y="2309"/>
                  </a:cubicBezTo>
                  <a:cubicBezTo>
                    <a:pt x="12632" y="2109"/>
                    <a:pt x="12565" y="1908"/>
                    <a:pt x="12549" y="1724"/>
                  </a:cubicBezTo>
                  <a:cubicBezTo>
                    <a:pt x="12549" y="1374"/>
                    <a:pt x="12448" y="1056"/>
                    <a:pt x="12365" y="739"/>
                  </a:cubicBezTo>
                  <a:cubicBezTo>
                    <a:pt x="12348" y="672"/>
                    <a:pt x="12315" y="622"/>
                    <a:pt x="12264" y="572"/>
                  </a:cubicBezTo>
                  <a:cubicBezTo>
                    <a:pt x="12081" y="404"/>
                    <a:pt x="11863" y="254"/>
                    <a:pt x="11613" y="187"/>
                  </a:cubicBezTo>
                  <a:cubicBezTo>
                    <a:pt x="11479" y="154"/>
                    <a:pt x="11346" y="120"/>
                    <a:pt x="11212" y="87"/>
                  </a:cubicBezTo>
                  <a:cubicBezTo>
                    <a:pt x="10928" y="20"/>
                    <a:pt x="10644" y="3"/>
                    <a:pt x="10343" y="3"/>
                  </a:cubicBezTo>
                  <a:lnTo>
                    <a:pt x="7619" y="3"/>
                  </a:lnTo>
                  <a:cubicBezTo>
                    <a:pt x="7557" y="1"/>
                    <a:pt x="7494" y="0"/>
                    <a:pt x="74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3958799" y="1653661"/>
              <a:ext cx="812568" cy="934835"/>
            </a:xfrm>
            <a:custGeom>
              <a:avLst/>
              <a:gdLst/>
              <a:ahLst/>
              <a:cxnLst/>
              <a:rect l="l" t="t" r="r" b="b"/>
              <a:pathLst>
                <a:path w="17060" h="19626" extrusionOk="0">
                  <a:moveTo>
                    <a:pt x="6207" y="0"/>
                  </a:moveTo>
                  <a:cubicBezTo>
                    <a:pt x="5842" y="0"/>
                    <a:pt x="5508" y="112"/>
                    <a:pt x="5213" y="495"/>
                  </a:cubicBezTo>
                  <a:cubicBezTo>
                    <a:pt x="4612" y="1280"/>
                    <a:pt x="4461" y="2316"/>
                    <a:pt x="4144" y="3218"/>
                  </a:cubicBezTo>
                  <a:cubicBezTo>
                    <a:pt x="3676" y="4521"/>
                    <a:pt x="2774" y="5557"/>
                    <a:pt x="1905" y="6593"/>
                  </a:cubicBezTo>
                  <a:cubicBezTo>
                    <a:pt x="1170" y="7462"/>
                    <a:pt x="835" y="8197"/>
                    <a:pt x="518" y="9283"/>
                  </a:cubicBezTo>
                  <a:cubicBezTo>
                    <a:pt x="201" y="10436"/>
                    <a:pt x="0" y="11422"/>
                    <a:pt x="0" y="12625"/>
                  </a:cubicBezTo>
                  <a:cubicBezTo>
                    <a:pt x="0" y="13761"/>
                    <a:pt x="334" y="14613"/>
                    <a:pt x="869" y="15616"/>
                  </a:cubicBezTo>
                  <a:cubicBezTo>
                    <a:pt x="1420" y="16635"/>
                    <a:pt x="2139" y="17387"/>
                    <a:pt x="3024" y="18122"/>
                  </a:cubicBezTo>
                  <a:cubicBezTo>
                    <a:pt x="3893" y="18841"/>
                    <a:pt x="4779" y="19492"/>
                    <a:pt x="5932" y="19592"/>
                  </a:cubicBezTo>
                  <a:cubicBezTo>
                    <a:pt x="6205" y="19615"/>
                    <a:pt x="6474" y="19626"/>
                    <a:pt x="6740" y="19626"/>
                  </a:cubicBezTo>
                  <a:cubicBezTo>
                    <a:pt x="7646" y="19626"/>
                    <a:pt x="8520" y="19502"/>
                    <a:pt x="9424" y="19308"/>
                  </a:cubicBezTo>
                  <a:cubicBezTo>
                    <a:pt x="10660" y="19058"/>
                    <a:pt x="11780" y="18907"/>
                    <a:pt x="12832" y="18156"/>
                  </a:cubicBezTo>
                  <a:cubicBezTo>
                    <a:pt x="14620" y="16886"/>
                    <a:pt x="15673" y="14931"/>
                    <a:pt x="16508" y="12942"/>
                  </a:cubicBezTo>
                  <a:cubicBezTo>
                    <a:pt x="16892" y="12040"/>
                    <a:pt x="17060" y="10854"/>
                    <a:pt x="16876" y="9885"/>
                  </a:cubicBezTo>
                  <a:cubicBezTo>
                    <a:pt x="16692" y="8916"/>
                    <a:pt x="16090" y="8314"/>
                    <a:pt x="15405" y="7646"/>
                  </a:cubicBezTo>
                  <a:cubicBezTo>
                    <a:pt x="14520" y="6794"/>
                    <a:pt x="13467" y="5925"/>
                    <a:pt x="13033" y="4739"/>
                  </a:cubicBezTo>
                  <a:cubicBezTo>
                    <a:pt x="12615" y="3586"/>
                    <a:pt x="12465" y="2383"/>
                    <a:pt x="11780" y="1347"/>
                  </a:cubicBezTo>
                  <a:cubicBezTo>
                    <a:pt x="11111" y="328"/>
                    <a:pt x="10092" y="94"/>
                    <a:pt x="8956" y="43"/>
                  </a:cubicBezTo>
                  <a:cubicBezTo>
                    <a:pt x="8890" y="40"/>
                    <a:pt x="8822" y="38"/>
                    <a:pt x="8753" y="38"/>
                  </a:cubicBezTo>
                  <a:cubicBezTo>
                    <a:pt x="8279" y="38"/>
                    <a:pt x="7739" y="116"/>
                    <a:pt x="7235" y="116"/>
                  </a:cubicBezTo>
                  <a:cubicBezTo>
                    <a:pt x="7162" y="116"/>
                    <a:pt x="7089" y="114"/>
                    <a:pt x="7018" y="110"/>
                  </a:cubicBezTo>
                  <a:cubicBezTo>
                    <a:pt x="6735" y="55"/>
                    <a:pt x="6464" y="0"/>
                    <a:pt x="6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4339150" y="-40825"/>
              <a:ext cx="21100" cy="1389374"/>
            </a:xfrm>
            <a:custGeom>
              <a:avLst/>
              <a:gdLst/>
              <a:ahLst/>
              <a:cxnLst/>
              <a:rect l="l" t="t" r="r" b="b"/>
              <a:pathLst>
                <a:path w="469" h="18714" extrusionOk="0">
                  <a:moveTo>
                    <a:pt x="468" y="10460"/>
                  </a:moveTo>
                  <a:cubicBezTo>
                    <a:pt x="468" y="12749"/>
                    <a:pt x="468" y="15021"/>
                    <a:pt x="468" y="17310"/>
                  </a:cubicBezTo>
                  <a:cubicBezTo>
                    <a:pt x="468" y="17611"/>
                    <a:pt x="451" y="17912"/>
                    <a:pt x="435" y="18213"/>
                  </a:cubicBezTo>
                  <a:cubicBezTo>
                    <a:pt x="418" y="18346"/>
                    <a:pt x="368" y="18497"/>
                    <a:pt x="334" y="18630"/>
                  </a:cubicBezTo>
                  <a:cubicBezTo>
                    <a:pt x="318" y="18681"/>
                    <a:pt x="268" y="18714"/>
                    <a:pt x="217" y="18714"/>
                  </a:cubicBezTo>
                  <a:cubicBezTo>
                    <a:pt x="201" y="18697"/>
                    <a:pt x="151" y="18664"/>
                    <a:pt x="151" y="18630"/>
                  </a:cubicBezTo>
                  <a:cubicBezTo>
                    <a:pt x="100" y="18497"/>
                    <a:pt x="50" y="18346"/>
                    <a:pt x="34" y="18196"/>
                  </a:cubicBezTo>
                  <a:cubicBezTo>
                    <a:pt x="17" y="17812"/>
                    <a:pt x="0" y="17444"/>
                    <a:pt x="0" y="17060"/>
                  </a:cubicBezTo>
                  <a:cubicBezTo>
                    <a:pt x="0" y="14320"/>
                    <a:pt x="0" y="10009"/>
                    <a:pt x="0" y="7269"/>
                  </a:cubicBezTo>
                  <a:cubicBezTo>
                    <a:pt x="17" y="5447"/>
                    <a:pt x="34" y="2173"/>
                    <a:pt x="50" y="351"/>
                  </a:cubicBezTo>
                  <a:cubicBezTo>
                    <a:pt x="50" y="184"/>
                    <a:pt x="50" y="535"/>
                    <a:pt x="67" y="351"/>
                  </a:cubicBezTo>
                  <a:cubicBezTo>
                    <a:pt x="67" y="285"/>
                    <a:pt x="67" y="435"/>
                    <a:pt x="84" y="351"/>
                  </a:cubicBezTo>
                  <a:cubicBezTo>
                    <a:pt x="100" y="251"/>
                    <a:pt x="151" y="351"/>
                    <a:pt x="234" y="351"/>
                  </a:cubicBezTo>
                  <a:cubicBezTo>
                    <a:pt x="301" y="351"/>
                    <a:pt x="368" y="268"/>
                    <a:pt x="368" y="351"/>
                  </a:cubicBezTo>
                  <a:cubicBezTo>
                    <a:pt x="384" y="418"/>
                    <a:pt x="384" y="301"/>
                    <a:pt x="384" y="351"/>
                  </a:cubicBezTo>
                  <a:cubicBezTo>
                    <a:pt x="401" y="702"/>
                    <a:pt x="418" y="0"/>
                    <a:pt x="418" y="351"/>
                  </a:cubicBezTo>
                  <a:cubicBezTo>
                    <a:pt x="435" y="2557"/>
                    <a:pt x="451" y="8271"/>
                    <a:pt x="468" y="10460"/>
                  </a:cubicBezTo>
                  <a:cubicBezTo>
                    <a:pt x="468" y="10460"/>
                    <a:pt x="468" y="10460"/>
                    <a:pt x="468" y="1046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4216621" y="1558301"/>
              <a:ext cx="274635" cy="70401"/>
            </a:xfrm>
            <a:custGeom>
              <a:avLst/>
              <a:gdLst/>
              <a:ahLst/>
              <a:cxnLst/>
              <a:rect l="l" t="t" r="r" b="b"/>
              <a:pathLst>
                <a:path w="5766" h="1478" extrusionOk="0">
                  <a:moveTo>
                    <a:pt x="2739" y="0"/>
                  </a:moveTo>
                  <a:cubicBezTo>
                    <a:pt x="2455" y="0"/>
                    <a:pt x="2172" y="15"/>
                    <a:pt x="1889" y="24"/>
                  </a:cubicBezTo>
                  <a:cubicBezTo>
                    <a:pt x="1797" y="32"/>
                    <a:pt x="1705" y="36"/>
                    <a:pt x="1613" y="36"/>
                  </a:cubicBezTo>
                  <a:cubicBezTo>
                    <a:pt x="1521" y="36"/>
                    <a:pt x="1429" y="32"/>
                    <a:pt x="1337" y="24"/>
                  </a:cubicBezTo>
                  <a:cubicBezTo>
                    <a:pt x="1260" y="13"/>
                    <a:pt x="1183" y="9"/>
                    <a:pt x="1108" y="9"/>
                  </a:cubicBezTo>
                  <a:cubicBezTo>
                    <a:pt x="942" y="9"/>
                    <a:pt x="780" y="29"/>
                    <a:pt x="619" y="40"/>
                  </a:cubicBezTo>
                  <a:cubicBezTo>
                    <a:pt x="468" y="191"/>
                    <a:pt x="335" y="341"/>
                    <a:pt x="184" y="475"/>
                  </a:cubicBezTo>
                  <a:cubicBezTo>
                    <a:pt x="118" y="558"/>
                    <a:pt x="34" y="642"/>
                    <a:pt x="34" y="759"/>
                  </a:cubicBezTo>
                  <a:cubicBezTo>
                    <a:pt x="17" y="943"/>
                    <a:pt x="17" y="1127"/>
                    <a:pt x="1" y="1310"/>
                  </a:cubicBezTo>
                  <a:cubicBezTo>
                    <a:pt x="1" y="1360"/>
                    <a:pt x="34" y="1411"/>
                    <a:pt x="51" y="1477"/>
                  </a:cubicBezTo>
                  <a:cubicBezTo>
                    <a:pt x="134" y="1461"/>
                    <a:pt x="201" y="1461"/>
                    <a:pt x="268" y="1427"/>
                  </a:cubicBezTo>
                  <a:cubicBezTo>
                    <a:pt x="602" y="1327"/>
                    <a:pt x="953" y="1294"/>
                    <a:pt x="1287" y="1294"/>
                  </a:cubicBezTo>
                  <a:cubicBezTo>
                    <a:pt x="1627" y="1299"/>
                    <a:pt x="1967" y="1301"/>
                    <a:pt x="2306" y="1301"/>
                  </a:cubicBezTo>
                  <a:cubicBezTo>
                    <a:pt x="2984" y="1301"/>
                    <a:pt x="3660" y="1294"/>
                    <a:pt x="4328" y="1294"/>
                  </a:cubicBezTo>
                  <a:cubicBezTo>
                    <a:pt x="4746" y="1294"/>
                    <a:pt x="5147" y="1310"/>
                    <a:pt x="5548" y="1444"/>
                  </a:cubicBezTo>
                  <a:cubicBezTo>
                    <a:pt x="5573" y="1461"/>
                    <a:pt x="5602" y="1465"/>
                    <a:pt x="5636" y="1465"/>
                  </a:cubicBezTo>
                  <a:cubicBezTo>
                    <a:pt x="5669" y="1465"/>
                    <a:pt x="5707" y="1461"/>
                    <a:pt x="5748" y="1461"/>
                  </a:cubicBezTo>
                  <a:cubicBezTo>
                    <a:pt x="5748" y="1377"/>
                    <a:pt x="5765" y="1310"/>
                    <a:pt x="5765" y="1243"/>
                  </a:cubicBezTo>
                  <a:cubicBezTo>
                    <a:pt x="5765" y="1093"/>
                    <a:pt x="5748" y="943"/>
                    <a:pt x="5748" y="809"/>
                  </a:cubicBezTo>
                  <a:cubicBezTo>
                    <a:pt x="5732" y="592"/>
                    <a:pt x="5598" y="441"/>
                    <a:pt x="5398" y="375"/>
                  </a:cubicBezTo>
                  <a:cubicBezTo>
                    <a:pt x="5197" y="308"/>
                    <a:pt x="4980" y="241"/>
                    <a:pt x="4779" y="208"/>
                  </a:cubicBezTo>
                  <a:cubicBezTo>
                    <a:pt x="4328" y="141"/>
                    <a:pt x="3894" y="91"/>
                    <a:pt x="3443" y="40"/>
                  </a:cubicBezTo>
                  <a:cubicBezTo>
                    <a:pt x="3208" y="10"/>
                    <a:pt x="2973" y="0"/>
                    <a:pt x="2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4241293" y="1485518"/>
              <a:ext cx="226052" cy="71544"/>
            </a:xfrm>
            <a:custGeom>
              <a:avLst/>
              <a:gdLst/>
              <a:ahLst/>
              <a:cxnLst/>
              <a:rect l="l" t="t" r="r" b="b"/>
              <a:pathLst>
                <a:path w="4746" h="1502" extrusionOk="0">
                  <a:moveTo>
                    <a:pt x="1397" y="0"/>
                  </a:moveTo>
                  <a:cubicBezTo>
                    <a:pt x="1132" y="0"/>
                    <a:pt x="867" y="20"/>
                    <a:pt x="602" y="31"/>
                  </a:cubicBezTo>
                  <a:cubicBezTo>
                    <a:pt x="335" y="48"/>
                    <a:pt x="218" y="265"/>
                    <a:pt x="34" y="399"/>
                  </a:cubicBezTo>
                  <a:cubicBezTo>
                    <a:pt x="17" y="416"/>
                    <a:pt x="17" y="432"/>
                    <a:pt x="17" y="449"/>
                  </a:cubicBezTo>
                  <a:cubicBezTo>
                    <a:pt x="17" y="616"/>
                    <a:pt x="1" y="783"/>
                    <a:pt x="34" y="950"/>
                  </a:cubicBezTo>
                  <a:cubicBezTo>
                    <a:pt x="84" y="1117"/>
                    <a:pt x="134" y="1284"/>
                    <a:pt x="134" y="1502"/>
                  </a:cubicBezTo>
                  <a:cubicBezTo>
                    <a:pt x="251" y="1468"/>
                    <a:pt x="351" y="1452"/>
                    <a:pt x="435" y="1435"/>
                  </a:cubicBezTo>
                  <a:cubicBezTo>
                    <a:pt x="719" y="1368"/>
                    <a:pt x="1003" y="1284"/>
                    <a:pt x="1304" y="1234"/>
                  </a:cubicBezTo>
                  <a:cubicBezTo>
                    <a:pt x="1612" y="1199"/>
                    <a:pt x="1926" y="1178"/>
                    <a:pt x="2241" y="1178"/>
                  </a:cubicBezTo>
                  <a:cubicBezTo>
                    <a:pt x="2523" y="1178"/>
                    <a:pt x="2807" y="1195"/>
                    <a:pt x="3092" y="1234"/>
                  </a:cubicBezTo>
                  <a:cubicBezTo>
                    <a:pt x="3560" y="1301"/>
                    <a:pt x="4044" y="1335"/>
                    <a:pt x="4495" y="1452"/>
                  </a:cubicBezTo>
                  <a:lnTo>
                    <a:pt x="4579" y="1452"/>
                  </a:lnTo>
                  <a:cubicBezTo>
                    <a:pt x="4595" y="1318"/>
                    <a:pt x="4612" y="1201"/>
                    <a:pt x="4646" y="1101"/>
                  </a:cubicBezTo>
                  <a:cubicBezTo>
                    <a:pt x="4746" y="900"/>
                    <a:pt x="4729" y="683"/>
                    <a:pt x="4712" y="482"/>
                  </a:cubicBezTo>
                  <a:cubicBezTo>
                    <a:pt x="4679" y="466"/>
                    <a:pt x="4646" y="432"/>
                    <a:pt x="4612" y="416"/>
                  </a:cubicBezTo>
                  <a:cubicBezTo>
                    <a:pt x="4495" y="382"/>
                    <a:pt x="4395" y="332"/>
                    <a:pt x="4278" y="299"/>
                  </a:cubicBezTo>
                  <a:cubicBezTo>
                    <a:pt x="3576" y="115"/>
                    <a:pt x="2858" y="15"/>
                    <a:pt x="2139" y="15"/>
                  </a:cubicBezTo>
                  <a:lnTo>
                    <a:pt x="1755" y="15"/>
                  </a:lnTo>
                  <a:cubicBezTo>
                    <a:pt x="1636" y="4"/>
                    <a:pt x="1517" y="0"/>
                    <a:pt x="1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4261202" y="1389063"/>
              <a:ext cx="186281" cy="97170"/>
            </a:xfrm>
            <a:custGeom>
              <a:avLst/>
              <a:gdLst/>
              <a:ahLst/>
              <a:cxnLst/>
              <a:rect l="l" t="t" r="r" b="b"/>
              <a:pathLst>
                <a:path w="3911" h="2040" extrusionOk="0">
                  <a:moveTo>
                    <a:pt x="1880" y="0"/>
                  </a:moveTo>
                  <a:cubicBezTo>
                    <a:pt x="1706" y="0"/>
                    <a:pt x="1533" y="10"/>
                    <a:pt x="1370" y="85"/>
                  </a:cubicBezTo>
                  <a:cubicBezTo>
                    <a:pt x="1354" y="93"/>
                    <a:pt x="1333" y="93"/>
                    <a:pt x="1310" y="93"/>
                  </a:cubicBezTo>
                  <a:cubicBezTo>
                    <a:pt x="1287" y="93"/>
                    <a:pt x="1262" y="93"/>
                    <a:pt x="1237" y="101"/>
                  </a:cubicBezTo>
                  <a:cubicBezTo>
                    <a:pt x="986" y="168"/>
                    <a:pt x="719" y="218"/>
                    <a:pt x="535" y="419"/>
                  </a:cubicBezTo>
                  <a:cubicBezTo>
                    <a:pt x="451" y="519"/>
                    <a:pt x="351" y="603"/>
                    <a:pt x="251" y="669"/>
                  </a:cubicBezTo>
                  <a:cubicBezTo>
                    <a:pt x="84" y="786"/>
                    <a:pt x="34" y="937"/>
                    <a:pt x="34" y="1121"/>
                  </a:cubicBezTo>
                  <a:cubicBezTo>
                    <a:pt x="34" y="1338"/>
                    <a:pt x="34" y="1555"/>
                    <a:pt x="34" y="1772"/>
                  </a:cubicBezTo>
                  <a:cubicBezTo>
                    <a:pt x="34" y="1822"/>
                    <a:pt x="0" y="1889"/>
                    <a:pt x="67" y="1923"/>
                  </a:cubicBezTo>
                  <a:cubicBezTo>
                    <a:pt x="101" y="1923"/>
                    <a:pt x="151" y="1906"/>
                    <a:pt x="184" y="1906"/>
                  </a:cubicBezTo>
                  <a:cubicBezTo>
                    <a:pt x="451" y="1806"/>
                    <a:pt x="702" y="1789"/>
                    <a:pt x="969" y="1789"/>
                  </a:cubicBezTo>
                  <a:cubicBezTo>
                    <a:pt x="1220" y="1789"/>
                    <a:pt x="1471" y="1772"/>
                    <a:pt x="1705" y="1772"/>
                  </a:cubicBezTo>
                  <a:cubicBezTo>
                    <a:pt x="1766" y="1770"/>
                    <a:pt x="1828" y="1769"/>
                    <a:pt x="1889" y="1769"/>
                  </a:cubicBezTo>
                  <a:cubicBezTo>
                    <a:pt x="2295" y="1769"/>
                    <a:pt x="2702" y="1814"/>
                    <a:pt x="3108" y="1872"/>
                  </a:cubicBezTo>
                  <a:cubicBezTo>
                    <a:pt x="3359" y="1923"/>
                    <a:pt x="3626" y="1989"/>
                    <a:pt x="3910" y="2040"/>
                  </a:cubicBezTo>
                  <a:cubicBezTo>
                    <a:pt x="3893" y="1939"/>
                    <a:pt x="3877" y="1839"/>
                    <a:pt x="3877" y="1756"/>
                  </a:cubicBezTo>
                  <a:cubicBezTo>
                    <a:pt x="3893" y="1555"/>
                    <a:pt x="3776" y="1471"/>
                    <a:pt x="3626" y="1405"/>
                  </a:cubicBezTo>
                  <a:cubicBezTo>
                    <a:pt x="3559" y="1388"/>
                    <a:pt x="3509" y="1371"/>
                    <a:pt x="3442" y="1355"/>
                  </a:cubicBezTo>
                  <a:cubicBezTo>
                    <a:pt x="3075" y="1254"/>
                    <a:pt x="2724" y="1171"/>
                    <a:pt x="2340" y="1171"/>
                  </a:cubicBezTo>
                  <a:cubicBezTo>
                    <a:pt x="2223" y="1171"/>
                    <a:pt x="2101" y="1175"/>
                    <a:pt x="1982" y="1175"/>
                  </a:cubicBezTo>
                  <a:cubicBezTo>
                    <a:pt x="1863" y="1175"/>
                    <a:pt x="1746" y="1171"/>
                    <a:pt x="1638" y="1154"/>
                  </a:cubicBezTo>
                  <a:cubicBezTo>
                    <a:pt x="1442" y="1121"/>
                    <a:pt x="1246" y="1096"/>
                    <a:pt x="1050" y="1096"/>
                  </a:cubicBezTo>
                  <a:cubicBezTo>
                    <a:pt x="945" y="1096"/>
                    <a:pt x="840" y="1103"/>
                    <a:pt x="735" y="1121"/>
                  </a:cubicBezTo>
                  <a:cubicBezTo>
                    <a:pt x="713" y="1128"/>
                    <a:pt x="691" y="1136"/>
                    <a:pt x="670" y="1136"/>
                  </a:cubicBezTo>
                  <a:cubicBezTo>
                    <a:pt x="644" y="1136"/>
                    <a:pt x="620" y="1124"/>
                    <a:pt x="602" y="1087"/>
                  </a:cubicBezTo>
                  <a:cubicBezTo>
                    <a:pt x="619" y="1020"/>
                    <a:pt x="669" y="1020"/>
                    <a:pt x="719" y="1020"/>
                  </a:cubicBezTo>
                  <a:cubicBezTo>
                    <a:pt x="936" y="987"/>
                    <a:pt x="1136" y="954"/>
                    <a:pt x="1337" y="903"/>
                  </a:cubicBezTo>
                  <a:cubicBezTo>
                    <a:pt x="1504" y="870"/>
                    <a:pt x="1654" y="853"/>
                    <a:pt x="1805" y="853"/>
                  </a:cubicBezTo>
                  <a:cubicBezTo>
                    <a:pt x="1955" y="853"/>
                    <a:pt x="2089" y="837"/>
                    <a:pt x="2239" y="837"/>
                  </a:cubicBezTo>
                  <a:cubicBezTo>
                    <a:pt x="2284" y="835"/>
                    <a:pt x="2328" y="834"/>
                    <a:pt x="2372" y="834"/>
                  </a:cubicBezTo>
                  <a:cubicBezTo>
                    <a:pt x="2857" y="834"/>
                    <a:pt x="3317" y="919"/>
                    <a:pt x="3776" y="1087"/>
                  </a:cubicBezTo>
                  <a:cubicBezTo>
                    <a:pt x="3793" y="1104"/>
                    <a:pt x="3810" y="1104"/>
                    <a:pt x="3843" y="1104"/>
                  </a:cubicBezTo>
                  <a:cubicBezTo>
                    <a:pt x="3877" y="1004"/>
                    <a:pt x="3877" y="903"/>
                    <a:pt x="3810" y="837"/>
                  </a:cubicBezTo>
                  <a:cubicBezTo>
                    <a:pt x="3576" y="603"/>
                    <a:pt x="3359" y="369"/>
                    <a:pt x="3058" y="218"/>
                  </a:cubicBezTo>
                  <a:cubicBezTo>
                    <a:pt x="3041" y="202"/>
                    <a:pt x="3008" y="202"/>
                    <a:pt x="2974" y="185"/>
                  </a:cubicBezTo>
                  <a:cubicBezTo>
                    <a:pt x="2807" y="152"/>
                    <a:pt x="2624" y="118"/>
                    <a:pt x="2456" y="51"/>
                  </a:cubicBezTo>
                  <a:cubicBezTo>
                    <a:pt x="2323" y="18"/>
                    <a:pt x="2189" y="1"/>
                    <a:pt x="2055" y="1"/>
                  </a:cubicBezTo>
                  <a:cubicBezTo>
                    <a:pt x="1997" y="1"/>
                    <a:pt x="1939" y="0"/>
                    <a:pt x="1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4297782" y="1345336"/>
              <a:ext cx="112264" cy="39011"/>
            </a:xfrm>
            <a:custGeom>
              <a:avLst/>
              <a:gdLst/>
              <a:ahLst/>
              <a:cxnLst/>
              <a:rect l="l" t="t" r="r" b="b"/>
              <a:pathLst>
                <a:path w="2357" h="819" extrusionOk="0">
                  <a:moveTo>
                    <a:pt x="1221" y="0"/>
                  </a:moveTo>
                  <a:cubicBezTo>
                    <a:pt x="1054" y="0"/>
                    <a:pt x="903" y="34"/>
                    <a:pt x="736" y="50"/>
                  </a:cubicBezTo>
                  <a:cubicBezTo>
                    <a:pt x="711" y="59"/>
                    <a:pt x="682" y="59"/>
                    <a:pt x="653" y="59"/>
                  </a:cubicBezTo>
                  <a:cubicBezTo>
                    <a:pt x="623" y="59"/>
                    <a:pt x="594" y="59"/>
                    <a:pt x="569" y="67"/>
                  </a:cubicBezTo>
                  <a:cubicBezTo>
                    <a:pt x="519" y="84"/>
                    <a:pt x="469" y="100"/>
                    <a:pt x="419" y="134"/>
                  </a:cubicBezTo>
                  <a:cubicBezTo>
                    <a:pt x="201" y="301"/>
                    <a:pt x="34" y="501"/>
                    <a:pt x="1" y="819"/>
                  </a:cubicBezTo>
                  <a:cubicBezTo>
                    <a:pt x="268" y="752"/>
                    <a:pt x="485" y="702"/>
                    <a:pt x="719" y="635"/>
                  </a:cubicBezTo>
                  <a:cubicBezTo>
                    <a:pt x="786" y="618"/>
                    <a:pt x="853" y="618"/>
                    <a:pt x="920" y="618"/>
                  </a:cubicBezTo>
                  <a:lnTo>
                    <a:pt x="1455" y="618"/>
                  </a:lnTo>
                  <a:cubicBezTo>
                    <a:pt x="1521" y="618"/>
                    <a:pt x="1572" y="618"/>
                    <a:pt x="1622" y="635"/>
                  </a:cubicBezTo>
                  <a:cubicBezTo>
                    <a:pt x="1839" y="685"/>
                    <a:pt x="2056" y="752"/>
                    <a:pt x="2290" y="802"/>
                  </a:cubicBezTo>
                  <a:cubicBezTo>
                    <a:pt x="2296" y="808"/>
                    <a:pt x="2303" y="810"/>
                    <a:pt x="2311" y="810"/>
                  </a:cubicBezTo>
                  <a:cubicBezTo>
                    <a:pt x="2327" y="810"/>
                    <a:pt x="2346" y="802"/>
                    <a:pt x="2357" y="802"/>
                  </a:cubicBezTo>
                  <a:cubicBezTo>
                    <a:pt x="2323" y="568"/>
                    <a:pt x="2223" y="368"/>
                    <a:pt x="2039" y="217"/>
                  </a:cubicBezTo>
                  <a:cubicBezTo>
                    <a:pt x="1956" y="117"/>
                    <a:pt x="1839" y="67"/>
                    <a:pt x="1705" y="50"/>
                  </a:cubicBezTo>
                  <a:cubicBezTo>
                    <a:pt x="1538" y="34"/>
                    <a:pt x="1388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4292924" y="1351623"/>
              <a:ext cx="112312" cy="43012"/>
            </a:xfrm>
            <a:custGeom>
              <a:avLst/>
              <a:gdLst/>
              <a:ahLst/>
              <a:cxnLst/>
              <a:rect l="l" t="t" r="r" b="b"/>
              <a:pathLst>
                <a:path w="2358" h="903" extrusionOk="0">
                  <a:moveTo>
                    <a:pt x="1376" y="0"/>
                  </a:moveTo>
                  <a:cubicBezTo>
                    <a:pt x="1283" y="0"/>
                    <a:pt x="1188" y="15"/>
                    <a:pt x="1105" y="35"/>
                  </a:cubicBezTo>
                  <a:cubicBezTo>
                    <a:pt x="788" y="85"/>
                    <a:pt x="487" y="202"/>
                    <a:pt x="237" y="386"/>
                  </a:cubicBezTo>
                  <a:cubicBezTo>
                    <a:pt x="1" y="552"/>
                    <a:pt x="145" y="903"/>
                    <a:pt x="363" y="903"/>
                  </a:cubicBezTo>
                  <a:cubicBezTo>
                    <a:pt x="408" y="903"/>
                    <a:pt x="456" y="888"/>
                    <a:pt x="504" y="854"/>
                  </a:cubicBezTo>
                  <a:cubicBezTo>
                    <a:pt x="738" y="687"/>
                    <a:pt x="988" y="570"/>
                    <a:pt x="1273" y="537"/>
                  </a:cubicBezTo>
                  <a:cubicBezTo>
                    <a:pt x="1293" y="534"/>
                    <a:pt x="1314" y="532"/>
                    <a:pt x="1335" y="532"/>
                  </a:cubicBezTo>
                  <a:cubicBezTo>
                    <a:pt x="1565" y="532"/>
                    <a:pt x="1795" y="688"/>
                    <a:pt x="2024" y="704"/>
                  </a:cubicBezTo>
                  <a:cubicBezTo>
                    <a:pt x="2039" y="706"/>
                    <a:pt x="2054" y="707"/>
                    <a:pt x="2067" y="707"/>
                  </a:cubicBezTo>
                  <a:cubicBezTo>
                    <a:pt x="2358" y="707"/>
                    <a:pt x="2344" y="218"/>
                    <a:pt x="2024" y="186"/>
                  </a:cubicBezTo>
                  <a:cubicBezTo>
                    <a:pt x="1857" y="169"/>
                    <a:pt x="1707" y="69"/>
                    <a:pt x="1540" y="19"/>
                  </a:cubicBezTo>
                  <a:cubicBezTo>
                    <a:pt x="1489" y="6"/>
                    <a:pt x="1433" y="0"/>
                    <a:pt x="1376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4268347" y="1399875"/>
              <a:ext cx="172897" cy="50824"/>
            </a:xfrm>
            <a:custGeom>
              <a:avLst/>
              <a:gdLst/>
              <a:ahLst/>
              <a:cxnLst/>
              <a:rect l="l" t="t" r="r" b="b"/>
              <a:pathLst>
                <a:path w="3630" h="1067" extrusionOk="0">
                  <a:moveTo>
                    <a:pt x="1493" y="1"/>
                  </a:moveTo>
                  <a:cubicBezTo>
                    <a:pt x="1043" y="1"/>
                    <a:pt x="232" y="213"/>
                    <a:pt x="51" y="576"/>
                  </a:cubicBezTo>
                  <a:cubicBezTo>
                    <a:pt x="1" y="676"/>
                    <a:pt x="1" y="827"/>
                    <a:pt x="84" y="910"/>
                  </a:cubicBezTo>
                  <a:cubicBezTo>
                    <a:pt x="101" y="910"/>
                    <a:pt x="101" y="910"/>
                    <a:pt x="101" y="927"/>
                  </a:cubicBezTo>
                  <a:cubicBezTo>
                    <a:pt x="157" y="968"/>
                    <a:pt x="217" y="986"/>
                    <a:pt x="274" y="986"/>
                  </a:cubicBezTo>
                  <a:cubicBezTo>
                    <a:pt x="403" y="986"/>
                    <a:pt x="517" y="897"/>
                    <a:pt x="552" y="793"/>
                  </a:cubicBezTo>
                  <a:cubicBezTo>
                    <a:pt x="738" y="638"/>
                    <a:pt x="1326" y="541"/>
                    <a:pt x="1571" y="541"/>
                  </a:cubicBezTo>
                  <a:cubicBezTo>
                    <a:pt x="1590" y="541"/>
                    <a:pt x="1607" y="542"/>
                    <a:pt x="1621" y="543"/>
                  </a:cubicBezTo>
                  <a:cubicBezTo>
                    <a:pt x="1905" y="576"/>
                    <a:pt x="2941" y="643"/>
                    <a:pt x="3075" y="927"/>
                  </a:cubicBezTo>
                  <a:cubicBezTo>
                    <a:pt x="3117" y="1026"/>
                    <a:pt x="3190" y="1066"/>
                    <a:pt x="3268" y="1066"/>
                  </a:cubicBezTo>
                  <a:cubicBezTo>
                    <a:pt x="3440" y="1066"/>
                    <a:pt x="3630" y="867"/>
                    <a:pt x="3526" y="660"/>
                  </a:cubicBezTo>
                  <a:cubicBezTo>
                    <a:pt x="3292" y="108"/>
                    <a:pt x="2123" y="75"/>
                    <a:pt x="1621" y="8"/>
                  </a:cubicBezTo>
                  <a:cubicBezTo>
                    <a:pt x="1583" y="3"/>
                    <a:pt x="1540" y="1"/>
                    <a:pt x="14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4254820" y="1445221"/>
              <a:ext cx="181518" cy="38297"/>
            </a:xfrm>
            <a:custGeom>
              <a:avLst/>
              <a:gdLst/>
              <a:ahLst/>
              <a:cxnLst/>
              <a:rect l="l" t="t" r="r" b="b"/>
              <a:pathLst>
                <a:path w="3811" h="804" extrusionOk="0">
                  <a:moveTo>
                    <a:pt x="1705" y="1"/>
                  </a:moveTo>
                  <a:cubicBezTo>
                    <a:pt x="1201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7" y="510"/>
                  </a:cubicBezTo>
                  <a:cubicBezTo>
                    <a:pt x="17" y="510"/>
                    <a:pt x="17" y="526"/>
                    <a:pt x="17" y="543"/>
                  </a:cubicBezTo>
                  <a:cubicBezTo>
                    <a:pt x="39" y="712"/>
                    <a:pt x="187" y="801"/>
                    <a:pt x="323" y="801"/>
                  </a:cubicBezTo>
                  <a:cubicBezTo>
                    <a:pt x="401" y="801"/>
                    <a:pt x="476" y="771"/>
                    <a:pt x="519" y="710"/>
                  </a:cubicBezTo>
                  <a:cubicBezTo>
                    <a:pt x="909" y="593"/>
                    <a:pt x="1299" y="527"/>
                    <a:pt x="1705" y="527"/>
                  </a:cubicBezTo>
                  <a:cubicBezTo>
                    <a:pt x="1821" y="527"/>
                    <a:pt x="1937" y="532"/>
                    <a:pt x="2056" y="543"/>
                  </a:cubicBezTo>
                  <a:cubicBezTo>
                    <a:pt x="2306" y="577"/>
                    <a:pt x="3075" y="543"/>
                    <a:pt x="3309" y="693"/>
                  </a:cubicBezTo>
                  <a:cubicBezTo>
                    <a:pt x="3362" y="762"/>
                    <a:pt x="3455" y="803"/>
                    <a:pt x="3543" y="803"/>
                  </a:cubicBezTo>
                  <a:cubicBezTo>
                    <a:pt x="3649" y="803"/>
                    <a:pt x="3750" y="746"/>
                    <a:pt x="3777" y="610"/>
                  </a:cubicBezTo>
                  <a:cubicBezTo>
                    <a:pt x="3777" y="610"/>
                    <a:pt x="3777" y="610"/>
                    <a:pt x="3793" y="593"/>
                  </a:cubicBezTo>
                  <a:cubicBezTo>
                    <a:pt x="3810" y="510"/>
                    <a:pt x="3793" y="409"/>
                    <a:pt x="3727" y="343"/>
                  </a:cubicBezTo>
                  <a:cubicBezTo>
                    <a:pt x="3426" y="59"/>
                    <a:pt x="2774" y="92"/>
                    <a:pt x="2407" y="42"/>
                  </a:cubicBezTo>
                  <a:cubicBezTo>
                    <a:pt x="2170" y="16"/>
                    <a:pt x="1937" y="1"/>
                    <a:pt x="17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4243674" y="1508334"/>
              <a:ext cx="215097" cy="57159"/>
            </a:xfrm>
            <a:custGeom>
              <a:avLst/>
              <a:gdLst/>
              <a:ahLst/>
              <a:cxnLst/>
              <a:rect l="l" t="t" r="r" b="b"/>
              <a:pathLst>
                <a:path w="4516" h="1200" extrusionOk="0">
                  <a:moveTo>
                    <a:pt x="2393" y="1"/>
                  </a:moveTo>
                  <a:cubicBezTo>
                    <a:pt x="1770" y="1"/>
                    <a:pt x="1152" y="51"/>
                    <a:pt x="535" y="137"/>
                  </a:cubicBezTo>
                  <a:lnTo>
                    <a:pt x="519" y="137"/>
                  </a:lnTo>
                  <a:cubicBezTo>
                    <a:pt x="502" y="137"/>
                    <a:pt x="469" y="137"/>
                    <a:pt x="452" y="154"/>
                  </a:cubicBezTo>
                  <a:cubicBezTo>
                    <a:pt x="301" y="171"/>
                    <a:pt x="251" y="271"/>
                    <a:pt x="251" y="388"/>
                  </a:cubicBezTo>
                  <a:cubicBezTo>
                    <a:pt x="1" y="471"/>
                    <a:pt x="34" y="906"/>
                    <a:pt x="335" y="906"/>
                  </a:cubicBezTo>
                  <a:cubicBezTo>
                    <a:pt x="987" y="889"/>
                    <a:pt x="1638" y="856"/>
                    <a:pt x="2290" y="839"/>
                  </a:cubicBezTo>
                  <a:cubicBezTo>
                    <a:pt x="2908" y="839"/>
                    <a:pt x="3510" y="1023"/>
                    <a:pt x="4111" y="1190"/>
                  </a:cubicBezTo>
                  <a:cubicBezTo>
                    <a:pt x="4135" y="1196"/>
                    <a:pt x="4159" y="1199"/>
                    <a:pt x="4181" y="1199"/>
                  </a:cubicBezTo>
                  <a:cubicBezTo>
                    <a:pt x="4391" y="1199"/>
                    <a:pt x="4516" y="938"/>
                    <a:pt x="4395" y="772"/>
                  </a:cubicBezTo>
                  <a:cubicBezTo>
                    <a:pt x="4445" y="672"/>
                    <a:pt x="4462" y="555"/>
                    <a:pt x="4362" y="455"/>
                  </a:cubicBezTo>
                  <a:cubicBezTo>
                    <a:pt x="4044" y="104"/>
                    <a:pt x="3510" y="37"/>
                    <a:pt x="3058" y="20"/>
                  </a:cubicBezTo>
                  <a:cubicBezTo>
                    <a:pt x="2836" y="7"/>
                    <a:pt x="2614" y="1"/>
                    <a:pt x="23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4227766" y="1563921"/>
              <a:ext cx="263965" cy="66971"/>
            </a:xfrm>
            <a:custGeom>
              <a:avLst/>
              <a:gdLst/>
              <a:ahLst/>
              <a:cxnLst/>
              <a:rect l="l" t="t" r="r" b="b"/>
              <a:pathLst>
                <a:path w="5542" h="1406" extrusionOk="0">
                  <a:moveTo>
                    <a:pt x="3363" y="0"/>
                  </a:moveTo>
                  <a:cubicBezTo>
                    <a:pt x="2944" y="0"/>
                    <a:pt x="2546" y="33"/>
                    <a:pt x="2273" y="39"/>
                  </a:cubicBezTo>
                  <a:cubicBezTo>
                    <a:pt x="2218" y="39"/>
                    <a:pt x="2123" y="38"/>
                    <a:pt x="2002" y="38"/>
                  </a:cubicBezTo>
                  <a:cubicBezTo>
                    <a:pt x="1384" y="38"/>
                    <a:pt x="106" y="84"/>
                    <a:pt x="301" y="658"/>
                  </a:cubicBezTo>
                  <a:cubicBezTo>
                    <a:pt x="251" y="674"/>
                    <a:pt x="218" y="691"/>
                    <a:pt x="184" y="724"/>
                  </a:cubicBezTo>
                  <a:cubicBezTo>
                    <a:pt x="17" y="825"/>
                    <a:pt x="1" y="1176"/>
                    <a:pt x="251" y="1209"/>
                  </a:cubicBezTo>
                  <a:cubicBezTo>
                    <a:pt x="1220" y="1343"/>
                    <a:pt x="2189" y="1376"/>
                    <a:pt x="3175" y="1393"/>
                  </a:cubicBezTo>
                  <a:cubicBezTo>
                    <a:pt x="3333" y="1399"/>
                    <a:pt x="3496" y="1405"/>
                    <a:pt x="3660" y="1405"/>
                  </a:cubicBezTo>
                  <a:cubicBezTo>
                    <a:pt x="3929" y="1405"/>
                    <a:pt x="4202" y="1388"/>
                    <a:pt x="4462" y="1326"/>
                  </a:cubicBezTo>
                  <a:lnTo>
                    <a:pt x="4796" y="1326"/>
                  </a:lnTo>
                  <a:cubicBezTo>
                    <a:pt x="4863" y="1326"/>
                    <a:pt x="4896" y="1309"/>
                    <a:pt x="4930" y="1293"/>
                  </a:cubicBezTo>
                  <a:cubicBezTo>
                    <a:pt x="4946" y="1293"/>
                    <a:pt x="4963" y="1309"/>
                    <a:pt x="4963" y="1309"/>
                  </a:cubicBezTo>
                  <a:cubicBezTo>
                    <a:pt x="5023" y="1362"/>
                    <a:pt x="5089" y="1384"/>
                    <a:pt x="5151" y="1384"/>
                  </a:cubicBezTo>
                  <a:cubicBezTo>
                    <a:pt x="5365" y="1384"/>
                    <a:pt x="5541" y="1123"/>
                    <a:pt x="5347" y="942"/>
                  </a:cubicBezTo>
                  <a:cubicBezTo>
                    <a:pt x="5314" y="908"/>
                    <a:pt x="5280" y="875"/>
                    <a:pt x="5230" y="858"/>
                  </a:cubicBezTo>
                  <a:cubicBezTo>
                    <a:pt x="5247" y="808"/>
                    <a:pt x="5230" y="741"/>
                    <a:pt x="5214" y="691"/>
                  </a:cubicBezTo>
                  <a:cubicBezTo>
                    <a:pt x="4944" y="110"/>
                    <a:pt x="4120" y="0"/>
                    <a:pt x="336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3913408" y="1327807"/>
              <a:ext cx="881060" cy="1294127"/>
            </a:xfrm>
            <a:custGeom>
              <a:avLst/>
              <a:gdLst/>
              <a:ahLst/>
              <a:cxnLst/>
              <a:rect l="l" t="t" r="r" b="b"/>
              <a:pathLst>
                <a:path w="18498" h="27169" extrusionOk="0">
                  <a:moveTo>
                    <a:pt x="12415" y="6433"/>
                  </a:moveTo>
                  <a:cubicBezTo>
                    <a:pt x="12582" y="6483"/>
                    <a:pt x="12716" y="6600"/>
                    <a:pt x="12900" y="6617"/>
                  </a:cubicBezTo>
                  <a:cubicBezTo>
                    <a:pt x="12950" y="6617"/>
                    <a:pt x="13033" y="6651"/>
                    <a:pt x="13050" y="6701"/>
                  </a:cubicBezTo>
                  <a:cubicBezTo>
                    <a:pt x="13150" y="6868"/>
                    <a:pt x="13301" y="7018"/>
                    <a:pt x="13301" y="7235"/>
                  </a:cubicBezTo>
                  <a:cubicBezTo>
                    <a:pt x="13301" y="7302"/>
                    <a:pt x="13317" y="7386"/>
                    <a:pt x="13301" y="7453"/>
                  </a:cubicBezTo>
                  <a:cubicBezTo>
                    <a:pt x="13301" y="7586"/>
                    <a:pt x="13317" y="7703"/>
                    <a:pt x="13384" y="7820"/>
                  </a:cubicBezTo>
                  <a:cubicBezTo>
                    <a:pt x="13434" y="7887"/>
                    <a:pt x="13434" y="7971"/>
                    <a:pt x="13451" y="8054"/>
                  </a:cubicBezTo>
                  <a:cubicBezTo>
                    <a:pt x="13451" y="8121"/>
                    <a:pt x="13451" y="8188"/>
                    <a:pt x="13451" y="8255"/>
                  </a:cubicBezTo>
                  <a:cubicBezTo>
                    <a:pt x="13418" y="8555"/>
                    <a:pt x="13535" y="8839"/>
                    <a:pt x="13652" y="9107"/>
                  </a:cubicBezTo>
                  <a:cubicBezTo>
                    <a:pt x="13685" y="9174"/>
                    <a:pt x="13718" y="9240"/>
                    <a:pt x="13735" y="9307"/>
                  </a:cubicBezTo>
                  <a:cubicBezTo>
                    <a:pt x="13802" y="9458"/>
                    <a:pt x="13869" y="9608"/>
                    <a:pt x="13936" y="9758"/>
                  </a:cubicBezTo>
                  <a:cubicBezTo>
                    <a:pt x="13969" y="9842"/>
                    <a:pt x="14002" y="9925"/>
                    <a:pt x="14069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403" y="10494"/>
                    <a:pt x="14454" y="10560"/>
                    <a:pt x="14487" y="10627"/>
                  </a:cubicBezTo>
                  <a:cubicBezTo>
                    <a:pt x="14520" y="10677"/>
                    <a:pt x="14571" y="10711"/>
                    <a:pt x="14587" y="10761"/>
                  </a:cubicBezTo>
                  <a:cubicBezTo>
                    <a:pt x="14704" y="11012"/>
                    <a:pt x="14905" y="11195"/>
                    <a:pt x="15105" y="11396"/>
                  </a:cubicBezTo>
                  <a:cubicBezTo>
                    <a:pt x="15155" y="11446"/>
                    <a:pt x="15205" y="11513"/>
                    <a:pt x="15256" y="11580"/>
                  </a:cubicBezTo>
                  <a:cubicBezTo>
                    <a:pt x="15339" y="11713"/>
                    <a:pt x="15406" y="11847"/>
                    <a:pt x="15473" y="11997"/>
                  </a:cubicBezTo>
                  <a:cubicBezTo>
                    <a:pt x="15606" y="12215"/>
                    <a:pt x="15757" y="12398"/>
                    <a:pt x="15941" y="12582"/>
                  </a:cubicBezTo>
                  <a:cubicBezTo>
                    <a:pt x="16342" y="12966"/>
                    <a:pt x="16726" y="13367"/>
                    <a:pt x="17077" y="13785"/>
                  </a:cubicBezTo>
                  <a:cubicBezTo>
                    <a:pt x="17344" y="14103"/>
                    <a:pt x="17578" y="14470"/>
                    <a:pt x="17779" y="14854"/>
                  </a:cubicBezTo>
                  <a:cubicBezTo>
                    <a:pt x="17929" y="15088"/>
                    <a:pt x="17996" y="15372"/>
                    <a:pt x="18096" y="15623"/>
                  </a:cubicBezTo>
                  <a:cubicBezTo>
                    <a:pt x="18180" y="15840"/>
                    <a:pt x="18246" y="16041"/>
                    <a:pt x="18330" y="16241"/>
                  </a:cubicBezTo>
                  <a:cubicBezTo>
                    <a:pt x="18397" y="16425"/>
                    <a:pt x="18430" y="16609"/>
                    <a:pt x="18430" y="16809"/>
                  </a:cubicBezTo>
                  <a:cubicBezTo>
                    <a:pt x="18430" y="17060"/>
                    <a:pt x="18414" y="17327"/>
                    <a:pt x="18414" y="17578"/>
                  </a:cubicBezTo>
                  <a:cubicBezTo>
                    <a:pt x="18414" y="17778"/>
                    <a:pt x="18414" y="17979"/>
                    <a:pt x="18430" y="18179"/>
                  </a:cubicBezTo>
                  <a:cubicBezTo>
                    <a:pt x="18497" y="18681"/>
                    <a:pt x="18497" y="19182"/>
                    <a:pt x="18447" y="19683"/>
                  </a:cubicBezTo>
                  <a:cubicBezTo>
                    <a:pt x="18414" y="20068"/>
                    <a:pt x="18330" y="20452"/>
                    <a:pt x="18213" y="20819"/>
                  </a:cubicBezTo>
                  <a:cubicBezTo>
                    <a:pt x="18113" y="21154"/>
                    <a:pt x="17979" y="21471"/>
                    <a:pt x="17829" y="21788"/>
                  </a:cubicBezTo>
                  <a:cubicBezTo>
                    <a:pt x="17645" y="22173"/>
                    <a:pt x="17411" y="22507"/>
                    <a:pt x="17277" y="22908"/>
                  </a:cubicBezTo>
                  <a:cubicBezTo>
                    <a:pt x="17277" y="22925"/>
                    <a:pt x="17261" y="22941"/>
                    <a:pt x="17261" y="22958"/>
                  </a:cubicBezTo>
                  <a:cubicBezTo>
                    <a:pt x="17094" y="23209"/>
                    <a:pt x="16926" y="23459"/>
                    <a:pt x="16743" y="23710"/>
                  </a:cubicBezTo>
                  <a:cubicBezTo>
                    <a:pt x="16726" y="23760"/>
                    <a:pt x="16676" y="23794"/>
                    <a:pt x="16642" y="23844"/>
                  </a:cubicBezTo>
                  <a:cubicBezTo>
                    <a:pt x="16342" y="24378"/>
                    <a:pt x="15907" y="24779"/>
                    <a:pt x="15439" y="25164"/>
                  </a:cubicBezTo>
                  <a:cubicBezTo>
                    <a:pt x="15289" y="25264"/>
                    <a:pt x="15155" y="25381"/>
                    <a:pt x="15005" y="25498"/>
                  </a:cubicBezTo>
                  <a:cubicBezTo>
                    <a:pt x="14938" y="25548"/>
                    <a:pt x="14871" y="25598"/>
                    <a:pt x="14804" y="25631"/>
                  </a:cubicBezTo>
                  <a:cubicBezTo>
                    <a:pt x="14487" y="25815"/>
                    <a:pt x="14170" y="25982"/>
                    <a:pt x="13852" y="26166"/>
                  </a:cubicBezTo>
                  <a:cubicBezTo>
                    <a:pt x="13652" y="26266"/>
                    <a:pt x="13451" y="26367"/>
                    <a:pt x="13267" y="26467"/>
                  </a:cubicBezTo>
                  <a:cubicBezTo>
                    <a:pt x="12866" y="26684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51"/>
                  </a:cubicBezTo>
                  <a:cubicBezTo>
                    <a:pt x="11747" y="26951"/>
                    <a:pt x="11713" y="26951"/>
                    <a:pt x="11680" y="26968"/>
                  </a:cubicBezTo>
                  <a:cubicBezTo>
                    <a:pt x="11413" y="27135"/>
                    <a:pt x="11095" y="27152"/>
                    <a:pt x="10794" y="27152"/>
                  </a:cubicBezTo>
                  <a:cubicBezTo>
                    <a:pt x="10026" y="27169"/>
                    <a:pt x="9257" y="27152"/>
                    <a:pt x="8489" y="27152"/>
                  </a:cubicBezTo>
                  <a:cubicBezTo>
                    <a:pt x="8322" y="27152"/>
                    <a:pt x="8154" y="27135"/>
                    <a:pt x="8004" y="27085"/>
                  </a:cubicBezTo>
                  <a:cubicBezTo>
                    <a:pt x="7820" y="27035"/>
                    <a:pt x="7636" y="27002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1" y="26935"/>
                    <a:pt x="6868" y="26951"/>
                  </a:cubicBezTo>
                  <a:cubicBezTo>
                    <a:pt x="6684" y="26968"/>
                    <a:pt x="6517" y="26918"/>
                    <a:pt x="6333" y="26885"/>
                  </a:cubicBezTo>
                  <a:cubicBezTo>
                    <a:pt x="5815" y="26734"/>
                    <a:pt x="5314" y="26534"/>
                    <a:pt x="4846" y="26266"/>
                  </a:cubicBezTo>
                  <a:cubicBezTo>
                    <a:pt x="4529" y="26083"/>
                    <a:pt x="4211" y="25932"/>
                    <a:pt x="3910" y="25765"/>
                  </a:cubicBezTo>
                  <a:cubicBezTo>
                    <a:pt x="3743" y="25682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73" y="24562"/>
                    <a:pt x="2073" y="24178"/>
                  </a:cubicBezTo>
                  <a:cubicBezTo>
                    <a:pt x="1989" y="24094"/>
                    <a:pt x="1939" y="23994"/>
                    <a:pt x="1872" y="23894"/>
                  </a:cubicBezTo>
                  <a:cubicBezTo>
                    <a:pt x="1855" y="23860"/>
                    <a:pt x="1855" y="23844"/>
                    <a:pt x="1839" y="23827"/>
                  </a:cubicBezTo>
                  <a:cubicBezTo>
                    <a:pt x="1621" y="23626"/>
                    <a:pt x="1504" y="23359"/>
                    <a:pt x="1337" y="23125"/>
                  </a:cubicBezTo>
                  <a:cubicBezTo>
                    <a:pt x="1287" y="23042"/>
                    <a:pt x="1237" y="22958"/>
                    <a:pt x="1204" y="22875"/>
                  </a:cubicBezTo>
                  <a:cubicBezTo>
                    <a:pt x="1137" y="22674"/>
                    <a:pt x="1020" y="22507"/>
                    <a:pt x="936" y="22323"/>
                  </a:cubicBezTo>
                  <a:cubicBezTo>
                    <a:pt x="585" y="21672"/>
                    <a:pt x="268" y="21003"/>
                    <a:pt x="134" y="20268"/>
                  </a:cubicBezTo>
                  <a:cubicBezTo>
                    <a:pt x="34" y="19783"/>
                    <a:pt x="1" y="19299"/>
                    <a:pt x="17" y="18798"/>
                  </a:cubicBezTo>
                  <a:cubicBezTo>
                    <a:pt x="17" y="18564"/>
                    <a:pt x="51" y="18313"/>
                    <a:pt x="68" y="18062"/>
                  </a:cubicBezTo>
                  <a:cubicBezTo>
                    <a:pt x="84" y="17929"/>
                    <a:pt x="84" y="17795"/>
                    <a:pt x="84" y="17661"/>
                  </a:cubicBezTo>
                  <a:cubicBezTo>
                    <a:pt x="84" y="17411"/>
                    <a:pt x="68" y="17144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4"/>
                    <a:pt x="452" y="15473"/>
                    <a:pt x="585" y="15122"/>
                  </a:cubicBezTo>
                  <a:cubicBezTo>
                    <a:pt x="619" y="15038"/>
                    <a:pt x="652" y="14971"/>
                    <a:pt x="686" y="14905"/>
                  </a:cubicBezTo>
                  <a:cubicBezTo>
                    <a:pt x="920" y="14487"/>
                    <a:pt x="1170" y="14086"/>
                    <a:pt x="1471" y="13718"/>
                  </a:cubicBezTo>
                  <a:cubicBezTo>
                    <a:pt x="1805" y="13351"/>
                    <a:pt x="2139" y="13017"/>
                    <a:pt x="2474" y="12666"/>
                  </a:cubicBezTo>
                  <a:cubicBezTo>
                    <a:pt x="2507" y="12632"/>
                    <a:pt x="2524" y="12582"/>
                    <a:pt x="2574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8" y="11930"/>
                    <a:pt x="3142" y="11747"/>
                    <a:pt x="3242" y="11596"/>
                  </a:cubicBezTo>
                  <a:cubicBezTo>
                    <a:pt x="3309" y="11496"/>
                    <a:pt x="3376" y="11413"/>
                    <a:pt x="3459" y="11346"/>
                  </a:cubicBezTo>
                  <a:cubicBezTo>
                    <a:pt x="3777" y="11028"/>
                    <a:pt x="4027" y="10661"/>
                    <a:pt x="4211" y="10243"/>
                  </a:cubicBezTo>
                  <a:cubicBezTo>
                    <a:pt x="4228" y="10193"/>
                    <a:pt x="4261" y="10126"/>
                    <a:pt x="4311" y="10093"/>
                  </a:cubicBezTo>
                  <a:cubicBezTo>
                    <a:pt x="4529" y="9925"/>
                    <a:pt x="4629" y="9675"/>
                    <a:pt x="4729" y="9424"/>
                  </a:cubicBezTo>
                  <a:cubicBezTo>
                    <a:pt x="4813" y="9207"/>
                    <a:pt x="4896" y="8973"/>
                    <a:pt x="4997" y="8739"/>
                  </a:cubicBezTo>
                  <a:cubicBezTo>
                    <a:pt x="5030" y="8639"/>
                    <a:pt x="5047" y="8555"/>
                    <a:pt x="5047" y="8455"/>
                  </a:cubicBezTo>
                  <a:cubicBezTo>
                    <a:pt x="5047" y="8338"/>
                    <a:pt x="5047" y="8204"/>
                    <a:pt x="5047" y="8088"/>
                  </a:cubicBezTo>
                  <a:cubicBezTo>
                    <a:pt x="5063" y="8004"/>
                    <a:pt x="5063" y="7904"/>
                    <a:pt x="5113" y="7837"/>
                  </a:cubicBezTo>
                  <a:cubicBezTo>
                    <a:pt x="5180" y="7720"/>
                    <a:pt x="5197" y="7586"/>
                    <a:pt x="5180" y="7469"/>
                  </a:cubicBezTo>
                  <a:cubicBezTo>
                    <a:pt x="5147" y="7202"/>
                    <a:pt x="5281" y="6985"/>
                    <a:pt x="5398" y="6768"/>
                  </a:cubicBezTo>
                  <a:cubicBezTo>
                    <a:pt x="5431" y="6684"/>
                    <a:pt x="5514" y="6634"/>
                    <a:pt x="5615" y="6634"/>
                  </a:cubicBezTo>
                  <a:cubicBezTo>
                    <a:pt x="5782" y="6617"/>
                    <a:pt x="5916" y="6483"/>
                    <a:pt x="6099" y="6450"/>
                  </a:cubicBezTo>
                  <a:cubicBezTo>
                    <a:pt x="6016" y="6166"/>
                    <a:pt x="6016" y="5882"/>
                    <a:pt x="5999" y="5598"/>
                  </a:cubicBezTo>
                  <a:cubicBezTo>
                    <a:pt x="5966" y="5364"/>
                    <a:pt x="6049" y="5164"/>
                    <a:pt x="6216" y="4996"/>
                  </a:cubicBezTo>
                  <a:cubicBezTo>
                    <a:pt x="6317" y="4896"/>
                    <a:pt x="6433" y="4813"/>
                    <a:pt x="6484" y="4679"/>
                  </a:cubicBezTo>
                  <a:cubicBezTo>
                    <a:pt x="6484" y="4646"/>
                    <a:pt x="6484" y="4629"/>
                    <a:pt x="6484" y="4612"/>
                  </a:cubicBezTo>
                  <a:cubicBezTo>
                    <a:pt x="6317" y="4311"/>
                    <a:pt x="6333" y="3977"/>
                    <a:pt x="6350" y="3660"/>
                  </a:cubicBezTo>
                  <a:cubicBezTo>
                    <a:pt x="6350" y="3509"/>
                    <a:pt x="6433" y="3376"/>
                    <a:pt x="6550" y="3292"/>
                  </a:cubicBezTo>
                  <a:cubicBezTo>
                    <a:pt x="6584" y="3275"/>
                    <a:pt x="6617" y="3242"/>
                    <a:pt x="6651" y="3225"/>
                  </a:cubicBezTo>
                  <a:cubicBezTo>
                    <a:pt x="6734" y="3175"/>
                    <a:pt x="6768" y="3092"/>
                    <a:pt x="6768" y="2991"/>
                  </a:cubicBezTo>
                  <a:cubicBezTo>
                    <a:pt x="6768" y="2858"/>
                    <a:pt x="6768" y="2724"/>
                    <a:pt x="6768" y="2590"/>
                  </a:cubicBezTo>
                  <a:cubicBezTo>
                    <a:pt x="6768" y="2473"/>
                    <a:pt x="6751" y="2340"/>
                    <a:pt x="6768" y="2223"/>
                  </a:cubicBezTo>
                  <a:cubicBezTo>
                    <a:pt x="6801" y="1939"/>
                    <a:pt x="6918" y="1705"/>
                    <a:pt x="7169" y="1554"/>
                  </a:cubicBezTo>
                  <a:cubicBezTo>
                    <a:pt x="7352" y="1454"/>
                    <a:pt x="7536" y="1354"/>
                    <a:pt x="7737" y="1254"/>
                  </a:cubicBezTo>
                  <a:cubicBezTo>
                    <a:pt x="7753" y="1153"/>
                    <a:pt x="7787" y="1037"/>
                    <a:pt x="7804" y="920"/>
                  </a:cubicBezTo>
                  <a:cubicBezTo>
                    <a:pt x="7870" y="552"/>
                    <a:pt x="8104" y="301"/>
                    <a:pt x="8422" y="118"/>
                  </a:cubicBezTo>
                  <a:cubicBezTo>
                    <a:pt x="8539" y="51"/>
                    <a:pt x="8656" y="17"/>
                    <a:pt x="8806" y="17"/>
                  </a:cubicBezTo>
                  <a:cubicBezTo>
                    <a:pt x="8956" y="34"/>
                    <a:pt x="9090" y="34"/>
                    <a:pt x="9241" y="17"/>
                  </a:cubicBezTo>
                  <a:cubicBezTo>
                    <a:pt x="9508" y="1"/>
                    <a:pt x="9742" y="51"/>
                    <a:pt x="9992" y="134"/>
                  </a:cubicBezTo>
                  <a:cubicBezTo>
                    <a:pt x="10360" y="235"/>
                    <a:pt x="10560" y="485"/>
                    <a:pt x="10677" y="819"/>
                  </a:cubicBezTo>
                  <a:cubicBezTo>
                    <a:pt x="10711" y="953"/>
                    <a:pt x="10744" y="1103"/>
                    <a:pt x="10778" y="1254"/>
                  </a:cubicBezTo>
                  <a:cubicBezTo>
                    <a:pt x="10928" y="1337"/>
                    <a:pt x="11095" y="1438"/>
                    <a:pt x="11262" y="1521"/>
                  </a:cubicBezTo>
                  <a:cubicBezTo>
                    <a:pt x="11580" y="1688"/>
                    <a:pt x="11713" y="1989"/>
                    <a:pt x="11730" y="2323"/>
                  </a:cubicBezTo>
                  <a:cubicBezTo>
                    <a:pt x="11747" y="2473"/>
                    <a:pt x="11730" y="2607"/>
                    <a:pt x="11730" y="2741"/>
                  </a:cubicBezTo>
                  <a:cubicBezTo>
                    <a:pt x="11730" y="2808"/>
                    <a:pt x="11730" y="2874"/>
                    <a:pt x="11730" y="2925"/>
                  </a:cubicBezTo>
                  <a:cubicBezTo>
                    <a:pt x="11713" y="3075"/>
                    <a:pt x="11764" y="3192"/>
                    <a:pt x="11914" y="3275"/>
                  </a:cubicBezTo>
                  <a:cubicBezTo>
                    <a:pt x="12081" y="3376"/>
                    <a:pt x="12148" y="3526"/>
                    <a:pt x="12148" y="3727"/>
                  </a:cubicBezTo>
                  <a:cubicBezTo>
                    <a:pt x="12148" y="3844"/>
                    <a:pt x="12148" y="3944"/>
                    <a:pt x="12148" y="4061"/>
                  </a:cubicBezTo>
                  <a:cubicBezTo>
                    <a:pt x="12148" y="4228"/>
                    <a:pt x="12131" y="4395"/>
                    <a:pt x="12048" y="4529"/>
                  </a:cubicBezTo>
                  <a:cubicBezTo>
                    <a:pt x="11997" y="4646"/>
                    <a:pt x="12014" y="4729"/>
                    <a:pt x="12098" y="4813"/>
                  </a:cubicBezTo>
                  <a:cubicBezTo>
                    <a:pt x="12165" y="4879"/>
                    <a:pt x="12248" y="4963"/>
                    <a:pt x="12315" y="5047"/>
                  </a:cubicBezTo>
                  <a:cubicBezTo>
                    <a:pt x="12465" y="5197"/>
                    <a:pt x="12532" y="5381"/>
                    <a:pt x="12499" y="5598"/>
                  </a:cubicBezTo>
                  <a:cubicBezTo>
                    <a:pt x="12482" y="5865"/>
                    <a:pt x="12449" y="6133"/>
                    <a:pt x="12415" y="6433"/>
                  </a:cubicBezTo>
                  <a:close/>
                  <a:moveTo>
                    <a:pt x="9257" y="6483"/>
                  </a:moveTo>
                  <a:cubicBezTo>
                    <a:pt x="9257" y="6483"/>
                    <a:pt x="9257" y="6483"/>
                    <a:pt x="9257" y="6483"/>
                  </a:cubicBezTo>
                  <a:cubicBezTo>
                    <a:pt x="8856" y="6483"/>
                    <a:pt x="8438" y="6483"/>
                    <a:pt x="8021" y="6483"/>
                  </a:cubicBezTo>
                  <a:cubicBezTo>
                    <a:pt x="7536" y="6467"/>
                    <a:pt x="7052" y="6517"/>
                    <a:pt x="6567" y="6634"/>
                  </a:cubicBezTo>
                  <a:cubicBezTo>
                    <a:pt x="6283" y="6717"/>
                    <a:pt x="6049" y="6868"/>
                    <a:pt x="5832" y="7052"/>
                  </a:cubicBezTo>
                  <a:cubicBezTo>
                    <a:pt x="5799" y="7085"/>
                    <a:pt x="5748" y="7152"/>
                    <a:pt x="5732" y="7202"/>
                  </a:cubicBezTo>
                  <a:cubicBezTo>
                    <a:pt x="5648" y="7519"/>
                    <a:pt x="5548" y="7837"/>
                    <a:pt x="5548" y="8171"/>
                  </a:cubicBezTo>
                  <a:cubicBezTo>
                    <a:pt x="5548" y="8221"/>
                    <a:pt x="5531" y="8271"/>
                    <a:pt x="5531" y="8321"/>
                  </a:cubicBezTo>
                  <a:cubicBezTo>
                    <a:pt x="5398" y="8906"/>
                    <a:pt x="5180" y="9441"/>
                    <a:pt x="4913" y="9959"/>
                  </a:cubicBezTo>
                  <a:cubicBezTo>
                    <a:pt x="4813" y="10143"/>
                    <a:pt x="4696" y="10343"/>
                    <a:pt x="4596" y="10527"/>
                  </a:cubicBezTo>
                  <a:cubicBezTo>
                    <a:pt x="4428" y="10911"/>
                    <a:pt x="4195" y="11245"/>
                    <a:pt x="3944" y="11563"/>
                  </a:cubicBezTo>
                  <a:cubicBezTo>
                    <a:pt x="3476" y="12148"/>
                    <a:pt x="3008" y="12732"/>
                    <a:pt x="2540" y="13317"/>
                  </a:cubicBezTo>
                  <a:cubicBezTo>
                    <a:pt x="2440" y="13434"/>
                    <a:pt x="2357" y="13568"/>
                    <a:pt x="2223" y="13668"/>
                  </a:cubicBezTo>
                  <a:cubicBezTo>
                    <a:pt x="1972" y="13852"/>
                    <a:pt x="1772" y="14103"/>
                    <a:pt x="1555" y="14336"/>
                  </a:cubicBezTo>
                  <a:cubicBezTo>
                    <a:pt x="1438" y="14470"/>
                    <a:pt x="1337" y="14604"/>
                    <a:pt x="1254" y="14771"/>
                  </a:cubicBezTo>
                  <a:cubicBezTo>
                    <a:pt x="1070" y="15122"/>
                    <a:pt x="886" y="15473"/>
                    <a:pt x="719" y="15840"/>
                  </a:cubicBezTo>
                  <a:cubicBezTo>
                    <a:pt x="652" y="15991"/>
                    <a:pt x="602" y="16174"/>
                    <a:pt x="585" y="16342"/>
                  </a:cubicBezTo>
                  <a:cubicBezTo>
                    <a:pt x="535" y="16659"/>
                    <a:pt x="452" y="16960"/>
                    <a:pt x="469" y="17294"/>
                  </a:cubicBezTo>
                  <a:cubicBezTo>
                    <a:pt x="469" y="17311"/>
                    <a:pt x="469" y="17344"/>
                    <a:pt x="469" y="17361"/>
                  </a:cubicBezTo>
                  <a:cubicBezTo>
                    <a:pt x="402" y="17545"/>
                    <a:pt x="418" y="17728"/>
                    <a:pt x="418" y="17912"/>
                  </a:cubicBezTo>
                  <a:cubicBezTo>
                    <a:pt x="418" y="18380"/>
                    <a:pt x="418" y="18865"/>
                    <a:pt x="435" y="19332"/>
                  </a:cubicBezTo>
                  <a:cubicBezTo>
                    <a:pt x="435" y="19399"/>
                    <a:pt x="418" y="19483"/>
                    <a:pt x="452" y="19550"/>
                  </a:cubicBezTo>
                  <a:cubicBezTo>
                    <a:pt x="519" y="19817"/>
                    <a:pt x="535" y="20084"/>
                    <a:pt x="535" y="20368"/>
                  </a:cubicBezTo>
                  <a:cubicBezTo>
                    <a:pt x="552" y="20569"/>
                    <a:pt x="585" y="20786"/>
                    <a:pt x="702" y="20970"/>
                  </a:cubicBezTo>
                  <a:cubicBezTo>
                    <a:pt x="836" y="21137"/>
                    <a:pt x="903" y="21337"/>
                    <a:pt x="953" y="21538"/>
                  </a:cubicBezTo>
                  <a:cubicBezTo>
                    <a:pt x="1020" y="21722"/>
                    <a:pt x="1070" y="21905"/>
                    <a:pt x="1120" y="22089"/>
                  </a:cubicBezTo>
                  <a:cubicBezTo>
                    <a:pt x="1170" y="22240"/>
                    <a:pt x="1237" y="22373"/>
                    <a:pt x="1354" y="22490"/>
                  </a:cubicBezTo>
                  <a:cubicBezTo>
                    <a:pt x="1454" y="22591"/>
                    <a:pt x="1521" y="22707"/>
                    <a:pt x="1571" y="22824"/>
                  </a:cubicBezTo>
                  <a:cubicBezTo>
                    <a:pt x="1655" y="23058"/>
                    <a:pt x="1772" y="23276"/>
                    <a:pt x="1905" y="23476"/>
                  </a:cubicBezTo>
                  <a:cubicBezTo>
                    <a:pt x="2139" y="23860"/>
                    <a:pt x="2407" y="24195"/>
                    <a:pt x="2758" y="24479"/>
                  </a:cubicBezTo>
                  <a:cubicBezTo>
                    <a:pt x="3142" y="24779"/>
                    <a:pt x="3576" y="25013"/>
                    <a:pt x="3961" y="25331"/>
                  </a:cubicBezTo>
                  <a:cubicBezTo>
                    <a:pt x="3994" y="25364"/>
                    <a:pt x="4044" y="25381"/>
                    <a:pt x="4094" y="25398"/>
                  </a:cubicBezTo>
                  <a:cubicBezTo>
                    <a:pt x="4395" y="25565"/>
                    <a:pt x="4696" y="25715"/>
                    <a:pt x="4997" y="25882"/>
                  </a:cubicBezTo>
                  <a:cubicBezTo>
                    <a:pt x="5464" y="26149"/>
                    <a:pt x="5949" y="26350"/>
                    <a:pt x="6484" y="26500"/>
                  </a:cubicBezTo>
                  <a:cubicBezTo>
                    <a:pt x="6601" y="26517"/>
                    <a:pt x="6734" y="26534"/>
                    <a:pt x="6851" y="26550"/>
                  </a:cubicBezTo>
                  <a:cubicBezTo>
                    <a:pt x="7152" y="26617"/>
                    <a:pt x="7469" y="26617"/>
                    <a:pt x="7770" y="26617"/>
                  </a:cubicBezTo>
                  <a:cubicBezTo>
                    <a:pt x="7937" y="26617"/>
                    <a:pt x="8088" y="26634"/>
                    <a:pt x="8238" y="26684"/>
                  </a:cubicBezTo>
                  <a:cubicBezTo>
                    <a:pt x="8438" y="26734"/>
                    <a:pt x="8639" y="26734"/>
                    <a:pt x="8840" y="26734"/>
                  </a:cubicBezTo>
                  <a:cubicBezTo>
                    <a:pt x="9040" y="26734"/>
                    <a:pt x="9257" y="26734"/>
                    <a:pt x="9458" y="26734"/>
                  </a:cubicBezTo>
                  <a:cubicBezTo>
                    <a:pt x="9558" y="26734"/>
                    <a:pt x="9658" y="26751"/>
                    <a:pt x="9758" y="26751"/>
                  </a:cubicBezTo>
                  <a:cubicBezTo>
                    <a:pt x="10193" y="26818"/>
                    <a:pt x="10611" y="26801"/>
                    <a:pt x="11045" y="26784"/>
                  </a:cubicBezTo>
                  <a:cubicBezTo>
                    <a:pt x="11229" y="26768"/>
                    <a:pt x="11413" y="26734"/>
                    <a:pt x="11563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0" y="26534"/>
                    <a:pt x="11947" y="26517"/>
                  </a:cubicBezTo>
                  <a:cubicBezTo>
                    <a:pt x="12482" y="26383"/>
                    <a:pt x="13000" y="26183"/>
                    <a:pt x="13484" y="25882"/>
                  </a:cubicBezTo>
                  <a:cubicBezTo>
                    <a:pt x="13551" y="25849"/>
                    <a:pt x="13618" y="25832"/>
                    <a:pt x="13685" y="25782"/>
                  </a:cubicBezTo>
                  <a:cubicBezTo>
                    <a:pt x="13986" y="25631"/>
                    <a:pt x="14286" y="25464"/>
                    <a:pt x="14587" y="25297"/>
                  </a:cubicBezTo>
                  <a:cubicBezTo>
                    <a:pt x="14637" y="25264"/>
                    <a:pt x="14688" y="25230"/>
                    <a:pt x="14721" y="25197"/>
                  </a:cubicBezTo>
                  <a:cubicBezTo>
                    <a:pt x="14871" y="25080"/>
                    <a:pt x="15038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9"/>
                    <a:pt x="15573" y="24412"/>
                    <a:pt x="15690" y="24328"/>
                  </a:cubicBezTo>
                  <a:cubicBezTo>
                    <a:pt x="15957" y="24178"/>
                    <a:pt x="16175" y="23944"/>
                    <a:pt x="16325" y="23677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09" y="23175"/>
                    <a:pt x="16793" y="23025"/>
                  </a:cubicBezTo>
                  <a:cubicBezTo>
                    <a:pt x="16893" y="22858"/>
                    <a:pt x="16993" y="22691"/>
                    <a:pt x="17110" y="22524"/>
                  </a:cubicBezTo>
                  <a:cubicBezTo>
                    <a:pt x="17244" y="22373"/>
                    <a:pt x="17344" y="22223"/>
                    <a:pt x="17394" y="22039"/>
                  </a:cubicBezTo>
                  <a:cubicBezTo>
                    <a:pt x="17478" y="21738"/>
                    <a:pt x="17578" y="21438"/>
                    <a:pt x="17662" y="21154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29" y="20068"/>
                  </a:cubicBezTo>
                  <a:cubicBezTo>
                    <a:pt x="18029" y="20034"/>
                    <a:pt x="18029" y="20001"/>
                    <a:pt x="18046" y="19967"/>
                  </a:cubicBezTo>
                  <a:cubicBezTo>
                    <a:pt x="18129" y="19750"/>
                    <a:pt x="18113" y="19533"/>
                    <a:pt x="18113" y="19316"/>
                  </a:cubicBezTo>
                  <a:cubicBezTo>
                    <a:pt x="18113" y="18948"/>
                    <a:pt x="18079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2" y="16609"/>
                    <a:pt x="17946" y="16559"/>
                    <a:pt x="17946" y="16492"/>
                  </a:cubicBezTo>
                  <a:cubicBezTo>
                    <a:pt x="17929" y="16225"/>
                    <a:pt x="17845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59" y="14119"/>
                    <a:pt x="16375" y="13768"/>
                  </a:cubicBezTo>
                  <a:cubicBezTo>
                    <a:pt x="16241" y="13635"/>
                    <a:pt x="16091" y="13484"/>
                    <a:pt x="15974" y="13334"/>
                  </a:cubicBezTo>
                  <a:cubicBezTo>
                    <a:pt x="15506" y="12783"/>
                    <a:pt x="15072" y="12215"/>
                    <a:pt x="14621" y="11646"/>
                  </a:cubicBezTo>
                  <a:cubicBezTo>
                    <a:pt x="14320" y="11279"/>
                    <a:pt x="14053" y="10895"/>
                    <a:pt x="13852" y="10443"/>
                  </a:cubicBezTo>
                  <a:cubicBezTo>
                    <a:pt x="13802" y="10326"/>
                    <a:pt x="13752" y="10226"/>
                    <a:pt x="13685" y="10109"/>
                  </a:cubicBezTo>
                  <a:cubicBezTo>
                    <a:pt x="13434" y="9692"/>
                    <a:pt x="13234" y="9257"/>
                    <a:pt x="13100" y="8789"/>
                  </a:cubicBezTo>
                  <a:cubicBezTo>
                    <a:pt x="13050" y="8605"/>
                    <a:pt x="12967" y="8405"/>
                    <a:pt x="12967" y="8204"/>
                  </a:cubicBezTo>
                  <a:cubicBezTo>
                    <a:pt x="12950" y="7870"/>
                    <a:pt x="12866" y="7553"/>
                    <a:pt x="12783" y="7219"/>
                  </a:cubicBezTo>
                  <a:cubicBezTo>
                    <a:pt x="12766" y="7169"/>
                    <a:pt x="12716" y="7102"/>
                    <a:pt x="12682" y="7068"/>
                  </a:cubicBezTo>
                  <a:cubicBezTo>
                    <a:pt x="12482" y="6884"/>
                    <a:pt x="12281" y="6751"/>
                    <a:pt x="12031" y="6667"/>
                  </a:cubicBezTo>
                  <a:cubicBezTo>
                    <a:pt x="11897" y="6634"/>
                    <a:pt x="11764" y="6600"/>
                    <a:pt x="11630" y="6584"/>
                  </a:cubicBezTo>
                  <a:cubicBezTo>
                    <a:pt x="11346" y="6500"/>
                    <a:pt x="11045" y="6500"/>
                    <a:pt x="10761" y="6483"/>
                  </a:cubicBezTo>
                  <a:cubicBezTo>
                    <a:pt x="10260" y="6483"/>
                    <a:pt x="9758" y="6483"/>
                    <a:pt x="9257" y="6483"/>
                  </a:cubicBezTo>
                  <a:close/>
                  <a:moveTo>
                    <a:pt x="6985" y="4879"/>
                  </a:moveTo>
                  <a:cubicBezTo>
                    <a:pt x="6834" y="5030"/>
                    <a:pt x="6701" y="5180"/>
                    <a:pt x="6550" y="5314"/>
                  </a:cubicBezTo>
                  <a:cubicBezTo>
                    <a:pt x="6484" y="5397"/>
                    <a:pt x="6400" y="5481"/>
                    <a:pt x="6400" y="5598"/>
                  </a:cubicBezTo>
                  <a:cubicBezTo>
                    <a:pt x="6383" y="5782"/>
                    <a:pt x="6383" y="5966"/>
                    <a:pt x="6367" y="6149"/>
                  </a:cubicBezTo>
                  <a:cubicBezTo>
                    <a:pt x="6367" y="6199"/>
                    <a:pt x="6400" y="6250"/>
                    <a:pt x="6417" y="6316"/>
                  </a:cubicBezTo>
                  <a:cubicBezTo>
                    <a:pt x="6500" y="6300"/>
                    <a:pt x="6567" y="6300"/>
                    <a:pt x="6634" y="6266"/>
                  </a:cubicBezTo>
                  <a:cubicBezTo>
                    <a:pt x="6968" y="6166"/>
                    <a:pt x="7302" y="6133"/>
                    <a:pt x="7653" y="6133"/>
                  </a:cubicBezTo>
                  <a:cubicBezTo>
                    <a:pt x="8672" y="6133"/>
                    <a:pt x="9675" y="6133"/>
                    <a:pt x="10694" y="6133"/>
                  </a:cubicBezTo>
                  <a:cubicBezTo>
                    <a:pt x="11112" y="6133"/>
                    <a:pt x="11513" y="6133"/>
                    <a:pt x="11897" y="6283"/>
                  </a:cubicBezTo>
                  <a:cubicBezTo>
                    <a:pt x="11964" y="6300"/>
                    <a:pt x="12031" y="6300"/>
                    <a:pt x="12098" y="6300"/>
                  </a:cubicBezTo>
                  <a:cubicBezTo>
                    <a:pt x="12114" y="6216"/>
                    <a:pt x="12131" y="6149"/>
                    <a:pt x="12131" y="6082"/>
                  </a:cubicBezTo>
                  <a:cubicBezTo>
                    <a:pt x="12131" y="5932"/>
                    <a:pt x="12114" y="5782"/>
                    <a:pt x="12098" y="5631"/>
                  </a:cubicBezTo>
                  <a:cubicBezTo>
                    <a:pt x="12098" y="5414"/>
                    <a:pt x="11964" y="5280"/>
                    <a:pt x="11764" y="5214"/>
                  </a:cubicBezTo>
                  <a:cubicBezTo>
                    <a:pt x="11563" y="5147"/>
                    <a:pt x="11346" y="5080"/>
                    <a:pt x="11129" y="5047"/>
                  </a:cubicBezTo>
                  <a:cubicBezTo>
                    <a:pt x="10694" y="4980"/>
                    <a:pt x="10260" y="4930"/>
                    <a:pt x="9809" y="4879"/>
                  </a:cubicBezTo>
                  <a:cubicBezTo>
                    <a:pt x="9291" y="4813"/>
                    <a:pt x="8773" y="4846"/>
                    <a:pt x="8255" y="4863"/>
                  </a:cubicBezTo>
                  <a:cubicBezTo>
                    <a:pt x="8071" y="4879"/>
                    <a:pt x="7887" y="4879"/>
                    <a:pt x="7703" y="4863"/>
                  </a:cubicBezTo>
                  <a:cubicBezTo>
                    <a:pt x="7469" y="4829"/>
                    <a:pt x="7219" y="4863"/>
                    <a:pt x="6985" y="4879"/>
                  </a:cubicBezTo>
                  <a:close/>
                  <a:moveTo>
                    <a:pt x="11596" y="3793"/>
                  </a:moveTo>
                  <a:cubicBezTo>
                    <a:pt x="11563" y="3777"/>
                    <a:pt x="11530" y="3743"/>
                    <a:pt x="11496" y="3727"/>
                  </a:cubicBezTo>
                  <a:cubicBezTo>
                    <a:pt x="11379" y="3693"/>
                    <a:pt x="11279" y="3643"/>
                    <a:pt x="11162" y="3610"/>
                  </a:cubicBezTo>
                  <a:cubicBezTo>
                    <a:pt x="10460" y="3426"/>
                    <a:pt x="9742" y="3326"/>
                    <a:pt x="9023" y="3326"/>
                  </a:cubicBezTo>
                  <a:cubicBezTo>
                    <a:pt x="8890" y="3326"/>
                    <a:pt x="8773" y="3326"/>
                    <a:pt x="8639" y="3326"/>
                  </a:cubicBezTo>
                  <a:cubicBezTo>
                    <a:pt x="8255" y="3292"/>
                    <a:pt x="7870" y="3326"/>
                    <a:pt x="7503" y="3342"/>
                  </a:cubicBezTo>
                  <a:cubicBezTo>
                    <a:pt x="7219" y="3359"/>
                    <a:pt x="7102" y="3576"/>
                    <a:pt x="6918" y="3727"/>
                  </a:cubicBezTo>
                  <a:cubicBezTo>
                    <a:pt x="6901" y="3727"/>
                    <a:pt x="6901" y="3760"/>
                    <a:pt x="6901" y="3777"/>
                  </a:cubicBezTo>
                  <a:cubicBezTo>
                    <a:pt x="6901" y="3927"/>
                    <a:pt x="6885" y="4111"/>
                    <a:pt x="6918" y="4261"/>
                  </a:cubicBezTo>
                  <a:cubicBezTo>
                    <a:pt x="6968" y="4428"/>
                    <a:pt x="7018" y="4612"/>
                    <a:pt x="7018" y="4813"/>
                  </a:cubicBezTo>
                  <a:cubicBezTo>
                    <a:pt x="7135" y="4779"/>
                    <a:pt x="7235" y="4763"/>
                    <a:pt x="7319" y="4746"/>
                  </a:cubicBezTo>
                  <a:cubicBezTo>
                    <a:pt x="7603" y="4679"/>
                    <a:pt x="7887" y="4595"/>
                    <a:pt x="8171" y="4562"/>
                  </a:cubicBezTo>
                  <a:cubicBezTo>
                    <a:pt x="8773" y="4478"/>
                    <a:pt x="9374" y="4462"/>
                    <a:pt x="9976" y="4545"/>
                  </a:cubicBezTo>
                  <a:cubicBezTo>
                    <a:pt x="10444" y="4612"/>
                    <a:pt x="10911" y="4646"/>
                    <a:pt x="11379" y="4763"/>
                  </a:cubicBezTo>
                  <a:cubicBezTo>
                    <a:pt x="11413" y="4763"/>
                    <a:pt x="11429" y="4763"/>
                    <a:pt x="11463" y="4763"/>
                  </a:cubicBezTo>
                  <a:cubicBezTo>
                    <a:pt x="11479" y="4629"/>
                    <a:pt x="11496" y="4512"/>
                    <a:pt x="11530" y="4412"/>
                  </a:cubicBezTo>
                  <a:cubicBezTo>
                    <a:pt x="11630" y="4211"/>
                    <a:pt x="11613" y="4011"/>
                    <a:pt x="11596" y="3793"/>
                  </a:cubicBezTo>
                  <a:close/>
                  <a:moveTo>
                    <a:pt x="11212" y="3326"/>
                  </a:moveTo>
                  <a:cubicBezTo>
                    <a:pt x="11195" y="3209"/>
                    <a:pt x="11179" y="3125"/>
                    <a:pt x="11179" y="3042"/>
                  </a:cubicBezTo>
                  <a:cubicBezTo>
                    <a:pt x="11195" y="2841"/>
                    <a:pt x="11078" y="2757"/>
                    <a:pt x="10928" y="2691"/>
                  </a:cubicBezTo>
                  <a:cubicBezTo>
                    <a:pt x="10861" y="2674"/>
                    <a:pt x="10811" y="2641"/>
                    <a:pt x="10744" y="2624"/>
                  </a:cubicBezTo>
                  <a:cubicBezTo>
                    <a:pt x="10377" y="2540"/>
                    <a:pt x="10026" y="2457"/>
                    <a:pt x="9642" y="2457"/>
                  </a:cubicBezTo>
                  <a:cubicBezTo>
                    <a:pt x="9408" y="2457"/>
                    <a:pt x="9157" y="2473"/>
                    <a:pt x="8940" y="2440"/>
                  </a:cubicBezTo>
                  <a:cubicBezTo>
                    <a:pt x="8639" y="2390"/>
                    <a:pt x="8338" y="2356"/>
                    <a:pt x="8037" y="2407"/>
                  </a:cubicBezTo>
                  <a:cubicBezTo>
                    <a:pt x="7987" y="2423"/>
                    <a:pt x="7937" y="2440"/>
                    <a:pt x="7904" y="2373"/>
                  </a:cubicBezTo>
                  <a:cubicBezTo>
                    <a:pt x="7921" y="2290"/>
                    <a:pt x="7971" y="2306"/>
                    <a:pt x="8021" y="2306"/>
                  </a:cubicBezTo>
                  <a:cubicBezTo>
                    <a:pt x="8238" y="2273"/>
                    <a:pt x="8438" y="2240"/>
                    <a:pt x="8639" y="2189"/>
                  </a:cubicBezTo>
                  <a:cubicBezTo>
                    <a:pt x="8806" y="2156"/>
                    <a:pt x="8956" y="2123"/>
                    <a:pt x="9107" y="2123"/>
                  </a:cubicBezTo>
                  <a:cubicBezTo>
                    <a:pt x="9257" y="2123"/>
                    <a:pt x="9391" y="2123"/>
                    <a:pt x="9541" y="2123"/>
                  </a:cubicBezTo>
                  <a:cubicBezTo>
                    <a:pt x="10076" y="2106"/>
                    <a:pt x="10577" y="2189"/>
                    <a:pt x="11078" y="2373"/>
                  </a:cubicBezTo>
                  <a:cubicBezTo>
                    <a:pt x="11095" y="2390"/>
                    <a:pt x="11112" y="2373"/>
                    <a:pt x="11145" y="2390"/>
                  </a:cubicBezTo>
                  <a:cubicBezTo>
                    <a:pt x="11179" y="2290"/>
                    <a:pt x="11179" y="2189"/>
                    <a:pt x="11112" y="2123"/>
                  </a:cubicBezTo>
                  <a:cubicBezTo>
                    <a:pt x="10878" y="1889"/>
                    <a:pt x="10661" y="1655"/>
                    <a:pt x="10360" y="1504"/>
                  </a:cubicBezTo>
                  <a:cubicBezTo>
                    <a:pt x="10343" y="1488"/>
                    <a:pt x="10310" y="1471"/>
                    <a:pt x="10276" y="1471"/>
                  </a:cubicBezTo>
                  <a:cubicBezTo>
                    <a:pt x="10109" y="1421"/>
                    <a:pt x="9926" y="1387"/>
                    <a:pt x="9758" y="1337"/>
                  </a:cubicBezTo>
                  <a:cubicBezTo>
                    <a:pt x="9625" y="1304"/>
                    <a:pt x="9491" y="1287"/>
                    <a:pt x="9357" y="1287"/>
                  </a:cubicBezTo>
                  <a:cubicBezTo>
                    <a:pt x="9124" y="1287"/>
                    <a:pt x="8890" y="1270"/>
                    <a:pt x="8672" y="1371"/>
                  </a:cubicBezTo>
                  <a:cubicBezTo>
                    <a:pt x="8639" y="1387"/>
                    <a:pt x="8589" y="1371"/>
                    <a:pt x="8539" y="1387"/>
                  </a:cubicBezTo>
                  <a:cubicBezTo>
                    <a:pt x="8288" y="1438"/>
                    <a:pt x="8021" y="1504"/>
                    <a:pt x="7837" y="1705"/>
                  </a:cubicBezTo>
                  <a:cubicBezTo>
                    <a:pt x="7753" y="1805"/>
                    <a:pt x="7653" y="1889"/>
                    <a:pt x="7553" y="1955"/>
                  </a:cubicBezTo>
                  <a:cubicBezTo>
                    <a:pt x="7386" y="2072"/>
                    <a:pt x="7336" y="2223"/>
                    <a:pt x="7336" y="2407"/>
                  </a:cubicBezTo>
                  <a:cubicBezTo>
                    <a:pt x="7336" y="2624"/>
                    <a:pt x="7336" y="2841"/>
                    <a:pt x="7336" y="3058"/>
                  </a:cubicBezTo>
                  <a:cubicBezTo>
                    <a:pt x="7336" y="3108"/>
                    <a:pt x="7302" y="3175"/>
                    <a:pt x="7369" y="3209"/>
                  </a:cubicBezTo>
                  <a:cubicBezTo>
                    <a:pt x="7403" y="3209"/>
                    <a:pt x="7453" y="3192"/>
                    <a:pt x="7486" y="3175"/>
                  </a:cubicBezTo>
                  <a:cubicBezTo>
                    <a:pt x="7753" y="3092"/>
                    <a:pt x="8004" y="3075"/>
                    <a:pt x="8271" y="3075"/>
                  </a:cubicBezTo>
                  <a:cubicBezTo>
                    <a:pt x="8522" y="3058"/>
                    <a:pt x="8773" y="3058"/>
                    <a:pt x="9007" y="3058"/>
                  </a:cubicBezTo>
                  <a:cubicBezTo>
                    <a:pt x="9474" y="3042"/>
                    <a:pt x="9942" y="3092"/>
                    <a:pt x="10410" y="3158"/>
                  </a:cubicBezTo>
                  <a:cubicBezTo>
                    <a:pt x="10661" y="3209"/>
                    <a:pt x="10928" y="3275"/>
                    <a:pt x="11212" y="3326"/>
                  </a:cubicBezTo>
                  <a:close/>
                  <a:moveTo>
                    <a:pt x="8071" y="1187"/>
                  </a:moveTo>
                  <a:cubicBezTo>
                    <a:pt x="8338" y="1120"/>
                    <a:pt x="8572" y="1070"/>
                    <a:pt x="8789" y="1003"/>
                  </a:cubicBezTo>
                  <a:cubicBezTo>
                    <a:pt x="8856" y="986"/>
                    <a:pt x="8923" y="986"/>
                    <a:pt x="8990" y="986"/>
                  </a:cubicBezTo>
                  <a:cubicBezTo>
                    <a:pt x="9174" y="986"/>
                    <a:pt x="9357" y="986"/>
                    <a:pt x="9541" y="986"/>
                  </a:cubicBezTo>
                  <a:cubicBezTo>
                    <a:pt x="9591" y="986"/>
                    <a:pt x="9642" y="986"/>
                    <a:pt x="9692" y="1003"/>
                  </a:cubicBezTo>
                  <a:cubicBezTo>
                    <a:pt x="9926" y="1053"/>
                    <a:pt x="10126" y="1120"/>
                    <a:pt x="10360" y="1170"/>
                  </a:cubicBezTo>
                  <a:cubicBezTo>
                    <a:pt x="10377" y="1187"/>
                    <a:pt x="10410" y="1170"/>
                    <a:pt x="10427" y="1170"/>
                  </a:cubicBezTo>
                  <a:cubicBezTo>
                    <a:pt x="10393" y="936"/>
                    <a:pt x="10293" y="736"/>
                    <a:pt x="10126" y="585"/>
                  </a:cubicBezTo>
                  <a:cubicBezTo>
                    <a:pt x="10026" y="485"/>
                    <a:pt x="9909" y="435"/>
                    <a:pt x="9775" y="418"/>
                  </a:cubicBezTo>
                  <a:cubicBezTo>
                    <a:pt x="9625" y="402"/>
                    <a:pt x="9458" y="368"/>
                    <a:pt x="9291" y="368"/>
                  </a:cubicBezTo>
                  <a:cubicBezTo>
                    <a:pt x="9124" y="368"/>
                    <a:pt x="8973" y="402"/>
                    <a:pt x="8806" y="418"/>
                  </a:cubicBezTo>
                  <a:cubicBezTo>
                    <a:pt x="8756" y="435"/>
                    <a:pt x="8689" y="418"/>
                    <a:pt x="8639" y="435"/>
                  </a:cubicBezTo>
                  <a:cubicBezTo>
                    <a:pt x="8589" y="452"/>
                    <a:pt x="8539" y="468"/>
                    <a:pt x="8489" y="502"/>
                  </a:cubicBezTo>
                  <a:cubicBezTo>
                    <a:pt x="8271" y="669"/>
                    <a:pt x="8104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4124552" y="1719966"/>
              <a:ext cx="442292" cy="598169"/>
            </a:xfrm>
            <a:custGeom>
              <a:avLst/>
              <a:gdLst/>
              <a:ahLst/>
              <a:cxnLst/>
              <a:rect l="l" t="t" r="r" b="b"/>
              <a:pathLst>
                <a:path w="9286" h="12558" extrusionOk="0">
                  <a:moveTo>
                    <a:pt x="3157" y="8363"/>
                  </a:moveTo>
                  <a:cubicBezTo>
                    <a:pt x="3303" y="8363"/>
                    <a:pt x="3481" y="8506"/>
                    <a:pt x="3688" y="8794"/>
                  </a:cubicBezTo>
                  <a:cubicBezTo>
                    <a:pt x="3688" y="8944"/>
                    <a:pt x="3688" y="9078"/>
                    <a:pt x="3655" y="9211"/>
                  </a:cubicBezTo>
                  <a:cubicBezTo>
                    <a:pt x="3604" y="9713"/>
                    <a:pt x="3488" y="10097"/>
                    <a:pt x="3153" y="10481"/>
                  </a:cubicBezTo>
                  <a:cubicBezTo>
                    <a:pt x="3103" y="10531"/>
                    <a:pt x="3053" y="10598"/>
                    <a:pt x="2986" y="10665"/>
                  </a:cubicBezTo>
                  <a:cubicBezTo>
                    <a:pt x="2669" y="10030"/>
                    <a:pt x="2585" y="9278"/>
                    <a:pt x="2853" y="8677"/>
                  </a:cubicBezTo>
                  <a:cubicBezTo>
                    <a:pt x="2930" y="8468"/>
                    <a:pt x="3032" y="8363"/>
                    <a:pt x="3157" y="8363"/>
                  </a:cubicBezTo>
                  <a:close/>
                  <a:moveTo>
                    <a:pt x="5867" y="8862"/>
                  </a:moveTo>
                  <a:cubicBezTo>
                    <a:pt x="5973" y="8862"/>
                    <a:pt x="6055" y="8950"/>
                    <a:pt x="6111" y="9128"/>
                  </a:cubicBezTo>
                  <a:cubicBezTo>
                    <a:pt x="6261" y="9378"/>
                    <a:pt x="6295" y="9646"/>
                    <a:pt x="6295" y="9930"/>
                  </a:cubicBezTo>
                  <a:cubicBezTo>
                    <a:pt x="6311" y="10297"/>
                    <a:pt x="6144" y="10698"/>
                    <a:pt x="5960" y="11033"/>
                  </a:cubicBezTo>
                  <a:cubicBezTo>
                    <a:pt x="5726" y="10682"/>
                    <a:pt x="5593" y="10247"/>
                    <a:pt x="5543" y="9896"/>
                  </a:cubicBezTo>
                  <a:cubicBezTo>
                    <a:pt x="5509" y="9612"/>
                    <a:pt x="5509" y="9312"/>
                    <a:pt x="5576" y="9027"/>
                  </a:cubicBezTo>
                  <a:cubicBezTo>
                    <a:pt x="5687" y="8917"/>
                    <a:pt x="5784" y="8862"/>
                    <a:pt x="5867" y="8862"/>
                  </a:cubicBezTo>
                  <a:close/>
                  <a:moveTo>
                    <a:pt x="6242" y="1"/>
                  </a:moveTo>
                  <a:cubicBezTo>
                    <a:pt x="6141" y="1"/>
                    <a:pt x="6043" y="57"/>
                    <a:pt x="6011" y="189"/>
                  </a:cubicBezTo>
                  <a:cubicBezTo>
                    <a:pt x="5860" y="840"/>
                    <a:pt x="5944" y="1459"/>
                    <a:pt x="6044" y="2110"/>
                  </a:cubicBezTo>
                  <a:cubicBezTo>
                    <a:pt x="6178" y="2879"/>
                    <a:pt x="6211" y="3681"/>
                    <a:pt x="6328" y="4449"/>
                  </a:cubicBezTo>
                  <a:cubicBezTo>
                    <a:pt x="6512" y="5786"/>
                    <a:pt x="6946" y="7006"/>
                    <a:pt x="7798" y="8042"/>
                  </a:cubicBezTo>
                  <a:cubicBezTo>
                    <a:pt x="8366" y="8743"/>
                    <a:pt x="8801" y="9228"/>
                    <a:pt x="8567" y="10180"/>
                  </a:cubicBezTo>
                  <a:cubicBezTo>
                    <a:pt x="8417" y="10882"/>
                    <a:pt x="7882" y="11634"/>
                    <a:pt x="7113" y="11701"/>
                  </a:cubicBezTo>
                  <a:cubicBezTo>
                    <a:pt x="7091" y="11702"/>
                    <a:pt x="7070" y="11703"/>
                    <a:pt x="7048" y="11703"/>
                  </a:cubicBezTo>
                  <a:cubicBezTo>
                    <a:pt x="6774" y="11703"/>
                    <a:pt x="6529" y="11605"/>
                    <a:pt x="6328" y="11450"/>
                  </a:cubicBezTo>
                  <a:cubicBezTo>
                    <a:pt x="6696" y="10849"/>
                    <a:pt x="6929" y="10130"/>
                    <a:pt x="6796" y="9428"/>
                  </a:cubicBezTo>
                  <a:cubicBezTo>
                    <a:pt x="6679" y="8894"/>
                    <a:pt x="6311" y="8259"/>
                    <a:pt x="5710" y="8242"/>
                  </a:cubicBezTo>
                  <a:cubicBezTo>
                    <a:pt x="5706" y="8242"/>
                    <a:pt x="5702" y="8242"/>
                    <a:pt x="5698" y="8242"/>
                  </a:cubicBezTo>
                  <a:cubicBezTo>
                    <a:pt x="4378" y="8242"/>
                    <a:pt x="5160" y="10950"/>
                    <a:pt x="5593" y="11434"/>
                  </a:cubicBezTo>
                  <a:cubicBezTo>
                    <a:pt x="5610" y="11467"/>
                    <a:pt x="5643" y="11484"/>
                    <a:pt x="5660" y="11500"/>
                  </a:cubicBezTo>
                  <a:cubicBezTo>
                    <a:pt x="5387" y="11860"/>
                    <a:pt x="5076" y="12022"/>
                    <a:pt x="4734" y="12022"/>
                  </a:cubicBezTo>
                  <a:cubicBezTo>
                    <a:pt x="4489" y="12022"/>
                    <a:pt x="4228" y="11938"/>
                    <a:pt x="3955" y="11784"/>
                  </a:cubicBezTo>
                  <a:cubicBezTo>
                    <a:pt x="3688" y="11634"/>
                    <a:pt x="3454" y="11400"/>
                    <a:pt x="3254" y="11133"/>
                  </a:cubicBezTo>
                  <a:cubicBezTo>
                    <a:pt x="3588" y="10849"/>
                    <a:pt x="3855" y="10498"/>
                    <a:pt x="3989" y="10164"/>
                  </a:cubicBezTo>
                  <a:cubicBezTo>
                    <a:pt x="4189" y="9629"/>
                    <a:pt x="4457" y="8526"/>
                    <a:pt x="4022" y="8042"/>
                  </a:cubicBezTo>
                  <a:cubicBezTo>
                    <a:pt x="3831" y="7811"/>
                    <a:pt x="3610" y="7713"/>
                    <a:pt x="3384" y="7713"/>
                  </a:cubicBezTo>
                  <a:cubicBezTo>
                    <a:pt x="3135" y="7713"/>
                    <a:pt x="2880" y="7832"/>
                    <a:pt x="2652" y="8025"/>
                  </a:cubicBezTo>
                  <a:cubicBezTo>
                    <a:pt x="1967" y="8626"/>
                    <a:pt x="2151" y="9829"/>
                    <a:pt x="2385" y="10581"/>
                  </a:cubicBezTo>
                  <a:cubicBezTo>
                    <a:pt x="2435" y="10715"/>
                    <a:pt x="2485" y="10849"/>
                    <a:pt x="2552" y="10982"/>
                  </a:cubicBezTo>
                  <a:cubicBezTo>
                    <a:pt x="2272" y="11153"/>
                    <a:pt x="1949" y="11281"/>
                    <a:pt x="1646" y="11281"/>
                  </a:cubicBezTo>
                  <a:cubicBezTo>
                    <a:pt x="1443" y="11281"/>
                    <a:pt x="1249" y="11223"/>
                    <a:pt x="1081" y="11083"/>
                  </a:cubicBezTo>
                  <a:cubicBezTo>
                    <a:pt x="731" y="10782"/>
                    <a:pt x="664" y="10231"/>
                    <a:pt x="630" y="9813"/>
                  </a:cubicBezTo>
                  <a:cubicBezTo>
                    <a:pt x="564" y="8911"/>
                    <a:pt x="714" y="7992"/>
                    <a:pt x="948" y="7123"/>
                  </a:cubicBezTo>
                  <a:cubicBezTo>
                    <a:pt x="1148" y="6337"/>
                    <a:pt x="1650" y="5669"/>
                    <a:pt x="2017" y="4934"/>
                  </a:cubicBezTo>
                  <a:cubicBezTo>
                    <a:pt x="2585" y="3764"/>
                    <a:pt x="3003" y="2093"/>
                    <a:pt x="2752" y="790"/>
                  </a:cubicBezTo>
                  <a:cubicBezTo>
                    <a:pt x="2725" y="655"/>
                    <a:pt x="2625" y="597"/>
                    <a:pt x="2519" y="597"/>
                  </a:cubicBezTo>
                  <a:cubicBezTo>
                    <a:pt x="2363" y="597"/>
                    <a:pt x="2195" y="725"/>
                    <a:pt x="2234" y="924"/>
                  </a:cubicBezTo>
                  <a:cubicBezTo>
                    <a:pt x="2485" y="2194"/>
                    <a:pt x="1984" y="3798"/>
                    <a:pt x="1432" y="4917"/>
                  </a:cubicBezTo>
                  <a:cubicBezTo>
                    <a:pt x="864" y="6070"/>
                    <a:pt x="363" y="6939"/>
                    <a:pt x="179" y="8242"/>
                  </a:cubicBezTo>
                  <a:cubicBezTo>
                    <a:pt x="0" y="9510"/>
                    <a:pt x="74" y="11842"/>
                    <a:pt x="1636" y="11842"/>
                  </a:cubicBezTo>
                  <a:cubicBezTo>
                    <a:pt x="1824" y="11842"/>
                    <a:pt x="2034" y="11808"/>
                    <a:pt x="2268" y="11734"/>
                  </a:cubicBezTo>
                  <a:cubicBezTo>
                    <a:pt x="2452" y="11667"/>
                    <a:pt x="2652" y="11567"/>
                    <a:pt x="2853" y="11450"/>
                  </a:cubicBezTo>
                  <a:cubicBezTo>
                    <a:pt x="3331" y="12081"/>
                    <a:pt x="4057" y="12557"/>
                    <a:pt x="4764" y="12557"/>
                  </a:cubicBezTo>
                  <a:cubicBezTo>
                    <a:pt x="5217" y="12557"/>
                    <a:pt x="5662" y="12361"/>
                    <a:pt x="6027" y="11885"/>
                  </a:cubicBezTo>
                  <a:cubicBezTo>
                    <a:pt x="6044" y="11885"/>
                    <a:pt x="6044" y="11868"/>
                    <a:pt x="6044" y="11851"/>
                  </a:cubicBezTo>
                  <a:cubicBezTo>
                    <a:pt x="6372" y="12077"/>
                    <a:pt x="6715" y="12181"/>
                    <a:pt x="7049" y="12181"/>
                  </a:cubicBezTo>
                  <a:cubicBezTo>
                    <a:pt x="7803" y="12181"/>
                    <a:pt x="8513" y="11650"/>
                    <a:pt x="8918" y="10782"/>
                  </a:cubicBezTo>
                  <a:cubicBezTo>
                    <a:pt x="9135" y="10331"/>
                    <a:pt x="9285" y="9662"/>
                    <a:pt x="9152" y="9161"/>
                  </a:cubicBezTo>
                  <a:cubicBezTo>
                    <a:pt x="8935" y="8359"/>
                    <a:pt x="8249" y="7824"/>
                    <a:pt x="7782" y="7156"/>
                  </a:cubicBezTo>
                  <a:cubicBezTo>
                    <a:pt x="7113" y="6187"/>
                    <a:pt x="6913" y="4934"/>
                    <a:pt x="6762" y="3798"/>
                  </a:cubicBezTo>
                  <a:cubicBezTo>
                    <a:pt x="6629" y="2745"/>
                    <a:pt x="6278" y="1358"/>
                    <a:pt x="6528" y="339"/>
                  </a:cubicBezTo>
                  <a:cubicBezTo>
                    <a:pt x="6569" y="136"/>
                    <a:pt x="6400" y="1"/>
                    <a:pt x="6242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CD15E42-D3B9-4CE1-9386-88B7C367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4" y="110379"/>
            <a:ext cx="5420481" cy="2229161"/>
          </a:xfrm>
          <a:prstGeom prst="rect">
            <a:avLst/>
          </a:prstGeom>
        </p:spPr>
      </p:pic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id="{2343ABA2-6A9B-4569-BF8C-9FB5AF83BA61}"/>
              </a:ext>
            </a:extLst>
          </p:cNvPr>
          <p:cNvCxnSpPr>
            <a:cxnSpLocks/>
          </p:cNvCxnSpPr>
          <p:nvPr/>
        </p:nvCxnSpPr>
        <p:spPr>
          <a:xfrm>
            <a:off x="3388242" y="2423310"/>
            <a:ext cx="1552353" cy="1298085"/>
          </a:xfrm>
          <a:prstGeom prst="curvedConnector3">
            <a:avLst>
              <a:gd name="adj1" fmla="val 454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22B5A0FF-B192-4183-972C-BFDA3EE6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979" y="2423310"/>
            <a:ext cx="3721397" cy="2609811"/>
          </a:xfrm>
          <a:prstGeom prst="rect">
            <a:avLst/>
          </a:prstGeom>
        </p:spPr>
      </p:pic>
      <p:sp>
        <p:nvSpPr>
          <p:cNvPr id="11" name="Google Shape;64;p19">
            <a:extLst>
              <a:ext uri="{FF2B5EF4-FFF2-40B4-BE49-F238E27FC236}">
                <a16:creationId xmlns:a16="http://schemas.microsoft.com/office/drawing/2014/main" id="{D3293220-0C31-4B0C-B03A-A52E8B86DCD8}"/>
              </a:ext>
            </a:extLst>
          </p:cNvPr>
          <p:cNvSpPr txBox="1">
            <a:spLocks/>
          </p:cNvSpPr>
          <p:nvPr/>
        </p:nvSpPr>
        <p:spPr>
          <a:xfrm>
            <a:off x="6291931" y="726819"/>
            <a:ext cx="1874169" cy="66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Fira Sans Extra Condensed Medium"/>
              <a:buNone/>
              <a:defRPr sz="36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-ES" dirty="0"/>
              <a:t>Escena A</a:t>
            </a:r>
          </a:p>
        </p:txBody>
      </p:sp>
    </p:spTree>
    <p:extLst>
      <p:ext uri="{BB962C8B-B14F-4D97-AF65-F5344CB8AC3E}">
        <p14:creationId xmlns:p14="http://schemas.microsoft.com/office/powerpoint/2010/main" val="351770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2857499" y="428700"/>
            <a:ext cx="4466665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Shaders, </a:t>
            </a:r>
            <a:r>
              <a:rPr lang="en-US" dirty="0" err="1"/>
              <a:t>materiales</a:t>
            </a:r>
            <a:r>
              <a:rPr lang="en-US" dirty="0"/>
              <a:t> y </a:t>
            </a:r>
            <a:r>
              <a:rPr lang="en-US" dirty="0" err="1"/>
              <a:t>texturas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907346-02CF-4F82-8E4B-F360A30E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1" y="1323802"/>
            <a:ext cx="5139656" cy="115994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9814659-498B-4EB6-ACE0-7F22BCDFD802}"/>
              </a:ext>
            </a:extLst>
          </p:cNvPr>
          <p:cNvSpPr txBox="1"/>
          <p:nvPr/>
        </p:nvSpPr>
        <p:spPr>
          <a:xfrm>
            <a:off x="924368" y="1703719"/>
            <a:ext cx="1623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Blinn-</a:t>
            </a:r>
            <a:r>
              <a:rPr lang="en-US" sz="2000" dirty="0" err="1"/>
              <a:t>Phong</a:t>
            </a:r>
            <a:endParaRPr lang="es-AR" sz="20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2018DD1-8D00-46E6-86F0-2A69BB239AE7}"/>
              </a:ext>
            </a:extLst>
          </p:cNvPr>
          <p:cNvSpPr txBox="1"/>
          <p:nvPr/>
        </p:nvSpPr>
        <p:spPr>
          <a:xfrm>
            <a:off x="675512" y="3054483"/>
            <a:ext cx="1927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Cook-Torrance</a:t>
            </a:r>
            <a:endParaRPr lang="es-AR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02C6CA-8269-4225-A5CA-0BDB40639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1" y="2695488"/>
            <a:ext cx="5139656" cy="1118101"/>
          </a:xfrm>
          <a:prstGeom prst="rect">
            <a:avLst/>
          </a:prstGeom>
        </p:spPr>
      </p:pic>
      <p:sp>
        <p:nvSpPr>
          <p:cNvPr id="80" name="CuadroTexto 79">
            <a:extLst>
              <a:ext uri="{FF2B5EF4-FFF2-40B4-BE49-F238E27FC236}">
                <a16:creationId xmlns:a16="http://schemas.microsoft.com/office/drawing/2014/main" id="{85A5D36E-9B24-4F17-BA64-2BFCAB1F62FB}"/>
              </a:ext>
            </a:extLst>
          </p:cNvPr>
          <p:cNvSpPr txBox="1"/>
          <p:nvPr/>
        </p:nvSpPr>
        <p:spPr>
          <a:xfrm>
            <a:off x="1735962" y="4257873"/>
            <a:ext cx="86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Toon</a:t>
            </a:r>
            <a:endParaRPr lang="es-AR" sz="2000" dirty="0"/>
          </a:p>
        </p:txBody>
      </p:sp>
      <p:pic>
        <p:nvPicPr>
          <p:cNvPr id="81" name="Imagen 80">
            <a:extLst>
              <a:ext uri="{FF2B5EF4-FFF2-40B4-BE49-F238E27FC236}">
                <a16:creationId xmlns:a16="http://schemas.microsoft.com/office/drawing/2014/main" id="{20259ABC-5E86-4DB3-A834-5FCCF7D44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1" y="3898877"/>
            <a:ext cx="5139656" cy="1118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2929028" y="371624"/>
            <a:ext cx="34290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Iluminaci</a:t>
            </a:r>
            <a:r>
              <a:rPr lang="es-AR" dirty="0" err="1"/>
              <a:t>ón</a:t>
            </a:r>
            <a:endParaRPr dirty="0"/>
          </a:p>
        </p:txBody>
      </p:sp>
      <p:grpSp>
        <p:nvGrpSpPr>
          <p:cNvPr id="165" name="Google Shape;165;p20"/>
          <p:cNvGrpSpPr/>
          <p:nvPr/>
        </p:nvGrpSpPr>
        <p:grpSpPr>
          <a:xfrm>
            <a:off x="1955164" y="3634712"/>
            <a:ext cx="1341803" cy="326339"/>
            <a:chOff x="3645160" y="7212872"/>
            <a:chExt cx="2683606" cy="652678"/>
          </a:xfrm>
        </p:grpSpPr>
        <p:sp>
          <p:nvSpPr>
            <p:cNvPr id="166" name="Google Shape;166;p20"/>
            <p:cNvSpPr/>
            <p:nvPr/>
          </p:nvSpPr>
          <p:spPr>
            <a:xfrm>
              <a:off x="3716950" y="7216350"/>
              <a:ext cx="2582400" cy="64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3645160" y="7212872"/>
              <a:ext cx="2683606" cy="6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Puntual</a:t>
              </a:r>
              <a:endParaRPr sz="16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" name="Google Shape;169;p20"/>
          <p:cNvGrpSpPr/>
          <p:nvPr/>
        </p:nvGrpSpPr>
        <p:grpSpPr>
          <a:xfrm>
            <a:off x="3960037" y="3636443"/>
            <a:ext cx="1189862" cy="324605"/>
            <a:chOff x="6535475" y="7216325"/>
            <a:chExt cx="2379725" cy="649209"/>
          </a:xfrm>
        </p:grpSpPr>
        <p:sp>
          <p:nvSpPr>
            <p:cNvPr id="170" name="Google Shape;170;p20"/>
            <p:cNvSpPr/>
            <p:nvPr/>
          </p:nvSpPr>
          <p:spPr>
            <a:xfrm>
              <a:off x="6566800" y="7216325"/>
              <a:ext cx="2348400" cy="649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6535475" y="7216334"/>
              <a:ext cx="23484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Spot</a:t>
              </a:r>
              <a:endParaRPr sz="16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5839714" y="3630872"/>
            <a:ext cx="1341803" cy="328438"/>
            <a:chOff x="11958552" y="7208649"/>
            <a:chExt cx="2683606" cy="656876"/>
          </a:xfrm>
        </p:grpSpPr>
        <p:sp>
          <p:nvSpPr>
            <p:cNvPr id="178" name="Google Shape;178;p20"/>
            <p:cNvSpPr/>
            <p:nvPr/>
          </p:nvSpPr>
          <p:spPr>
            <a:xfrm>
              <a:off x="12052022" y="7216325"/>
              <a:ext cx="2532982" cy="649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1958552" y="7208649"/>
              <a:ext cx="2683606" cy="6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27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Direccional</a:t>
              </a:r>
              <a:endParaRPr sz="16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4497367" y="1320501"/>
            <a:ext cx="71154" cy="230864"/>
          </a:xfrm>
          <a:custGeom>
            <a:avLst/>
            <a:gdLst/>
            <a:ahLst/>
            <a:cxnLst/>
            <a:rect l="l" t="t" r="r" b="b"/>
            <a:pathLst>
              <a:path w="323" h="1048" extrusionOk="0">
                <a:moveTo>
                  <a:pt x="161" y="0"/>
                </a:moveTo>
                <a:cubicBezTo>
                  <a:pt x="70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0" y="1047"/>
                  <a:pt x="161" y="1047"/>
                </a:cubicBezTo>
                <a:cubicBezTo>
                  <a:pt x="249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49" y="0"/>
                  <a:pt x="161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044888" y="1377115"/>
            <a:ext cx="160593" cy="209276"/>
          </a:xfrm>
          <a:custGeom>
            <a:avLst/>
            <a:gdLst/>
            <a:ahLst/>
            <a:cxnLst/>
            <a:rect l="l" t="t" r="r" b="b"/>
            <a:pathLst>
              <a:path w="729" h="950" extrusionOk="0">
                <a:moveTo>
                  <a:pt x="183" y="0"/>
                </a:moveTo>
                <a:cubicBezTo>
                  <a:pt x="156" y="0"/>
                  <a:pt x="128" y="7"/>
                  <a:pt x="103" y="21"/>
                </a:cubicBezTo>
                <a:cubicBezTo>
                  <a:pt x="26" y="65"/>
                  <a:pt x="0" y="164"/>
                  <a:pt x="44" y="241"/>
                </a:cubicBezTo>
                <a:lnTo>
                  <a:pt x="406" y="867"/>
                </a:lnTo>
                <a:cubicBezTo>
                  <a:pt x="436" y="920"/>
                  <a:pt x="492" y="950"/>
                  <a:pt x="549" y="950"/>
                </a:cubicBezTo>
                <a:cubicBezTo>
                  <a:pt x="575" y="950"/>
                  <a:pt x="602" y="943"/>
                  <a:pt x="626" y="929"/>
                </a:cubicBezTo>
                <a:cubicBezTo>
                  <a:pt x="703" y="882"/>
                  <a:pt x="729" y="783"/>
                  <a:pt x="685" y="706"/>
                </a:cubicBezTo>
                <a:lnTo>
                  <a:pt x="322" y="80"/>
                </a:lnTo>
                <a:cubicBezTo>
                  <a:pt x="293" y="29"/>
                  <a:pt x="239" y="0"/>
                  <a:pt x="183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4855342" y="1389892"/>
            <a:ext cx="161474" cy="210377"/>
          </a:xfrm>
          <a:custGeom>
            <a:avLst/>
            <a:gdLst/>
            <a:ahLst/>
            <a:cxnLst/>
            <a:rect l="l" t="t" r="r" b="b"/>
            <a:pathLst>
              <a:path w="733" h="955" extrusionOk="0">
                <a:moveTo>
                  <a:pt x="551" y="1"/>
                </a:moveTo>
                <a:cubicBezTo>
                  <a:pt x="495" y="1"/>
                  <a:pt x="440" y="30"/>
                  <a:pt x="411" y="84"/>
                </a:cubicBezTo>
                <a:lnTo>
                  <a:pt x="45" y="710"/>
                </a:lnTo>
                <a:cubicBezTo>
                  <a:pt x="1" y="787"/>
                  <a:pt x="26" y="886"/>
                  <a:pt x="107" y="934"/>
                </a:cubicBezTo>
                <a:cubicBezTo>
                  <a:pt x="131" y="948"/>
                  <a:pt x="157" y="954"/>
                  <a:pt x="183" y="954"/>
                </a:cubicBezTo>
                <a:cubicBezTo>
                  <a:pt x="239" y="954"/>
                  <a:pt x="294" y="924"/>
                  <a:pt x="326" y="871"/>
                </a:cubicBezTo>
                <a:lnTo>
                  <a:pt x="689" y="245"/>
                </a:lnTo>
                <a:cubicBezTo>
                  <a:pt x="733" y="168"/>
                  <a:pt x="707" y="66"/>
                  <a:pt x="630" y="22"/>
                </a:cubicBezTo>
                <a:cubicBezTo>
                  <a:pt x="605" y="8"/>
                  <a:pt x="578" y="1"/>
                  <a:pt x="551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20"/>
          <p:cNvGrpSpPr/>
          <p:nvPr/>
        </p:nvGrpSpPr>
        <p:grpSpPr>
          <a:xfrm>
            <a:off x="4048953" y="1934352"/>
            <a:ext cx="1023694" cy="1557449"/>
            <a:chOff x="3006432" y="1884251"/>
            <a:chExt cx="1023694" cy="1557449"/>
          </a:xfrm>
        </p:grpSpPr>
        <p:sp>
          <p:nvSpPr>
            <p:cNvPr id="185" name="Google Shape;185;p20"/>
            <p:cNvSpPr/>
            <p:nvPr/>
          </p:nvSpPr>
          <p:spPr>
            <a:xfrm>
              <a:off x="3006432" y="1884251"/>
              <a:ext cx="1023693" cy="1067085"/>
            </a:xfrm>
            <a:custGeom>
              <a:avLst/>
              <a:gdLst/>
              <a:ahLst/>
              <a:cxnLst/>
              <a:rect l="l" t="t" r="r" b="b"/>
              <a:pathLst>
                <a:path w="4647" h="4844" extrusionOk="0">
                  <a:moveTo>
                    <a:pt x="2324" y="0"/>
                  </a:moveTo>
                  <a:cubicBezTo>
                    <a:pt x="1935" y="0"/>
                    <a:pt x="1547" y="99"/>
                    <a:pt x="1198" y="297"/>
                  </a:cubicBezTo>
                  <a:cubicBezTo>
                    <a:pt x="740" y="553"/>
                    <a:pt x="290" y="1007"/>
                    <a:pt x="158" y="1809"/>
                  </a:cubicBezTo>
                  <a:cubicBezTo>
                    <a:pt x="158" y="1809"/>
                    <a:pt x="1" y="2717"/>
                    <a:pt x="495" y="3365"/>
                  </a:cubicBezTo>
                  <a:cubicBezTo>
                    <a:pt x="876" y="3870"/>
                    <a:pt x="985" y="4265"/>
                    <a:pt x="1022" y="4584"/>
                  </a:cubicBezTo>
                  <a:cubicBezTo>
                    <a:pt x="1040" y="4730"/>
                    <a:pt x="1165" y="4840"/>
                    <a:pt x="1315" y="4844"/>
                  </a:cubicBezTo>
                  <a:lnTo>
                    <a:pt x="3332" y="4844"/>
                  </a:lnTo>
                  <a:cubicBezTo>
                    <a:pt x="3482" y="4840"/>
                    <a:pt x="3607" y="4730"/>
                    <a:pt x="3625" y="4584"/>
                  </a:cubicBezTo>
                  <a:cubicBezTo>
                    <a:pt x="3665" y="4265"/>
                    <a:pt x="3772" y="3870"/>
                    <a:pt x="4156" y="3365"/>
                  </a:cubicBezTo>
                  <a:cubicBezTo>
                    <a:pt x="4647" y="2717"/>
                    <a:pt x="4489" y="1809"/>
                    <a:pt x="4489" y="1809"/>
                  </a:cubicBezTo>
                  <a:cubicBezTo>
                    <a:pt x="4357" y="1007"/>
                    <a:pt x="3911" y="553"/>
                    <a:pt x="3453" y="297"/>
                  </a:cubicBezTo>
                  <a:cubicBezTo>
                    <a:pt x="3102" y="99"/>
                    <a:pt x="2713" y="0"/>
                    <a:pt x="2324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3279153" y="3014117"/>
              <a:ext cx="474287" cy="111467"/>
            </a:xfrm>
            <a:custGeom>
              <a:avLst/>
              <a:gdLst/>
              <a:ahLst/>
              <a:cxnLst/>
              <a:rect l="l" t="t" r="r" b="b"/>
              <a:pathLst>
                <a:path w="2153" h="506" extrusionOk="0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3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2050" y="506"/>
                  </a:lnTo>
                  <a:cubicBezTo>
                    <a:pt x="2109" y="506"/>
                    <a:pt x="2153" y="462"/>
                    <a:pt x="2153" y="403"/>
                  </a:cubicBezTo>
                  <a:lnTo>
                    <a:pt x="2153" y="99"/>
                  </a:lnTo>
                  <a:cubicBezTo>
                    <a:pt x="2153" y="44"/>
                    <a:pt x="2109" y="0"/>
                    <a:pt x="2050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354934" y="3169642"/>
              <a:ext cx="328454" cy="111687"/>
            </a:xfrm>
            <a:custGeom>
              <a:avLst/>
              <a:gdLst/>
              <a:ahLst/>
              <a:cxnLst/>
              <a:rect l="l" t="t" r="r" b="b"/>
              <a:pathLst>
                <a:path w="1491" h="507" extrusionOk="0">
                  <a:moveTo>
                    <a:pt x="99" y="1"/>
                  </a:moveTo>
                  <a:cubicBezTo>
                    <a:pt x="44" y="1"/>
                    <a:pt x="0" y="48"/>
                    <a:pt x="0" y="103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1391" y="506"/>
                  </a:lnTo>
                  <a:cubicBezTo>
                    <a:pt x="1446" y="506"/>
                    <a:pt x="1490" y="462"/>
                    <a:pt x="1490" y="407"/>
                  </a:cubicBezTo>
                  <a:lnTo>
                    <a:pt x="1490" y="103"/>
                  </a:lnTo>
                  <a:cubicBezTo>
                    <a:pt x="1490" y="48"/>
                    <a:pt x="1446" y="1"/>
                    <a:pt x="1391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3430714" y="3330233"/>
              <a:ext cx="171166" cy="111467"/>
            </a:xfrm>
            <a:custGeom>
              <a:avLst/>
              <a:gdLst/>
              <a:ahLst/>
              <a:cxnLst/>
              <a:rect l="l" t="t" r="r" b="b"/>
              <a:pathLst>
                <a:path w="777" h="506" extrusionOk="0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678" y="506"/>
                  </a:lnTo>
                  <a:cubicBezTo>
                    <a:pt x="733" y="506"/>
                    <a:pt x="776" y="462"/>
                    <a:pt x="776" y="407"/>
                  </a:cubicBezTo>
                  <a:lnTo>
                    <a:pt x="776" y="99"/>
                  </a:lnTo>
                  <a:cubicBezTo>
                    <a:pt x="776" y="44"/>
                    <a:pt x="733" y="0"/>
                    <a:pt x="678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3217692" y="1886454"/>
              <a:ext cx="812434" cy="1064882"/>
            </a:xfrm>
            <a:custGeom>
              <a:avLst/>
              <a:gdLst/>
              <a:ahLst/>
              <a:cxnLst/>
              <a:rect l="l" t="t" r="r" b="b"/>
              <a:pathLst>
                <a:path w="3688" h="4834" extrusionOk="0">
                  <a:moveTo>
                    <a:pt x="1579" y="1"/>
                  </a:moveTo>
                  <a:cubicBezTo>
                    <a:pt x="2333" y="667"/>
                    <a:pt x="2600" y="1729"/>
                    <a:pt x="2249" y="2670"/>
                  </a:cubicBezTo>
                  <a:cubicBezTo>
                    <a:pt x="1901" y="3615"/>
                    <a:pt x="1008" y="4244"/>
                    <a:pt x="1" y="4255"/>
                  </a:cubicBezTo>
                  <a:cubicBezTo>
                    <a:pt x="30" y="4361"/>
                    <a:pt x="52" y="4468"/>
                    <a:pt x="63" y="4574"/>
                  </a:cubicBezTo>
                  <a:cubicBezTo>
                    <a:pt x="81" y="4724"/>
                    <a:pt x="206" y="4834"/>
                    <a:pt x="356" y="4834"/>
                  </a:cubicBezTo>
                  <a:lnTo>
                    <a:pt x="2373" y="4834"/>
                  </a:lnTo>
                  <a:cubicBezTo>
                    <a:pt x="2520" y="4834"/>
                    <a:pt x="2648" y="4724"/>
                    <a:pt x="2666" y="4574"/>
                  </a:cubicBezTo>
                  <a:cubicBezTo>
                    <a:pt x="2703" y="4259"/>
                    <a:pt x="2813" y="3860"/>
                    <a:pt x="3193" y="3358"/>
                  </a:cubicBezTo>
                  <a:cubicBezTo>
                    <a:pt x="3688" y="2707"/>
                    <a:pt x="3530" y="1802"/>
                    <a:pt x="3530" y="1802"/>
                  </a:cubicBezTo>
                  <a:cubicBezTo>
                    <a:pt x="3398" y="997"/>
                    <a:pt x="2952" y="543"/>
                    <a:pt x="2494" y="287"/>
                  </a:cubicBezTo>
                  <a:cubicBezTo>
                    <a:pt x="2212" y="129"/>
                    <a:pt x="1897" y="30"/>
                    <a:pt x="1579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0"/>
          <p:cNvSpPr/>
          <p:nvPr/>
        </p:nvSpPr>
        <p:spPr>
          <a:xfrm>
            <a:off x="2583668" y="1307514"/>
            <a:ext cx="71154" cy="230864"/>
          </a:xfrm>
          <a:custGeom>
            <a:avLst/>
            <a:gdLst/>
            <a:ahLst/>
            <a:cxnLst/>
            <a:rect l="l" t="t" r="r" b="b"/>
            <a:pathLst>
              <a:path w="323" h="1048" extrusionOk="0">
                <a:moveTo>
                  <a:pt x="161" y="0"/>
                </a:moveTo>
                <a:cubicBezTo>
                  <a:pt x="70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0" y="1047"/>
                  <a:pt x="161" y="1047"/>
                </a:cubicBezTo>
                <a:cubicBezTo>
                  <a:pt x="249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49" y="0"/>
                  <a:pt x="161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2130308" y="1364128"/>
            <a:ext cx="161474" cy="209276"/>
          </a:xfrm>
          <a:custGeom>
            <a:avLst/>
            <a:gdLst/>
            <a:ahLst/>
            <a:cxnLst/>
            <a:rect l="l" t="t" r="r" b="b"/>
            <a:pathLst>
              <a:path w="733" h="950" extrusionOk="0">
                <a:moveTo>
                  <a:pt x="186" y="0"/>
                </a:moveTo>
                <a:cubicBezTo>
                  <a:pt x="159" y="0"/>
                  <a:pt x="132" y="7"/>
                  <a:pt x="107" y="21"/>
                </a:cubicBezTo>
                <a:cubicBezTo>
                  <a:pt x="26" y="65"/>
                  <a:pt x="1" y="164"/>
                  <a:pt x="44" y="241"/>
                </a:cubicBezTo>
                <a:lnTo>
                  <a:pt x="411" y="867"/>
                </a:lnTo>
                <a:cubicBezTo>
                  <a:pt x="441" y="920"/>
                  <a:pt x="496" y="950"/>
                  <a:pt x="553" y="950"/>
                </a:cubicBezTo>
                <a:cubicBezTo>
                  <a:pt x="579" y="950"/>
                  <a:pt x="606" y="943"/>
                  <a:pt x="630" y="929"/>
                </a:cubicBezTo>
                <a:cubicBezTo>
                  <a:pt x="707" y="882"/>
                  <a:pt x="733" y="783"/>
                  <a:pt x="689" y="706"/>
                </a:cubicBezTo>
                <a:lnTo>
                  <a:pt x="326" y="80"/>
                </a:lnTo>
                <a:cubicBezTo>
                  <a:pt x="295" y="29"/>
                  <a:pt x="241" y="0"/>
                  <a:pt x="186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2942524" y="1376905"/>
            <a:ext cx="161474" cy="209716"/>
          </a:xfrm>
          <a:custGeom>
            <a:avLst/>
            <a:gdLst/>
            <a:ahLst/>
            <a:cxnLst/>
            <a:rect l="l" t="t" r="r" b="b"/>
            <a:pathLst>
              <a:path w="733" h="952" extrusionOk="0">
                <a:moveTo>
                  <a:pt x="547" y="1"/>
                </a:moveTo>
                <a:cubicBezTo>
                  <a:pt x="490" y="1"/>
                  <a:pt x="436" y="29"/>
                  <a:pt x="407" y="81"/>
                </a:cubicBezTo>
                <a:lnTo>
                  <a:pt x="44" y="710"/>
                </a:lnTo>
                <a:cubicBezTo>
                  <a:pt x="0" y="787"/>
                  <a:pt x="26" y="886"/>
                  <a:pt x="103" y="930"/>
                </a:cubicBezTo>
                <a:cubicBezTo>
                  <a:pt x="128" y="945"/>
                  <a:pt x="156" y="951"/>
                  <a:pt x="184" y="951"/>
                </a:cubicBezTo>
                <a:cubicBezTo>
                  <a:pt x="239" y="951"/>
                  <a:pt x="294" y="923"/>
                  <a:pt x="326" y="871"/>
                </a:cubicBezTo>
                <a:lnTo>
                  <a:pt x="689" y="242"/>
                </a:lnTo>
                <a:cubicBezTo>
                  <a:pt x="733" y="165"/>
                  <a:pt x="707" y="66"/>
                  <a:pt x="630" y="22"/>
                </a:cubicBezTo>
                <a:cubicBezTo>
                  <a:pt x="604" y="8"/>
                  <a:pt x="575" y="1"/>
                  <a:pt x="547" y="1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20"/>
          <p:cNvGrpSpPr/>
          <p:nvPr/>
        </p:nvGrpSpPr>
        <p:grpSpPr>
          <a:xfrm>
            <a:off x="2104869" y="1933652"/>
            <a:ext cx="1024580" cy="1557449"/>
            <a:chOff x="1087230" y="1853376"/>
            <a:chExt cx="1024580" cy="1557449"/>
          </a:xfrm>
        </p:grpSpPr>
        <p:sp>
          <p:nvSpPr>
            <p:cNvPr id="199" name="Google Shape;199;p20"/>
            <p:cNvSpPr/>
            <p:nvPr/>
          </p:nvSpPr>
          <p:spPr>
            <a:xfrm>
              <a:off x="1087230" y="1853376"/>
              <a:ext cx="1023699" cy="1067085"/>
            </a:xfrm>
            <a:custGeom>
              <a:avLst/>
              <a:gdLst/>
              <a:ahLst/>
              <a:cxnLst/>
              <a:rect l="l" t="t" r="r" b="b"/>
              <a:pathLst>
                <a:path w="4647" h="4844" extrusionOk="0">
                  <a:moveTo>
                    <a:pt x="2325" y="0"/>
                  </a:moveTo>
                  <a:cubicBezTo>
                    <a:pt x="1936" y="0"/>
                    <a:pt x="1547" y="99"/>
                    <a:pt x="1198" y="297"/>
                  </a:cubicBezTo>
                  <a:cubicBezTo>
                    <a:pt x="740" y="553"/>
                    <a:pt x="290" y="1007"/>
                    <a:pt x="158" y="1809"/>
                  </a:cubicBezTo>
                  <a:cubicBezTo>
                    <a:pt x="158" y="1809"/>
                    <a:pt x="0" y="2717"/>
                    <a:pt x="495" y="3365"/>
                  </a:cubicBezTo>
                  <a:cubicBezTo>
                    <a:pt x="875" y="3870"/>
                    <a:pt x="985" y="4265"/>
                    <a:pt x="1026" y="4584"/>
                  </a:cubicBezTo>
                  <a:cubicBezTo>
                    <a:pt x="1040" y="4730"/>
                    <a:pt x="1168" y="4844"/>
                    <a:pt x="1315" y="4844"/>
                  </a:cubicBezTo>
                  <a:lnTo>
                    <a:pt x="3332" y="4844"/>
                  </a:lnTo>
                  <a:cubicBezTo>
                    <a:pt x="3482" y="4840"/>
                    <a:pt x="3607" y="4730"/>
                    <a:pt x="3625" y="4584"/>
                  </a:cubicBezTo>
                  <a:cubicBezTo>
                    <a:pt x="3665" y="4265"/>
                    <a:pt x="3775" y="3870"/>
                    <a:pt x="4156" y="3365"/>
                  </a:cubicBezTo>
                  <a:cubicBezTo>
                    <a:pt x="4647" y="2717"/>
                    <a:pt x="4489" y="1809"/>
                    <a:pt x="4489" y="1809"/>
                  </a:cubicBezTo>
                  <a:cubicBezTo>
                    <a:pt x="4357" y="1007"/>
                    <a:pt x="3911" y="553"/>
                    <a:pt x="3453" y="297"/>
                  </a:cubicBezTo>
                  <a:cubicBezTo>
                    <a:pt x="3103" y="99"/>
                    <a:pt x="2714" y="0"/>
                    <a:pt x="232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1359731" y="2983242"/>
              <a:ext cx="474510" cy="111467"/>
            </a:xfrm>
            <a:custGeom>
              <a:avLst/>
              <a:gdLst/>
              <a:ahLst/>
              <a:cxnLst/>
              <a:rect l="l" t="t" r="r" b="b"/>
              <a:pathLst>
                <a:path w="2154" h="506" extrusionOk="0">
                  <a:moveTo>
                    <a:pt x="100" y="0"/>
                  </a:moveTo>
                  <a:cubicBezTo>
                    <a:pt x="45" y="0"/>
                    <a:pt x="1" y="44"/>
                    <a:pt x="1" y="99"/>
                  </a:cubicBezTo>
                  <a:lnTo>
                    <a:pt x="1" y="403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2055" y="506"/>
                  </a:lnTo>
                  <a:cubicBezTo>
                    <a:pt x="2110" y="506"/>
                    <a:pt x="2154" y="462"/>
                    <a:pt x="2154" y="403"/>
                  </a:cubicBezTo>
                  <a:lnTo>
                    <a:pt x="2154" y="99"/>
                  </a:lnTo>
                  <a:cubicBezTo>
                    <a:pt x="2154" y="44"/>
                    <a:pt x="2110" y="0"/>
                    <a:pt x="205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436393" y="3138767"/>
              <a:ext cx="328456" cy="111687"/>
            </a:xfrm>
            <a:custGeom>
              <a:avLst/>
              <a:gdLst/>
              <a:ahLst/>
              <a:cxnLst/>
              <a:rect l="l" t="t" r="r" b="b"/>
              <a:pathLst>
                <a:path w="1491" h="507" extrusionOk="0">
                  <a:moveTo>
                    <a:pt x="100" y="1"/>
                  </a:moveTo>
                  <a:cubicBezTo>
                    <a:pt x="45" y="1"/>
                    <a:pt x="1" y="48"/>
                    <a:pt x="1" y="103"/>
                  </a:cubicBezTo>
                  <a:lnTo>
                    <a:pt x="1" y="407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1388" y="506"/>
                  </a:lnTo>
                  <a:cubicBezTo>
                    <a:pt x="1443" y="506"/>
                    <a:pt x="1491" y="462"/>
                    <a:pt x="1491" y="407"/>
                  </a:cubicBezTo>
                  <a:lnTo>
                    <a:pt x="1491" y="103"/>
                  </a:lnTo>
                  <a:cubicBezTo>
                    <a:pt x="1491" y="48"/>
                    <a:pt x="1443" y="1"/>
                    <a:pt x="1388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511512" y="3299358"/>
              <a:ext cx="171167" cy="111467"/>
            </a:xfrm>
            <a:custGeom>
              <a:avLst/>
              <a:gdLst/>
              <a:ahLst/>
              <a:cxnLst/>
              <a:rect l="l" t="t" r="r" b="b"/>
              <a:pathLst>
                <a:path w="777" h="506" extrusionOk="0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678" y="506"/>
                  </a:lnTo>
                  <a:cubicBezTo>
                    <a:pt x="732" y="506"/>
                    <a:pt x="776" y="462"/>
                    <a:pt x="776" y="407"/>
                  </a:cubicBezTo>
                  <a:lnTo>
                    <a:pt x="776" y="99"/>
                  </a:lnTo>
                  <a:cubicBezTo>
                    <a:pt x="776" y="44"/>
                    <a:pt x="732" y="0"/>
                    <a:pt x="678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298490" y="1861306"/>
              <a:ext cx="813320" cy="1058493"/>
            </a:xfrm>
            <a:custGeom>
              <a:avLst/>
              <a:gdLst/>
              <a:ahLst/>
              <a:cxnLst/>
              <a:rect l="l" t="t" r="r" b="b"/>
              <a:pathLst>
                <a:path w="3692" h="4805" extrusionOk="0">
                  <a:moveTo>
                    <a:pt x="1758" y="1"/>
                  </a:moveTo>
                  <a:lnTo>
                    <a:pt x="1758" y="1"/>
                  </a:lnTo>
                  <a:cubicBezTo>
                    <a:pt x="2501" y="674"/>
                    <a:pt x="2754" y="1740"/>
                    <a:pt x="2391" y="2673"/>
                  </a:cubicBezTo>
                  <a:cubicBezTo>
                    <a:pt x="2029" y="3611"/>
                    <a:pt x="1128" y="4229"/>
                    <a:pt x="125" y="4229"/>
                  </a:cubicBezTo>
                  <a:cubicBezTo>
                    <a:pt x="85" y="4229"/>
                    <a:pt x="41" y="4229"/>
                    <a:pt x="1" y="4226"/>
                  </a:cubicBezTo>
                  <a:lnTo>
                    <a:pt x="1" y="4226"/>
                  </a:lnTo>
                  <a:cubicBezTo>
                    <a:pt x="30" y="4332"/>
                    <a:pt x="52" y="4438"/>
                    <a:pt x="67" y="4548"/>
                  </a:cubicBezTo>
                  <a:cubicBezTo>
                    <a:pt x="81" y="4694"/>
                    <a:pt x="209" y="4804"/>
                    <a:pt x="356" y="4804"/>
                  </a:cubicBezTo>
                  <a:lnTo>
                    <a:pt x="2373" y="4804"/>
                  </a:lnTo>
                  <a:cubicBezTo>
                    <a:pt x="2523" y="4804"/>
                    <a:pt x="2648" y="4694"/>
                    <a:pt x="2666" y="4548"/>
                  </a:cubicBezTo>
                  <a:cubicBezTo>
                    <a:pt x="2706" y="4229"/>
                    <a:pt x="2816" y="3834"/>
                    <a:pt x="3197" y="3329"/>
                  </a:cubicBezTo>
                  <a:cubicBezTo>
                    <a:pt x="3691" y="2681"/>
                    <a:pt x="3530" y="1776"/>
                    <a:pt x="3530" y="1776"/>
                  </a:cubicBezTo>
                  <a:cubicBezTo>
                    <a:pt x="3398" y="971"/>
                    <a:pt x="2952" y="517"/>
                    <a:pt x="2494" y="261"/>
                  </a:cubicBezTo>
                  <a:cubicBezTo>
                    <a:pt x="2263" y="132"/>
                    <a:pt x="2018" y="45"/>
                    <a:pt x="1758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" name="Google Shape;219;p20"/>
          <p:cNvSpPr/>
          <p:nvPr/>
        </p:nvSpPr>
        <p:spPr>
          <a:xfrm>
            <a:off x="6476688" y="1315049"/>
            <a:ext cx="71154" cy="230864"/>
          </a:xfrm>
          <a:custGeom>
            <a:avLst/>
            <a:gdLst/>
            <a:ahLst/>
            <a:cxnLst/>
            <a:rect l="l" t="t" r="r" b="b"/>
            <a:pathLst>
              <a:path w="323" h="1048" extrusionOk="0">
                <a:moveTo>
                  <a:pt x="161" y="0"/>
                </a:moveTo>
                <a:cubicBezTo>
                  <a:pt x="73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3" y="1047"/>
                  <a:pt x="161" y="1047"/>
                </a:cubicBezTo>
                <a:cubicBezTo>
                  <a:pt x="253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53" y="0"/>
                  <a:pt x="161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024209" y="1371663"/>
            <a:ext cx="161474" cy="209276"/>
          </a:xfrm>
          <a:custGeom>
            <a:avLst/>
            <a:gdLst/>
            <a:ahLst/>
            <a:cxnLst/>
            <a:rect l="l" t="t" r="r" b="b"/>
            <a:pathLst>
              <a:path w="733" h="950" extrusionOk="0">
                <a:moveTo>
                  <a:pt x="184" y="0"/>
                </a:moveTo>
                <a:cubicBezTo>
                  <a:pt x="156" y="0"/>
                  <a:pt x="128" y="7"/>
                  <a:pt x="103" y="21"/>
                </a:cubicBezTo>
                <a:cubicBezTo>
                  <a:pt x="26" y="65"/>
                  <a:pt x="0" y="164"/>
                  <a:pt x="44" y="241"/>
                </a:cubicBezTo>
                <a:lnTo>
                  <a:pt x="407" y="867"/>
                </a:lnTo>
                <a:cubicBezTo>
                  <a:pt x="439" y="920"/>
                  <a:pt x="496" y="950"/>
                  <a:pt x="552" y="950"/>
                </a:cubicBezTo>
                <a:cubicBezTo>
                  <a:pt x="579" y="950"/>
                  <a:pt x="606" y="943"/>
                  <a:pt x="630" y="929"/>
                </a:cubicBezTo>
                <a:cubicBezTo>
                  <a:pt x="707" y="882"/>
                  <a:pt x="733" y="783"/>
                  <a:pt x="689" y="706"/>
                </a:cubicBezTo>
                <a:lnTo>
                  <a:pt x="326" y="80"/>
                </a:lnTo>
                <a:cubicBezTo>
                  <a:pt x="294" y="29"/>
                  <a:pt x="239" y="0"/>
                  <a:pt x="184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6835543" y="1384440"/>
            <a:ext cx="161474" cy="209716"/>
          </a:xfrm>
          <a:custGeom>
            <a:avLst/>
            <a:gdLst/>
            <a:ahLst/>
            <a:cxnLst/>
            <a:rect l="l" t="t" r="r" b="b"/>
            <a:pathLst>
              <a:path w="733" h="952" extrusionOk="0">
                <a:moveTo>
                  <a:pt x="550" y="1"/>
                </a:moveTo>
                <a:cubicBezTo>
                  <a:pt x="494" y="1"/>
                  <a:pt x="440" y="29"/>
                  <a:pt x="411" y="81"/>
                </a:cubicBezTo>
                <a:lnTo>
                  <a:pt x="48" y="710"/>
                </a:lnTo>
                <a:cubicBezTo>
                  <a:pt x="1" y="787"/>
                  <a:pt x="30" y="886"/>
                  <a:pt x="107" y="930"/>
                </a:cubicBezTo>
                <a:cubicBezTo>
                  <a:pt x="132" y="945"/>
                  <a:pt x="160" y="951"/>
                  <a:pt x="187" y="951"/>
                </a:cubicBezTo>
                <a:cubicBezTo>
                  <a:pt x="243" y="951"/>
                  <a:pt x="297" y="923"/>
                  <a:pt x="326" y="871"/>
                </a:cubicBezTo>
                <a:lnTo>
                  <a:pt x="689" y="242"/>
                </a:lnTo>
                <a:cubicBezTo>
                  <a:pt x="733" y="165"/>
                  <a:pt x="707" y="66"/>
                  <a:pt x="630" y="22"/>
                </a:cubicBezTo>
                <a:cubicBezTo>
                  <a:pt x="605" y="8"/>
                  <a:pt x="577" y="1"/>
                  <a:pt x="550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20"/>
          <p:cNvGrpSpPr/>
          <p:nvPr/>
        </p:nvGrpSpPr>
        <p:grpSpPr>
          <a:xfrm>
            <a:off x="5998770" y="1952225"/>
            <a:ext cx="1023694" cy="1557449"/>
            <a:chOff x="6946557" y="1884251"/>
            <a:chExt cx="1023694" cy="1557449"/>
          </a:xfrm>
        </p:grpSpPr>
        <p:sp>
          <p:nvSpPr>
            <p:cNvPr id="223" name="Google Shape;223;p20"/>
            <p:cNvSpPr/>
            <p:nvPr/>
          </p:nvSpPr>
          <p:spPr>
            <a:xfrm>
              <a:off x="6946557" y="1884251"/>
              <a:ext cx="1023693" cy="1067085"/>
            </a:xfrm>
            <a:custGeom>
              <a:avLst/>
              <a:gdLst/>
              <a:ahLst/>
              <a:cxnLst/>
              <a:rect l="l" t="t" r="r" b="b"/>
              <a:pathLst>
                <a:path w="4647" h="4844" extrusionOk="0">
                  <a:moveTo>
                    <a:pt x="2324" y="0"/>
                  </a:moveTo>
                  <a:cubicBezTo>
                    <a:pt x="1935" y="0"/>
                    <a:pt x="1547" y="99"/>
                    <a:pt x="1197" y="297"/>
                  </a:cubicBezTo>
                  <a:cubicBezTo>
                    <a:pt x="740" y="553"/>
                    <a:pt x="289" y="1007"/>
                    <a:pt x="157" y="1809"/>
                  </a:cubicBezTo>
                  <a:cubicBezTo>
                    <a:pt x="157" y="1809"/>
                    <a:pt x="0" y="2717"/>
                    <a:pt x="494" y="3365"/>
                  </a:cubicBezTo>
                  <a:cubicBezTo>
                    <a:pt x="875" y="3870"/>
                    <a:pt x="985" y="4265"/>
                    <a:pt x="1025" y="4584"/>
                  </a:cubicBezTo>
                  <a:cubicBezTo>
                    <a:pt x="1040" y="4730"/>
                    <a:pt x="1168" y="4844"/>
                    <a:pt x="1314" y="4844"/>
                  </a:cubicBezTo>
                  <a:lnTo>
                    <a:pt x="3332" y="4844"/>
                  </a:lnTo>
                  <a:cubicBezTo>
                    <a:pt x="3482" y="4844"/>
                    <a:pt x="3606" y="4730"/>
                    <a:pt x="3625" y="4584"/>
                  </a:cubicBezTo>
                  <a:cubicBezTo>
                    <a:pt x="3665" y="4265"/>
                    <a:pt x="3775" y="3870"/>
                    <a:pt x="4156" y="3365"/>
                  </a:cubicBezTo>
                  <a:cubicBezTo>
                    <a:pt x="4646" y="2717"/>
                    <a:pt x="4489" y="1809"/>
                    <a:pt x="4489" y="1809"/>
                  </a:cubicBezTo>
                  <a:cubicBezTo>
                    <a:pt x="4357" y="1007"/>
                    <a:pt x="3910" y="553"/>
                    <a:pt x="3453" y="297"/>
                  </a:cubicBezTo>
                  <a:cubicBezTo>
                    <a:pt x="3101" y="99"/>
                    <a:pt x="2712" y="0"/>
                    <a:pt x="2324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7219058" y="3014117"/>
              <a:ext cx="474507" cy="111467"/>
            </a:xfrm>
            <a:custGeom>
              <a:avLst/>
              <a:gdLst/>
              <a:ahLst/>
              <a:cxnLst/>
              <a:rect l="l" t="t" r="r" b="b"/>
              <a:pathLst>
                <a:path w="2154" h="506" extrusionOk="0">
                  <a:moveTo>
                    <a:pt x="99" y="0"/>
                  </a:moveTo>
                  <a:cubicBezTo>
                    <a:pt x="44" y="0"/>
                    <a:pt x="1" y="44"/>
                    <a:pt x="1" y="99"/>
                  </a:cubicBezTo>
                  <a:lnTo>
                    <a:pt x="1" y="403"/>
                  </a:lnTo>
                  <a:cubicBezTo>
                    <a:pt x="1" y="462"/>
                    <a:pt x="44" y="506"/>
                    <a:pt x="99" y="506"/>
                  </a:cubicBezTo>
                  <a:lnTo>
                    <a:pt x="2054" y="506"/>
                  </a:lnTo>
                  <a:cubicBezTo>
                    <a:pt x="2109" y="506"/>
                    <a:pt x="2153" y="462"/>
                    <a:pt x="2153" y="403"/>
                  </a:cubicBezTo>
                  <a:lnTo>
                    <a:pt x="2153" y="99"/>
                  </a:lnTo>
                  <a:cubicBezTo>
                    <a:pt x="2153" y="44"/>
                    <a:pt x="2109" y="0"/>
                    <a:pt x="2054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7294838" y="3169642"/>
              <a:ext cx="329335" cy="111687"/>
            </a:xfrm>
            <a:custGeom>
              <a:avLst/>
              <a:gdLst/>
              <a:ahLst/>
              <a:cxnLst/>
              <a:rect l="l" t="t" r="r" b="b"/>
              <a:pathLst>
                <a:path w="1495" h="507" extrusionOk="0">
                  <a:moveTo>
                    <a:pt x="103" y="1"/>
                  </a:moveTo>
                  <a:cubicBezTo>
                    <a:pt x="48" y="1"/>
                    <a:pt x="1" y="48"/>
                    <a:pt x="1" y="103"/>
                  </a:cubicBezTo>
                  <a:lnTo>
                    <a:pt x="1" y="407"/>
                  </a:lnTo>
                  <a:cubicBezTo>
                    <a:pt x="1" y="462"/>
                    <a:pt x="48" y="506"/>
                    <a:pt x="103" y="506"/>
                  </a:cubicBezTo>
                  <a:lnTo>
                    <a:pt x="1392" y="506"/>
                  </a:lnTo>
                  <a:cubicBezTo>
                    <a:pt x="1447" y="506"/>
                    <a:pt x="1494" y="462"/>
                    <a:pt x="1494" y="407"/>
                  </a:cubicBezTo>
                  <a:lnTo>
                    <a:pt x="1494" y="103"/>
                  </a:lnTo>
                  <a:cubicBezTo>
                    <a:pt x="1494" y="48"/>
                    <a:pt x="1447" y="1"/>
                    <a:pt x="1392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7370619" y="3330233"/>
              <a:ext cx="171166" cy="111467"/>
            </a:xfrm>
            <a:custGeom>
              <a:avLst/>
              <a:gdLst/>
              <a:ahLst/>
              <a:cxnLst/>
              <a:rect l="l" t="t" r="r" b="b"/>
              <a:pathLst>
                <a:path w="777" h="506" extrusionOk="0">
                  <a:moveTo>
                    <a:pt x="100" y="0"/>
                  </a:moveTo>
                  <a:cubicBezTo>
                    <a:pt x="45" y="0"/>
                    <a:pt x="1" y="44"/>
                    <a:pt x="1" y="99"/>
                  </a:cubicBezTo>
                  <a:lnTo>
                    <a:pt x="1" y="407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678" y="506"/>
                  </a:lnTo>
                  <a:cubicBezTo>
                    <a:pt x="733" y="506"/>
                    <a:pt x="777" y="462"/>
                    <a:pt x="777" y="407"/>
                  </a:cubicBezTo>
                  <a:lnTo>
                    <a:pt x="777" y="99"/>
                  </a:lnTo>
                  <a:cubicBezTo>
                    <a:pt x="777" y="44"/>
                    <a:pt x="733" y="0"/>
                    <a:pt x="678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7157817" y="1888877"/>
              <a:ext cx="812434" cy="1062459"/>
            </a:xfrm>
            <a:custGeom>
              <a:avLst/>
              <a:gdLst/>
              <a:ahLst/>
              <a:cxnLst/>
              <a:rect l="l" t="t" r="r" b="b"/>
              <a:pathLst>
                <a:path w="3688" h="4823" extrusionOk="0">
                  <a:moveTo>
                    <a:pt x="1677" y="1"/>
                  </a:moveTo>
                  <a:lnTo>
                    <a:pt x="1677" y="1"/>
                  </a:lnTo>
                  <a:cubicBezTo>
                    <a:pt x="2428" y="671"/>
                    <a:pt x="2688" y="1736"/>
                    <a:pt x="2329" y="2677"/>
                  </a:cubicBezTo>
                  <a:cubicBezTo>
                    <a:pt x="1970" y="3622"/>
                    <a:pt x="1066" y="4244"/>
                    <a:pt x="59" y="4244"/>
                  </a:cubicBezTo>
                  <a:lnTo>
                    <a:pt x="0" y="4244"/>
                  </a:lnTo>
                  <a:cubicBezTo>
                    <a:pt x="30" y="4347"/>
                    <a:pt x="52" y="4457"/>
                    <a:pt x="66" y="4563"/>
                  </a:cubicBezTo>
                  <a:cubicBezTo>
                    <a:pt x="81" y="4709"/>
                    <a:pt x="209" y="4823"/>
                    <a:pt x="355" y="4823"/>
                  </a:cubicBezTo>
                  <a:lnTo>
                    <a:pt x="2373" y="4823"/>
                  </a:lnTo>
                  <a:cubicBezTo>
                    <a:pt x="2523" y="4823"/>
                    <a:pt x="2647" y="4709"/>
                    <a:pt x="2666" y="4563"/>
                  </a:cubicBezTo>
                  <a:cubicBezTo>
                    <a:pt x="2706" y="4244"/>
                    <a:pt x="2812" y="3849"/>
                    <a:pt x="3197" y="3347"/>
                  </a:cubicBezTo>
                  <a:cubicBezTo>
                    <a:pt x="3687" y="2696"/>
                    <a:pt x="3530" y="1791"/>
                    <a:pt x="3530" y="1791"/>
                  </a:cubicBezTo>
                  <a:cubicBezTo>
                    <a:pt x="3398" y="986"/>
                    <a:pt x="2951" y="532"/>
                    <a:pt x="2494" y="276"/>
                  </a:cubicBezTo>
                  <a:cubicBezTo>
                    <a:pt x="2241" y="133"/>
                    <a:pt x="1963" y="41"/>
                    <a:pt x="1677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1852941" y="1659457"/>
            <a:ext cx="5438117" cy="1824586"/>
            <a:chOff x="2801200" y="3469575"/>
            <a:chExt cx="1033450" cy="336100"/>
          </a:xfrm>
        </p:grpSpPr>
        <p:sp>
          <p:nvSpPr>
            <p:cNvPr id="231" name="Google Shape;231;p20"/>
            <p:cNvSpPr/>
            <p:nvPr/>
          </p:nvSpPr>
          <p:spPr>
            <a:xfrm>
              <a:off x="3130300" y="3469575"/>
              <a:ext cx="371375" cy="336100"/>
            </a:xfrm>
            <a:custGeom>
              <a:avLst/>
              <a:gdLst/>
              <a:ahLst/>
              <a:cxnLst/>
              <a:rect l="l" t="t" r="r" b="b"/>
              <a:pathLst>
                <a:path w="14855" h="13444" extrusionOk="0">
                  <a:moveTo>
                    <a:pt x="7384" y="0"/>
                  </a:moveTo>
                  <a:cubicBezTo>
                    <a:pt x="6451" y="0"/>
                    <a:pt x="5518" y="227"/>
                    <a:pt x="4668" y="682"/>
                  </a:cubicBezTo>
                  <a:cubicBezTo>
                    <a:pt x="3165" y="1485"/>
                    <a:pt x="2219" y="2828"/>
                    <a:pt x="1938" y="4556"/>
                  </a:cubicBezTo>
                  <a:cubicBezTo>
                    <a:pt x="1922" y="4649"/>
                    <a:pt x="1553" y="6862"/>
                    <a:pt x="2797" y="8496"/>
                  </a:cubicBezTo>
                  <a:cubicBezTo>
                    <a:pt x="3870" y="9911"/>
                    <a:pt x="3930" y="10901"/>
                    <a:pt x="3969" y="11622"/>
                  </a:cubicBezTo>
                  <a:cubicBezTo>
                    <a:pt x="3963" y="12112"/>
                    <a:pt x="3567" y="12503"/>
                    <a:pt x="3044" y="12503"/>
                  </a:cubicBezTo>
                  <a:lnTo>
                    <a:pt x="1" y="12503"/>
                  </a:lnTo>
                  <a:lnTo>
                    <a:pt x="1" y="13444"/>
                  </a:lnTo>
                  <a:lnTo>
                    <a:pt x="3044" y="13444"/>
                  </a:lnTo>
                  <a:cubicBezTo>
                    <a:pt x="4085" y="13444"/>
                    <a:pt x="4910" y="12624"/>
                    <a:pt x="4910" y="11611"/>
                  </a:cubicBezTo>
                  <a:lnTo>
                    <a:pt x="4910" y="11589"/>
                  </a:lnTo>
                  <a:cubicBezTo>
                    <a:pt x="4866" y="10835"/>
                    <a:pt x="4794" y="9586"/>
                    <a:pt x="3545" y="7935"/>
                  </a:cubicBezTo>
                  <a:cubicBezTo>
                    <a:pt x="2555" y="6625"/>
                    <a:pt x="2857" y="4738"/>
                    <a:pt x="2863" y="4716"/>
                  </a:cubicBezTo>
                  <a:cubicBezTo>
                    <a:pt x="3099" y="3257"/>
                    <a:pt x="3859" y="2178"/>
                    <a:pt x="5108" y="1513"/>
                  </a:cubicBezTo>
                  <a:cubicBezTo>
                    <a:pt x="5821" y="1130"/>
                    <a:pt x="6602" y="939"/>
                    <a:pt x="7383" y="939"/>
                  </a:cubicBezTo>
                  <a:cubicBezTo>
                    <a:pt x="8164" y="939"/>
                    <a:pt x="8944" y="1130"/>
                    <a:pt x="9654" y="1513"/>
                  </a:cubicBezTo>
                  <a:cubicBezTo>
                    <a:pt x="10909" y="2178"/>
                    <a:pt x="11668" y="3257"/>
                    <a:pt x="11905" y="4716"/>
                  </a:cubicBezTo>
                  <a:cubicBezTo>
                    <a:pt x="11905" y="4738"/>
                    <a:pt x="12213" y="6625"/>
                    <a:pt x="11223" y="7935"/>
                  </a:cubicBezTo>
                  <a:cubicBezTo>
                    <a:pt x="9973" y="9586"/>
                    <a:pt x="9902" y="10841"/>
                    <a:pt x="9858" y="11589"/>
                  </a:cubicBezTo>
                  <a:lnTo>
                    <a:pt x="9858" y="11611"/>
                  </a:lnTo>
                  <a:cubicBezTo>
                    <a:pt x="9858" y="12624"/>
                    <a:pt x="10678" y="13444"/>
                    <a:pt x="11723" y="13444"/>
                  </a:cubicBezTo>
                  <a:lnTo>
                    <a:pt x="14855" y="13444"/>
                  </a:lnTo>
                  <a:lnTo>
                    <a:pt x="14855" y="12503"/>
                  </a:lnTo>
                  <a:lnTo>
                    <a:pt x="11723" y="12503"/>
                  </a:lnTo>
                  <a:lnTo>
                    <a:pt x="11723" y="12508"/>
                  </a:lnTo>
                  <a:cubicBezTo>
                    <a:pt x="11200" y="12508"/>
                    <a:pt x="10804" y="12112"/>
                    <a:pt x="10799" y="11628"/>
                  </a:cubicBezTo>
                  <a:cubicBezTo>
                    <a:pt x="10837" y="10901"/>
                    <a:pt x="10898" y="9916"/>
                    <a:pt x="11971" y="8502"/>
                  </a:cubicBezTo>
                  <a:cubicBezTo>
                    <a:pt x="13209" y="6862"/>
                    <a:pt x="12846" y="4649"/>
                    <a:pt x="12830" y="4561"/>
                  </a:cubicBezTo>
                  <a:cubicBezTo>
                    <a:pt x="12549" y="2828"/>
                    <a:pt x="11602" y="1485"/>
                    <a:pt x="10100" y="682"/>
                  </a:cubicBezTo>
                  <a:cubicBezTo>
                    <a:pt x="9250" y="227"/>
                    <a:pt x="8317" y="0"/>
                    <a:pt x="7384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801200" y="3469575"/>
              <a:ext cx="329275" cy="336100"/>
            </a:xfrm>
            <a:custGeom>
              <a:avLst/>
              <a:gdLst/>
              <a:ahLst/>
              <a:cxnLst/>
              <a:rect l="l" t="t" r="r" b="b"/>
              <a:pathLst>
                <a:path w="13171" h="13444" extrusionOk="0">
                  <a:moveTo>
                    <a:pt x="5832" y="0"/>
                  </a:moveTo>
                  <a:cubicBezTo>
                    <a:pt x="4899" y="0"/>
                    <a:pt x="3966" y="227"/>
                    <a:pt x="3116" y="682"/>
                  </a:cubicBezTo>
                  <a:cubicBezTo>
                    <a:pt x="1613" y="1485"/>
                    <a:pt x="667" y="2828"/>
                    <a:pt x="386" y="4556"/>
                  </a:cubicBezTo>
                  <a:cubicBezTo>
                    <a:pt x="369" y="4649"/>
                    <a:pt x="1" y="6862"/>
                    <a:pt x="1245" y="8496"/>
                  </a:cubicBezTo>
                  <a:cubicBezTo>
                    <a:pt x="2318" y="9916"/>
                    <a:pt x="2378" y="10901"/>
                    <a:pt x="2417" y="11628"/>
                  </a:cubicBezTo>
                  <a:lnTo>
                    <a:pt x="2417" y="12646"/>
                  </a:lnTo>
                  <a:cubicBezTo>
                    <a:pt x="2417" y="12828"/>
                    <a:pt x="2565" y="12976"/>
                    <a:pt x="2747" y="12976"/>
                  </a:cubicBezTo>
                  <a:lnTo>
                    <a:pt x="3028" y="12976"/>
                  </a:lnTo>
                  <a:cubicBezTo>
                    <a:pt x="3209" y="12976"/>
                    <a:pt x="3352" y="12828"/>
                    <a:pt x="3352" y="12646"/>
                  </a:cubicBezTo>
                  <a:lnTo>
                    <a:pt x="3352" y="11611"/>
                  </a:lnTo>
                  <a:lnTo>
                    <a:pt x="3352" y="11589"/>
                  </a:lnTo>
                  <a:cubicBezTo>
                    <a:pt x="3314" y="10835"/>
                    <a:pt x="3242" y="9586"/>
                    <a:pt x="1993" y="7935"/>
                  </a:cubicBezTo>
                  <a:cubicBezTo>
                    <a:pt x="1002" y="6625"/>
                    <a:pt x="1305" y="4738"/>
                    <a:pt x="1311" y="4716"/>
                  </a:cubicBezTo>
                  <a:cubicBezTo>
                    <a:pt x="1547" y="3257"/>
                    <a:pt x="2307" y="2178"/>
                    <a:pt x="3556" y="1507"/>
                  </a:cubicBezTo>
                  <a:cubicBezTo>
                    <a:pt x="4269" y="1127"/>
                    <a:pt x="5049" y="937"/>
                    <a:pt x="5829" y="937"/>
                  </a:cubicBezTo>
                  <a:cubicBezTo>
                    <a:pt x="6609" y="937"/>
                    <a:pt x="7389" y="1127"/>
                    <a:pt x="8102" y="1507"/>
                  </a:cubicBezTo>
                  <a:cubicBezTo>
                    <a:pt x="9357" y="2178"/>
                    <a:pt x="10111" y="3257"/>
                    <a:pt x="10353" y="4721"/>
                  </a:cubicBezTo>
                  <a:cubicBezTo>
                    <a:pt x="10353" y="4738"/>
                    <a:pt x="10666" y="6614"/>
                    <a:pt x="9670" y="7935"/>
                  </a:cubicBezTo>
                  <a:cubicBezTo>
                    <a:pt x="8415" y="9586"/>
                    <a:pt x="8349" y="10841"/>
                    <a:pt x="8305" y="11589"/>
                  </a:cubicBezTo>
                  <a:lnTo>
                    <a:pt x="8305" y="11611"/>
                  </a:lnTo>
                  <a:cubicBezTo>
                    <a:pt x="8305" y="12624"/>
                    <a:pt x="9125" y="13444"/>
                    <a:pt x="10171" y="13444"/>
                  </a:cubicBezTo>
                  <a:lnTo>
                    <a:pt x="13170" y="13444"/>
                  </a:lnTo>
                  <a:lnTo>
                    <a:pt x="13170" y="12503"/>
                  </a:lnTo>
                  <a:lnTo>
                    <a:pt x="10171" y="12503"/>
                  </a:lnTo>
                  <a:lnTo>
                    <a:pt x="10171" y="12508"/>
                  </a:lnTo>
                  <a:cubicBezTo>
                    <a:pt x="9648" y="12508"/>
                    <a:pt x="9252" y="12112"/>
                    <a:pt x="9247" y="11628"/>
                  </a:cubicBezTo>
                  <a:cubicBezTo>
                    <a:pt x="9285" y="10901"/>
                    <a:pt x="9346" y="9916"/>
                    <a:pt x="10419" y="8502"/>
                  </a:cubicBezTo>
                  <a:cubicBezTo>
                    <a:pt x="11657" y="6862"/>
                    <a:pt x="11294" y="4649"/>
                    <a:pt x="11277" y="4561"/>
                  </a:cubicBezTo>
                  <a:cubicBezTo>
                    <a:pt x="10991" y="2828"/>
                    <a:pt x="10050" y="1485"/>
                    <a:pt x="8548" y="682"/>
                  </a:cubicBezTo>
                  <a:cubicBezTo>
                    <a:pt x="7697" y="227"/>
                    <a:pt x="6764" y="0"/>
                    <a:pt x="5832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501675" y="3469700"/>
              <a:ext cx="332975" cy="335975"/>
            </a:xfrm>
            <a:custGeom>
              <a:avLst/>
              <a:gdLst/>
              <a:ahLst/>
              <a:cxnLst/>
              <a:rect l="l" t="t" r="r" b="b"/>
              <a:pathLst>
                <a:path w="13319" h="13439" extrusionOk="0">
                  <a:moveTo>
                    <a:pt x="7494" y="1"/>
                  </a:moveTo>
                  <a:cubicBezTo>
                    <a:pt x="6588" y="1"/>
                    <a:pt x="5683" y="211"/>
                    <a:pt x="4860" y="632"/>
                  </a:cubicBezTo>
                  <a:cubicBezTo>
                    <a:pt x="3308" y="1430"/>
                    <a:pt x="2334" y="2790"/>
                    <a:pt x="2048" y="4551"/>
                  </a:cubicBezTo>
                  <a:cubicBezTo>
                    <a:pt x="2031" y="4644"/>
                    <a:pt x="1663" y="6857"/>
                    <a:pt x="2906" y="8497"/>
                  </a:cubicBezTo>
                  <a:cubicBezTo>
                    <a:pt x="3974" y="9911"/>
                    <a:pt x="4040" y="10896"/>
                    <a:pt x="4079" y="11623"/>
                  </a:cubicBezTo>
                  <a:cubicBezTo>
                    <a:pt x="4073" y="12107"/>
                    <a:pt x="3677" y="12503"/>
                    <a:pt x="3082" y="12503"/>
                  </a:cubicBezTo>
                  <a:lnTo>
                    <a:pt x="1" y="12503"/>
                  </a:lnTo>
                  <a:lnTo>
                    <a:pt x="1" y="13439"/>
                  </a:lnTo>
                  <a:lnTo>
                    <a:pt x="3082" y="13439"/>
                  </a:lnTo>
                  <a:cubicBezTo>
                    <a:pt x="4194" y="13439"/>
                    <a:pt x="5014" y="12619"/>
                    <a:pt x="5014" y="11606"/>
                  </a:cubicBezTo>
                  <a:lnTo>
                    <a:pt x="5014" y="11584"/>
                  </a:lnTo>
                  <a:cubicBezTo>
                    <a:pt x="4976" y="10836"/>
                    <a:pt x="4904" y="9581"/>
                    <a:pt x="3655" y="7930"/>
                  </a:cubicBezTo>
                  <a:cubicBezTo>
                    <a:pt x="2664" y="6620"/>
                    <a:pt x="2967" y="4733"/>
                    <a:pt x="2972" y="4711"/>
                  </a:cubicBezTo>
                  <a:cubicBezTo>
                    <a:pt x="3209" y="3252"/>
                    <a:pt x="3963" y="2173"/>
                    <a:pt x="5218" y="1508"/>
                  </a:cubicBezTo>
                  <a:cubicBezTo>
                    <a:pt x="5931" y="1125"/>
                    <a:pt x="6711" y="934"/>
                    <a:pt x="7491" y="934"/>
                  </a:cubicBezTo>
                  <a:cubicBezTo>
                    <a:pt x="8271" y="934"/>
                    <a:pt x="9051" y="1125"/>
                    <a:pt x="9764" y="1508"/>
                  </a:cubicBezTo>
                  <a:cubicBezTo>
                    <a:pt x="11018" y="2173"/>
                    <a:pt x="11772" y="3252"/>
                    <a:pt x="12015" y="4711"/>
                  </a:cubicBezTo>
                  <a:cubicBezTo>
                    <a:pt x="12015" y="4733"/>
                    <a:pt x="12323" y="6620"/>
                    <a:pt x="11332" y="7930"/>
                  </a:cubicBezTo>
                  <a:cubicBezTo>
                    <a:pt x="10077" y="9581"/>
                    <a:pt x="10011" y="10836"/>
                    <a:pt x="9967" y="11584"/>
                  </a:cubicBezTo>
                  <a:lnTo>
                    <a:pt x="9967" y="12641"/>
                  </a:lnTo>
                  <a:cubicBezTo>
                    <a:pt x="9967" y="12823"/>
                    <a:pt x="10116" y="12971"/>
                    <a:pt x="10298" y="12971"/>
                  </a:cubicBezTo>
                  <a:lnTo>
                    <a:pt x="10578" y="12971"/>
                  </a:lnTo>
                  <a:cubicBezTo>
                    <a:pt x="10760" y="12971"/>
                    <a:pt x="10908" y="12823"/>
                    <a:pt x="10908" y="12641"/>
                  </a:cubicBezTo>
                  <a:lnTo>
                    <a:pt x="10908" y="11623"/>
                  </a:lnTo>
                  <a:cubicBezTo>
                    <a:pt x="10947" y="10896"/>
                    <a:pt x="11007" y="9911"/>
                    <a:pt x="12081" y="8497"/>
                  </a:cubicBezTo>
                  <a:cubicBezTo>
                    <a:pt x="13319" y="6857"/>
                    <a:pt x="12956" y="4644"/>
                    <a:pt x="12939" y="4556"/>
                  </a:cubicBezTo>
                  <a:cubicBezTo>
                    <a:pt x="12647" y="2790"/>
                    <a:pt x="11673" y="1430"/>
                    <a:pt x="10127" y="632"/>
                  </a:cubicBezTo>
                  <a:cubicBezTo>
                    <a:pt x="9304" y="211"/>
                    <a:pt x="8399" y="1"/>
                    <a:pt x="749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67687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630BAC3-92DE-4739-8E5E-79212BF0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92" y="724842"/>
            <a:ext cx="5852015" cy="41868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2160656-C104-4202-8C6C-F50FCF734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98" b="97605" l="9967" r="89701">
                        <a14:foregroundMark x1="47841" y1="91018" x2="49834" y2="92814"/>
                        <a14:foregroundMark x1="49834" y1="97605" x2="49834" y2="97605"/>
                        <a14:foregroundMark x1="44186" y1="7186" x2="44186" y2="7186"/>
                        <a14:foregroundMark x1="52824" y1="2395" x2="58140" y2="7784"/>
                        <a14:foregroundMark x1="46512" y1="2994" x2="47508" y2="11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3393" y="160132"/>
            <a:ext cx="2867025" cy="1590675"/>
          </a:xfrm>
          <a:prstGeom prst="rect">
            <a:avLst/>
          </a:prstGeom>
        </p:spPr>
      </p:pic>
      <p:sp>
        <p:nvSpPr>
          <p:cNvPr id="6" name="Google Shape;164;p20">
            <a:extLst>
              <a:ext uri="{FF2B5EF4-FFF2-40B4-BE49-F238E27FC236}">
                <a16:creationId xmlns:a16="http://schemas.microsoft.com/office/drawing/2014/main" id="{0ED3ECBD-83A3-4742-9AF4-B7B74C58B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499" y="160132"/>
            <a:ext cx="34290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Iluminaci</a:t>
            </a:r>
            <a:r>
              <a:rPr lang="es-AR" dirty="0" err="1"/>
              <a:t>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813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3E458-8D62-497B-A542-179EC2FF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Escena</a:t>
            </a:r>
            <a:r>
              <a:rPr lang="en-US" dirty="0"/>
              <a:t> B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576BFF-BCAC-4790-8A49-04B006DD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41" y="1158800"/>
            <a:ext cx="5007496" cy="34480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2DA8BA-88AD-450B-9823-B82CD7BAD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98" b="97605" l="9967" r="89701">
                        <a14:foregroundMark x1="47841" y1="91018" x2="49834" y2="92814"/>
                        <a14:foregroundMark x1="49834" y1="97605" x2="49834" y2="97605"/>
                        <a14:foregroundMark x1="44186" y1="7186" x2="44186" y2="7186"/>
                        <a14:foregroundMark x1="52824" y1="2395" x2="58140" y2="7784"/>
                        <a14:foregroundMark x1="46512" y1="2994" x2="47508" y2="11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4099" y="536650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9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57;p21">
            <a:extLst>
              <a:ext uri="{FF2B5EF4-FFF2-40B4-BE49-F238E27FC236}">
                <a16:creationId xmlns:a16="http://schemas.microsoft.com/office/drawing/2014/main" id="{B12F5B3F-BBC9-47EE-95BF-B5C58802C561}"/>
              </a:ext>
            </a:extLst>
          </p:cNvPr>
          <p:cNvGrpSpPr/>
          <p:nvPr/>
        </p:nvGrpSpPr>
        <p:grpSpPr>
          <a:xfrm rot="643506">
            <a:off x="6957536" y="2199321"/>
            <a:ext cx="1678889" cy="2354112"/>
            <a:chOff x="3884136" y="1881821"/>
            <a:chExt cx="1678889" cy="2354112"/>
          </a:xfrm>
        </p:grpSpPr>
        <p:sp>
          <p:nvSpPr>
            <p:cNvPr id="5" name="Google Shape;458;p21">
              <a:extLst>
                <a:ext uri="{FF2B5EF4-FFF2-40B4-BE49-F238E27FC236}">
                  <a16:creationId xmlns:a16="http://schemas.microsoft.com/office/drawing/2014/main" id="{A63AA421-9FB8-4368-929A-163E4A5B436E}"/>
                </a:ext>
              </a:extLst>
            </p:cNvPr>
            <p:cNvSpPr/>
            <p:nvPr/>
          </p:nvSpPr>
          <p:spPr>
            <a:xfrm>
              <a:off x="3884136" y="1931663"/>
              <a:ext cx="1678889" cy="1846352"/>
            </a:xfrm>
            <a:custGeom>
              <a:avLst/>
              <a:gdLst/>
              <a:ahLst/>
              <a:cxnLst/>
              <a:rect l="l" t="t" r="r" b="b"/>
              <a:pathLst>
                <a:path w="42207" h="46417" extrusionOk="0">
                  <a:moveTo>
                    <a:pt x="21103" y="0"/>
                  </a:moveTo>
                  <a:cubicBezTo>
                    <a:pt x="8973" y="0"/>
                    <a:pt x="0" y="8839"/>
                    <a:pt x="4779" y="23158"/>
                  </a:cubicBezTo>
                  <a:cubicBezTo>
                    <a:pt x="6684" y="28889"/>
                    <a:pt x="10878" y="31914"/>
                    <a:pt x="11713" y="37678"/>
                  </a:cubicBezTo>
                  <a:cubicBezTo>
                    <a:pt x="11813" y="38380"/>
                    <a:pt x="11830" y="39583"/>
                    <a:pt x="12014" y="40669"/>
                  </a:cubicBezTo>
                  <a:cubicBezTo>
                    <a:pt x="12699" y="44846"/>
                    <a:pt x="29725" y="46417"/>
                    <a:pt x="30326" y="39566"/>
                  </a:cubicBezTo>
                  <a:cubicBezTo>
                    <a:pt x="30393" y="38848"/>
                    <a:pt x="30427" y="38146"/>
                    <a:pt x="30493" y="37678"/>
                  </a:cubicBezTo>
                  <a:cubicBezTo>
                    <a:pt x="31312" y="31914"/>
                    <a:pt x="35506" y="28889"/>
                    <a:pt x="37427" y="23158"/>
                  </a:cubicBezTo>
                  <a:cubicBezTo>
                    <a:pt x="42206" y="8839"/>
                    <a:pt x="33234" y="0"/>
                    <a:pt x="21103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59;p21">
              <a:extLst>
                <a:ext uri="{FF2B5EF4-FFF2-40B4-BE49-F238E27FC236}">
                  <a16:creationId xmlns:a16="http://schemas.microsoft.com/office/drawing/2014/main" id="{AD8E8BDC-7E43-42D7-AE32-DF618105DD21}"/>
                </a:ext>
              </a:extLst>
            </p:cNvPr>
            <p:cNvSpPr/>
            <p:nvPr/>
          </p:nvSpPr>
          <p:spPr>
            <a:xfrm>
              <a:off x="3913373" y="1881821"/>
              <a:ext cx="1426978" cy="2354112"/>
            </a:xfrm>
            <a:custGeom>
              <a:avLst/>
              <a:gdLst/>
              <a:ahLst/>
              <a:cxnLst/>
              <a:rect l="l" t="t" r="r" b="b"/>
              <a:pathLst>
                <a:path w="35874" h="59182" extrusionOk="0">
                  <a:moveTo>
                    <a:pt x="14838" y="19365"/>
                  </a:moveTo>
                  <a:cubicBezTo>
                    <a:pt x="14921" y="18931"/>
                    <a:pt x="14854" y="18664"/>
                    <a:pt x="14721" y="18530"/>
                  </a:cubicBezTo>
                  <a:cubicBezTo>
                    <a:pt x="14637" y="18430"/>
                    <a:pt x="14503" y="18396"/>
                    <a:pt x="14403" y="18446"/>
                  </a:cubicBezTo>
                  <a:cubicBezTo>
                    <a:pt x="14303" y="18480"/>
                    <a:pt x="14236" y="18563"/>
                    <a:pt x="14253" y="18680"/>
                  </a:cubicBezTo>
                  <a:cubicBezTo>
                    <a:pt x="14270" y="18864"/>
                    <a:pt x="14437" y="19098"/>
                    <a:pt x="14838" y="19365"/>
                  </a:cubicBezTo>
                  <a:close/>
                  <a:moveTo>
                    <a:pt x="17929" y="20251"/>
                  </a:moveTo>
                  <a:cubicBezTo>
                    <a:pt x="17929" y="20251"/>
                    <a:pt x="16241" y="20318"/>
                    <a:pt x="15172" y="19716"/>
                  </a:cubicBezTo>
                  <a:lnTo>
                    <a:pt x="15138" y="19633"/>
                  </a:lnTo>
                  <a:cubicBezTo>
                    <a:pt x="15322" y="18948"/>
                    <a:pt x="15205" y="18530"/>
                    <a:pt x="14988" y="18296"/>
                  </a:cubicBezTo>
                  <a:cubicBezTo>
                    <a:pt x="14788" y="18062"/>
                    <a:pt x="14503" y="18012"/>
                    <a:pt x="14270" y="18112"/>
                  </a:cubicBezTo>
                  <a:cubicBezTo>
                    <a:pt x="14036" y="18196"/>
                    <a:pt x="13852" y="18413"/>
                    <a:pt x="13902" y="18731"/>
                  </a:cubicBezTo>
                  <a:cubicBezTo>
                    <a:pt x="13935" y="19015"/>
                    <a:pt x="14186" y="19399"/>
                    <a:pt x="14804" y="19766"/>
                  </a:cubicBezTo>
                  <a:lnTo>
                    <a:pt x="14821" y="19800"/>
                  </a:lnTo>
                  <a:cubicBezTo>
                    <a:pt x="14570" y="20134"/>
                    <a:pt x="13752" y="21153"/>
                    <a:pt x="12849" y="21237"/>
                  </a:cubicBezTo>
                  <a:cubicBezTo>
                    <a:pt x="12933" y="20602"/>
                    <a:pt x="12766" y="20218"/>
                    <a:pt x="12549" y="20017"/>
                  </a:cubicBezTo>
                  <a:cubicBezTo>
                    <a:pt x="12331" y="19817"/>
                    <a:pt x="12031" y="19800"/>
                    <a:pt x="11813" y="19917"/>
                  </a:cubicBezTo>
                  <a:cubicBezTo>
                    <a:pt x="11579" y="20034"/>
                    <a:pt x="11429" y="20268"/>
                    <a:pt x="11513" y="20568"/>
                  </a:cubicBezTo>
                  <a:cubicBezTo>
                    <a:pt x="11579" y="20869"/>
                    <a:pt x="11864" y="21203"/>
                    <a:pt x="12532" y="21504"/>
                  </a:cubicBezTo>
                  <a:lnTo>
                    <a:pt x="17093" y="29524"/>
                  </a:lnTo>
                  <a:cubicBezTo>
                    <a:pt x="16692" y="29725"/>
                    <a:pt x="16158" y="29975"/>
                    <a:pt x="15606" y="30126"/>
                  </a:cubicBezTo>
                  <a:cubicBezTo>
                    <a:pt x="15021" y="30293"/>
                    <a:pt x="14938" y="30644"/>
                    <a:pt x="15055" y="31078"/>
                  </a:cubicBezTo>
                  <a:cubicBezTo>
                    <a:pt x="15138" y="31379"/>
                    <a:pt x="15356" y="31696"/>
                    <a:pt x="15539" y="31997"/>
                  </a:cubicBezTo>
                  <a:cubicBezTo>
                    <a:pt x="15673" y="32198"/>
                    <a:pt x="15790" y="32381"/>
                    <a:pt x="15857" y="32532"/>
                  </a:cubicBezTo>
                  <a:cubicBezTo>
                    <a:pt x="15623" y="32766"/>
                    <a:pt x="15072" y="33551"/>
                    <a:pt x="15072" y="35239"/>
                  </a:cubicBezTo>
                  <a:lnTo>
                    <a:pt x="15072" y="44011"/>
                  </a:lnTo>
                  <a:cubicBezTo>
                    <a:pt x="14503" y="43927"/>
                    <a:pt x="13952" y="43810"/>
                    <a:pt x="13434" y="43676"/>
                  </a:cubicBezTo>
                  <a:cubicBezTo>
                    <a:pt x="11947" y="43309"/>
                    <a:pt x="10694" y="42774"/>
                    <a:pt x="9925" y="42122"/>
                  </a:cubicBezTo>
                  <a:cubicBezTo>
                    <a:pt x="9892" y="42089"/>
                    <a:pt x="9859" y="42056"/>
                    <a:pt x="9825" y="42039"/>
                  </a:cubicBezTo>
                  <a:cubicBezTo>
                    <a:pt x="9441" y="41688"/>
                    <a:pt x="9207" y="41320"/>
                    <a:pt x="9140" y="40919"/>
                  </a:cubicBezTo>
                  <a:cubicBezTo>
                    <a:pt x="9040" y="40301"/>
                    <a:pt x="8990" y="39650"/>
                    <a:pt x="8956" y="39048"/>
                  </a:cubicBezTo>
                  <a:cubicBezTo>
                    <a:pt x="8923" y="38630"/>
                    <a:pt x="8889" y="38246"/>
                    <a:pt x="8856" y="37929"/>
                  </a:cubicBezTo>
                  <a:cubicBezTo>
                    <a:pt x="8371" y="34637"/>
                    <a:pt x="6834" y="32248"/>
                    <a:pt x="5230" y="29758"/>
                  </a:cubicBezTo>
                  <a:cubicBezTo>
                    <a:pt x="3994" y="27837"/>
                    <a:pt x="2724" y="25848"/>
                    <a:pt x="1889" y="23359"/>
                  </a:cubicBezTo>
                  <a:cubicBezTo>
                    <a:pt x="1003" y="20702"/>
                    <a:pt x="602" y="18246"/>
                    <a:pt x="602" y="16007"/>
                  </a:cubicBezTo>
                  <a:cubicBezTo>
                    <a:pt x="602" y="12381"/>
                    <a:pt x="1671" y="9307"/>
                    <a:pt x="3509" y="6901"/>
                  </a:cubicBezTo>
                  <a:cubicBezTo>
                    <a:pt x="5347" y="4478"/>
                    <a:pt x="7970" y="2690"/>
                    <a:pt x="11078" y="1654"/>
                  </a:cubicBezTo>
                  <a:cubicBezTo>
                    <a:pt x="13184" y="969"/>
                    <a:pt x="15489" y="602"/>
                    <a:pt x="17945" y="602"/>
                  </a:cubicBezTo>
                  <a:cubicBezTo>
                    <a:pt x="20385" y="602"/>
                    <a:pt x="22707" y="969"/>
                    <a:pt x="24796" y="1654"/>
                  </a:cubicBezTo>
                  <a:cubicBezTo>
                    <a:pt x="27904" y="2690"/>
                    <a:pt x="30527" y="4478"/>
                    <a:pt x="32365" y="6901"/>
                  </a:cubicBezTo>
                  <a:cubicBezTo>
                    <a:pt x="34203" y="9307"/>
                    <a:pt x="35272" y="12381"/>
                    <a:pt x="35272" y="16007"/>
                  </a:cubicBezTo>
                  <a:cubicBezTo>
                    <a:pt x="35272" y="18246"/>
                    <a:pt x="34871" y="20702"/>
                    <a:pt x="33986" y="23359"/>
                  </a:cubicBezTo>
                  <a:cubicBezTo>
                    <a:pt x="33150" y="25848"/>
                    <a:pt x="31880" y="27837"/>
                    <a:pt x="30644" y="29758"/>
                  </a:cubicBezTo>
                  <a:cubicBezTo>
                    <a:pt x="29040" y="32248"/>
                    <a:pt x="27503" y="34637"/>
                    <a:pt x="27035" y="37929"/>
                  </a:cubicBezTo>
                  <a:cubicBezTo>
                    <a:pt x="26985" y="38246"/>
                    <a:pt x="26951" y="38630"/>
                    <a:pt x="26935" y="39048"/>
                  </a:cubicBezTo>
                  <a:cubicBezTo>
                    <a:pt x="26918" y="39299"/>
                    <a:pt x="26901" y="39549"/>
                    <a:pt x="26868" y="39850"/>
                  </a:cubicBezTo>
                  <a:cubicBezTo>
                    <a:pt x="26717" y="41554"/>
                    <a:pt x="25448" y="42707"/>
                    <a:pt x="23643" y="43409"/>
                  </a:cubicBezTo>
                  <a:cubicBezTo>
                    <a:pt x="22791" y="43726"/>
                    <a:pt x="21822" y="43960"/>
                    <a:pt x="20803" y="44094"/>
                  </a:cubicBezTo>
                  <a:lnTo>
                    <a:pt x="20803" y="35239"/>
                  </a:lnTo>
                  <a:cubicBezTo>
                    <a:pt x="20803" y="33534"/>
                    <a:pt x="20251" y="32766"/>
                    <a:pt x="20034" y="32515"/>
                  </a:cubicBezTo>
                  <a:cubicBezTo>
                    <a:pt x="20101" y="32381"/>
                    <a:pt x="20218" y="32198"/>
                    <a:pt x="20335" y="31997"/>
                  </a:cubicBezTo>
                  <a:cubicBezTo>
                    <a:pt x="20535" y="31696"/>
                    <a:pt x="20736" y="31362"/>
                    <a:pt x="20819" y="31061"/>
                  </a:cubicBezTo>
                  <a:cubicBezTo>
                    <a:pt x="20936" y="30644"/>
                    <a:pt x="20853" y="30293"/>
                    <a:pt x="20268" y="30126"/>
                  </a:cubicBezTo>
                  <a:cubicBezTo>
                    <a:pt x="19733" y="29975"/>
                    <a:pt x="19199" y="29725"/>
                    <a:pt x="18781" y="29524"/>
                  </a:cubicBezTo>
                  <a:lnTo>
                    <a:pt x="23359" y="21504"/>
                  </a:lnTo>
                  <a:cubicBezTo>
                    <a:pt x="24027" y="21203"/>
                    <a:pt x="24311" y="20869"/>
                    <a:pt x="24378" y="20568"/>
                  </a:cubicBezTo>
                  <a:cubicBezTo>
                    <a:pt x="24445" y="20268"/>
                    <a:pt x="24295" y="20017"/>
                    <a:pt x="24061" y="19900"/>
                  </a:cubicBezTo>
                  <a:cubicBezTo>
                    <a:pt x="23844" y="19800"/>
                    <a:pt x="23560" y="19800"/>
                    <a:pt x="23326" y="20017"/>
                  </a:cubicBezTo>
                  <a:cubicBezTo>
                    <a:pt x="23108" y="20218"/>
                    <a:pt x="22958" y="20602"/>
                    <a:pt x="23025" y="21237"/>
                  </a:cubicBezTo>
                  <a:cubicBezTo>
                    <a:pt x="22123" y="21153"/>
                    <a:pt x="21304" y="20134"/>
                    <a:pt x="21070" y="19800"/>
                  </a:cubicBezTo>
                  <a:lnTo>
                    <a:pt x="21070" y="19766"/>
                  </a:lnTo>
                  <a:cubicBezTo>
                    <a:pt x="21705" y="19399"/>
                    <a:pt x="21956" y="19015"/>
                    <a:pt x="21989" y="18731"/>
                  </a:cubicBezTo>
                  <a:cubicBezTo>
                    <a:pt x="22022" y="18413"/>
                    <a:pt x="21839" y="18196"/>
                    <a:pt x="21605" y="18096"/>
                  </a:cubicBezTo>
                  <a:cubicBezTo>
                    <a:pt x="21371" y="18012"/>
                    <a:pt x="21087" y="18062"/>
                    <a:pt x="20886" y="18296"/>
                  </a:cubicBezTo>
                  <a:cubicBezTo>
                    <a:pt x="20686" y="18513"/>
                    <a:pt x="20569" y="18948"/>
                    <a:pt x="20736" y="19633"/>
                  </a:cubicBezTo>
                  <a:lnTo>
                    <a:pt x="20702" y="19716"/>
                  </a:lnTo>
                  <a:cubicBezTo>
                    <a:pt x="19633" y="20301"/>
                    <a:pt x="17945" y="20251"/>
                    <a:pt x="17945" y="20251"/>
                  </a:cubicBezTo>
                  <a:lnTo>
                    <a:pt x="17945" y="20251"/>
                  </a:lnTo>
                  <a:lnTo>
                    <a:pt x="17945" y="20251"/>
                  </a:lnTo>
                  <a:lnTo>
                    <a:pt x="17945" y="20251"/>
                  </a:lnTo>
                  <a:lnTo>
                    <a:pt x="17929" y="20251"/>
                  </a:lnTo>
                  <a:close/>
                  <a:moveTo>
                    <a:pt x="17945" y="20485"/>
                  </a:moveTo>
                  <a:cubicBezTo>
                    <a:pt x="17862" y="20485"/>
                    <a:pt x="16408" y="20535"/>
                    <a:pt x="15305" y="20050"/>
                  </a:cubicBezTo>
                  <a:lnTo>
                    <a:pt x="17026" y="24311"/>
                  </a:lnTo>
                  <a:lnTo>
                    <a:pt x="18848" y="24311"/>
                  </a:lnTo>
                  <a:lnTo>
                    <a:pt x="20569" y="20050"/>
                  </a:lnTo>
                  <a:cubicBezTo>
                    <a:pt x="19466" y="20535"/>
                    <a:pt x="18012" y="20485"/>
                    <a:pt x="17945" y="20485"/>
                  </a:cubicBezTo>
                  <a:close/>
                  <a:moveTo>
                    <a:pt x="14921" y="20050"/>
                  </a:moveTo>
                  <a:cubicBezTo>
                    <a:pt x="14587" y="20485"/>
                    <a:pt x="13802" y="21354"/>
                    <a:pt x="12916" y="21471"/>
                  </a:cubicBezTo>
                  <a:lnTo>
                    <a:pt x="17160" y="28906"/>
                  </a:lnTo>
                  <a:lnTo>
                    <a:pt x="17160" y="25765"/>
                  </a:lnTo>
                  <a:lnTo>
                    <a:pt x="16742" y="25765"/>
                  </a:lnTo>
                  <a:cubicBezTo>
                    <a:pt x="16542" y="25765"/>
                    <a:pt x="16358" y="25681"/>
                    <a:pt x="16224" y="25548"/>
                  </a:cubicBezTo>
                  <a:lnTo>
                    <a:pt x="16224" y="25531"/>
                  </a:lnTo>
                  <a:cubicBezTo>
                    <a:pt x="16091" y="25414"/>
                    <a:pt x="16007" y="25230"/>
                    <a:pt x="16007" y="25030"/>
                  </a:cubicBezTo>
                  <a:cubicBezTo>
                    <a:pt x="16007" y="24829"/>
                    <a:pt x="16091" y="24645"/>
                    <a:pt x="16224" y="24512"/>
                  </a:cubicBezTo>
                  <a:cubicBezTo>
                    <a:pt x="16241" y="24512"/>
                    <a:pt x="16241" y="24512"/>
                    <a:pt x="16241" y="24512"/>
                  </a:cubicBezTo>
                  <a:cubicBezTo>
                    <a:pt x="16358" y="24411"/>
                    <a:pt x="16492" y="24328"/>
                    <a:pt x="16642" y="24311"/>
                  </a:cubicBezTo>
                  <a:close/>
                  <a:moveTo>
                    <a:pt x="17862" y="33100"/>
                  </a:moveTo>
                  <a:cubicBezTo>
                    <a:pt x="17795" y="33267"/>
                    <a:pt x="17728" y="33501"/>
                    <a:pt x="17661" y="33785"/>
                  </a:cubicBezTo>
                  <a:cubicBezTo>
                    <a:pt x="17595" y="34152"/>
                    <a:pt x="17544" y="34637"/>
                    <a:pt x="17544" y="35239"/>
                  </a:cubicBezTo>
                  <a:lnTo>
                    <a:pt x="17544" y="44244"/>
                  </a:lnTo>
                  <a:cubicBezTo>
                    <a:pt x="17812" y="44261"/>
                    <a:pt x="18062" y="44261"/>
                    <a:pt x="18330" y="44261"/>
                  </a:cubicBezTo>
                  <a:lnTo>
                    <a:pt x="18330" y="35239"/>
                  </a:lnTo>
                  <a:cubicBezTo>
                    <a:pt x="18330" y="34637"/>
                    <a:pt x="18280" y="34152"/>
                    <a:pt x="18213" y="33785"/>
                  </a:cubicBezTo>
                  <a:cubicBezTo>
                    <a:pt x="18146" y="33501"/>
                    <a:pt x="18079" y="33267"/>
                    <a:pt x="18012" y="33100"/>
                  </a:cubicBezTo>
                  <a:lnTo>
                    <a:pt x="17945" y="33100"/>
                  </a:lnTo>
                  <a:close/>
                  <a:moveTo>
                    <a:pt x="17194" y="44228"/>
                  </a:moveTo>
                  <a:lnTo>
                    <a:pt x="17194" y="35239"/>
                  </a:lnTo>
                  <a:cubicBezTo>
                    <a:pt x="17194" y="34604"/>
                    <a:pt x="17244" y="34119"/>
                    <a:pt x="17311" y="33718"/>
                  </a:cubicBezTo>
                  <a:cubicBezTo>
                    <a:pt x="17361" y="33467"/>
                    <a:pt x="17427" y="33250"/>
                    <a:pt x="17478" y="33083"/>
                  </a:cubicBezTo>
                  <a:cubicBezTo>
                    <a:pt x="17294" y="33066"/>
                    <a:pt x="17127" y="33050"/>
                    <a:pt x="16976" y="33033"/>
                  </a:cubicBezTo>
                  <a:cubicBezTo>
                    <a:pt x="16859" y="33217"/>
                    <a:pt x="16726" y="33501"/>
                    <a:pt x="16625" y="33902"/>
                  </a:cubicBezTo>
                  <a:cubicBezTo>
                    <a:pt x="16542" y="34253"/>
                    <a:pt x="16492" y="34687"/>
                    <a:pt x="16492" y="35239"/>
                  </a:cubicBezTo>
                  <a:cubicBezTo>
                    <a:pt x="16492" y="36893"/>
                    <a:pt x="16475" y="42707"/>
                    <a:pt x="16458" y="44178"/>
                  </a:cubicBezTo>
                  <a:cubicBezTo>
                    <a:pt x="16709" y="44194"/>
                    <a:pt x="16943" y="44211"/>
                    <a:pt x="17194" y="44228"/>
                  </a:cubicBezTo>
                  <a:close/>
                  <a:moveTo>
                    <a:pt x="16893" y="32649"/>
                  </a:moveTo>
                  <a:cubicBezTo>
                    <a:pt x="16910" y="32649"/>
                    <a:pt x="16926" y="32649"/>
                    <a:pt x="16926" y="32649"/>
                  </a:cubicBezTo>
                  <a:cubicBezTo>
                    <a:pt x="17194" y="32699"/>
                    <a:pt x="17528" y="32732"/>
                    <a:pt x="17945" y="32732"/>
                  </a:cubicBezTo>
                  <a:cubicBezTo>
                    <a:pt x="18346" y="32732"/>
                    <a:pt x="18681" y="32699"/>
                    <a:pt x="18948" y="32649"/>
                  </a:cubicBezTo>
                  <a:cubicBezTo>
                    <a:pt x="18965" y="32649"/>
                    <a:pt x="18965" y="32649"/>
                    <a:pt x="18981" y="32649"/>
                  </a:cubicBezTo>
                  <a:cubicBezTo>
                    <a:pt x="19349" y="32582"/>
                    <a:pt x="19566" y="32498"/>
                    <a:pt x="19666" y="32448"/>
                  </a:cubicBezTo>
                  <a:cubicBezTo>
                    <a:pt x="19750" y="32248"/>
                    <a:pt x="19884" y="32030"/>
                    <a:pt x="20034" y="31797"/>
                  </a:cubicBezTo>
                  <a:cubicBezTo>
                    <a:pt x="20218" y="31529"/>
                    <a:pt x="20402" y="31228"/>
                    <a:pt x="20485" y="30978"/>
                  </a:cubicBezTo>
                  <a:cubicBezTo>
                    <a:pt x="20535" y="30744"/>
                    <a:pt x="20485" y="30560"/>
                    <a:pt x="20168" y="30477"/>
                  </a:cubicBezTo>
                  <a:cubicBezTo>
                    <a:pt x="19533" y="30293"/>
                    <a:pt x="18915" y="29992"/>
                    <a:pt x="18463" y="29758"/>
                  </a:cubicBezTo>
                  <a:cubicBezTo>
                    <a:pt x="18463" y="29758"/>
                    <a:pt x="18447" y="29741"/>
                    <a:pt x="18447" y="29741"/>
                  </a:cubicBezTo>
                  <a:cubicBezTo>
                    <a:pt x="18213" y="29624"/>
                    <a:pt x="18046" y="29508"/>
                    <a:pt x="17945" y="29457"/>
                  </a:cubicBezTo>
                  <a:cubicBezTo>
                    <a:pt x="17845" y="29508"/>
                    <a:pt x="17661" y="29624"/>
                    <a:pt x="17444" y="29741"/>
                  </a:cubicBezTo>
                  <a:cubicBezTo>
                    <a:pt x="17427" y="29741"/>
                    <a:pt x="17427" y="29758"/>
                    <a:pt x="17411" y="29758"/>
                  </a:cubicBezTo>
                  <a:cubicBezTo>
                    <a:pt x="16976" y="29992"/>
                    <a:pt x="16358" y="30293"/>
                    <a:pt x="15707" y="30477"/>
                  </a:cubicBezTo>
                  <a:cubicBezTo>
                    <a:pt x="15389" y="30560"/>
                    <a:pt x="15339" y="30744"/>
                    <a:pt x="15406" y="30978"/>
                  </a:cubicBezTo>
                  <a:cubicBezTo>
                    <a:pt x="15473" y="31228"/>
                    <a:pt x="15673" y="31529"/>
                    <a:pt x="15840" y="31797"/>
                  </a:cubicBezTo>
                  <a:cubicBezTo>
                    <a:pt x="15991" y="32030"/>
                    <a:pt x="16141" y="32248"/>
                    <a:pt x="16208" y="32448"/>
                  </a:cubicBezTo>
                  <a:cubicBezTo>
                    <a:pt x="16308" y="32482"/>
                    <a:pt x="16525" y="32582"/>
                    <a:pt x="16893" y="32649"/>
                  </a:cubicBezTo>
                  <a:close/>
                  <a:moveTo>
                    <a:pt x="16108" y="44144"/>
                  </a:moveTo>
                  <a:cubicBezTo>
                    <a:pt x="16108" y="42657"/>
                    <a:pt x="16124" y="37143"/>
                    <a:pt x="16124" y="35239"/>
                  </a:cubicBezTo>
                  <a:cubicBezTo>
                    <a:pt x="16124" y="34670"/>
                    <a:pt x="16191" y="34203"/>
                    <a:pt x="16275" y="33818"/>
                  </a:cubicBezTo>
                  <a:cubicBezTo>
                    <a:pt x="16375" y="33451"/>
                    <a:pt x="16492" y="33167"/>
                    <a:pt x="16592" y="32949"/>
                  </a:cubicBezTo>
                  <a:cubicBezTo>
                    <a:pt x="16358" y="32883"/>
                    <a:pt x="16191" y="32833"/>
                    <a:pt x="16091" y="32782"/>
                  </a:cubicBezTo>
                  <a:cubicBezTo>
                    <a:pt x="15907" y="32983"/>
                    <a:pt x="15439" y="33668"/>
                    <a:pt x="15439" y="35239"/>
                  </a:cubicBezTo>
                  <a:lnTo>
                    <a:pt x="15439" y="44061"/>
                  </a:lnTo>
                  <a:cubicBezTo>
                    <a:pt x="15656" y="44094"/>
                    <a:pt x="15874" y="44127"/>
                    <a:pt x="16108" y="44144"/>
                  </a:cubicBezTo>
                  <a:close/>
                  <a:moveTo>
                    <a:pt x="12498" y="21103"/>
                  </a:moveTo>
                  <a:cubicBezTo>
                    <a:pt x="12549" y="20652"/>
                    <a:pt x="12448" y="20401"/>
                    <a:pt x="12315" y="20284"/>
                  </a:cubicBezTo>
                  <a:cubicBezTo>
                    <a:pt x="12214" y="20184"/>
                    <a:pt x="12081" y="20184"/>
                    <a:pt x="11980" y="20234"/>
                  </a:cubicBezTo>
                  <a:cubicBezTo>
                    <a:pt x="11880" y="20284"/>
                    <a:pt x="11830" y="20385"/>
                    <a:pt x="11847" y="20502"/>
                  </a:cubicBezTo>
                  <a:cubicBezTo>
                    <a:pt x="11897" y="20669"/>
                    <a:pt x="12081" y="20886"/>
                    <a:pt x="12498" y="21103"/>
                  </a:cubicBezTo>
                  <a:close/>
                  <a:moveTo>
                    <a:pt x="17511" y="29290"/>
                  </a:moveTo>
                  <a:cubicBezTo>
                    <a:pt x="17712" y="29173"/>
                    <a:pt x="17812" y="29107"/>
                    <a:pt x="17828" y="29090"/>
                  </a:cubicBezTo>
                  <a:cubicBezTo>
                    <a:pt x="17845" y="29090"/>
                    <a:pt x="17845" y="29073"/>
                    <a:pt x="17862" y="29073"/>
                  </a:cubicBezTo>
                  <a:lnTo>
                    <a:pt x="17862" y="29073"/>
                  </a:lnTo>
                  <a:lnTo>
                    <a:pt x="17862" y="29073"/>
                  </a:lnTo>
                  <a:cubicBezTo>
                    <a:pt x="17879" y="29056"/>
                    <a:pt x="17912" y="29056"/>
                    <a:pt x="17929" y="29056"/>
                  </a:cubicBezTo>
                  <a:cubicBezTo>
                    <a:pt x="17962" y="29056"/>
                    <a:pt x="17979" y="29056"/>
                    <a:pt x="18012" y="29073"/>
                  </a:cubicBezTo>
                  <a:lnTo>
                    <a:pt x="18012" y="29073"/>
                  </a:lnTo>
                  <a:lnTo>
                    <a:pt x="18012" y="29073"/>
                  </a:lnTo>
                  <a:cubicBezTo>
                    <a:pt x="18029" y="29073"/>
                    <a:pt x="18029" y="29090"/>
                    <a:pt x="18029" y="29090"/>
                  </a:cubicBezTo>
                  <a:cubicBezTo>
                    <a:pt x="18062" y="29107"/>
                    <a:pt x="18163" y="29173"/>
                    <a:pt x="18346" y="29290"/>
                  </a:cubicBezTo>
                  <a:lnTo>
                    <a:pt x="18346" y="25765"/>
                  </a:lnTo>
                  <a:lnTo>
                    <a:pt x="17511" y="25765"/>
                  </a:lnTo>
                  <a:lnTo>
                    <a:pt x="17511" y="29290"/>
                  </a:lnTo>
                  <a:close/>
                  <a:moveTo>
                    <a:pt x="20953" y="20050"/>
                  </a:moveTo>
                  <a:lnTo>
                    <a:pt x="19232" y="24311"/>
                  </a:lnTo>
                  <a:cubicBezTo>
                    <a:pt x="19399" y="24328"/>
                    <a:pt x="19533" y="24411"/>
                    <a:pt x="19650" y="24512"/>
                  </a:cubicBezTo>
                  <a:lnTo>
                    <a:pt x="19650" y="24512"/>
                  </a:lnTo>
                  <a:cubicBezTo>
                    <a:pt x="19783" y="24645"/>
                    <a:pt x="19867" y="24829"/>
                    <a:pt x="19867" y="25030"/>
                  </a:cubicBezTo>
                  <a:cubicBezTo>
                    <a:pt x="19867" y="25230"/>
                    <a:pt x="19783" y="25414"/>
                    <a:pt x="19650" y="25548"/>
                  </a:cubicBezTo>
                  <a:lnTo>
                    <a:pt x="19650" y="25548"/>
                  </a:lnTo>
                  <a:lnTo>
                    <a:pt x="19650" y="25548"/>
                  </a:lnTo>
                  <a:cubicBezTo>
                    <a:pt x="19516" y="25681"/>
                    <a:pt x="19332" y="25765"/>
                    <a:pt x="19132" y="25765"/>
                  </a:cubicBezTo>
                  <a:lnTo>
                    <a:pt x="18714" y="25765"/>
                  </a:lnTo>
                  <a:lnTo>
                    <a:pt x="18714" y="28906"/>
                  </a:lnTo>
                  <a:lnTo>
                    <a:pt x="22958" y="21471"/>
                  </a:lnTo>
                  <a:cubicBezTo>
                    <a:pt x="22072" y="21354"/>
                    <a:pt x="21287" y="20485"/>
                    <a:pt x="20953" y="20050"/>
                  </a:cubicBezTo>
                  <a:close/>
                  <a:moveTo>
                    <a:pt x="18681" y="44261"/>
                  </a:moveTo>
                  <a:cubicBezTo>
                    <a:pt x="18931" y="44244"/>
                    <a:pt x="19165" y="44244"/>
                    <a:pt x="19416" y="44228"/>
                  </a:cubicBezTo>
                  <a:cubicBezTo>
                    <a:pt x="19416" y="42858"/>
                    <a:pt x="19399" y="36909"/>
                    <a:pt x="19399" y="35239"/>
                  </a:cubicBezTo>
                  <a:cubicBezTo>
                    <a:pt x="19399" y="34687"/>
                    <a:pt x="19332" y="34253"/>
                    <a:pt x="19249" y="33902"/>
                  </a:cubicBezTo>
                  <a:cubicBezTo>
                    <a:pt x="19148" y="33501"/>
                    <a:pt x="19032" y="33217"/>
                    <a:pt x="18915" y="33033"/>
                  </a:cubicBezTo>
                  <a:cubicBezTo>
                    <a:pt x="18764" y="33050"/>
                    <a:pt x="18580" y="33066"/>
                    <a:pt x="18397" y="33083"/>
                  </a:cubicBezTo>
                  <a:cubicBezTo>
                    <a:pt x="18463" y="33250"/>
                    <a:pt x="18514" y="33467"/>
                    <a:pt x="18564" y="33718"/>
                  </a:cubicBezTo>
                  <a:cubicBezTo>
                    <a:pt x="18631" y="34119"/>
                    <a:pt x="18697" y="34604"/>
                    <a:pt x="18697" y="35239"/>
                  </a:cubicBezTo>
                  <a:lnTo>
                    <a:pt x="18697" y="44261"/>
                  </a:lnTo>
                  <a:close/>
                  <a:moveTo>
                    <a:pt x="19767" y="44211"/>
                  </a:moveTo>
                  <a:cubicBezTo>
                    <a:pt x="20001" y="44194"/>
                    <a:pt x="20218" y="44161"/>
                    <a:pt x="20435" y="44144"/>
                  </a:cubicBezTo>
                  <a:lnTo>
                    <a:pt x="20435" y="35239"/>
                  </a:lnTo>
                  <a:cubicBezTo>
                    <a:pt x="20435" y="33668"/>
                    <a:pt x="19967" y="33000"/>
                    <a:pt x="19783" y="32782"/>
                  </a:cubicBezTo>
                  <a:cubicBezTo>
                    <a:pt x="19683" y="32833"/>
                    <a:pt x="19516" y="32899"/>
                    <a:pt x="19282" y="32949"/>
                  </a:cubicBezTo>
                  <a:cubicBezTo>
                    <a:pt x="19399" y="33167"/>
                    <a:pt x="19516" y="33451"/>
                    <a:pt x="19600" y="33818"/>
                  </a:cubicBezTo>
                  <a:cubicBezTo>
                    <a:pt x="19683" y="34203"/>
                    <a:pt x="19750" y="34670"/>
                    <a:pt x="19750" y="35239"/>
                  </a:cubicBezTo>
                  <a:cubicBezTo>
                    <a:pt x="19750" y="37160"/>
                    <a:pt x="19767" y="42824"/>
                    <a:pt x="19767" y="44211"/>
                  </a:cubicBezTo>
                  <a:close/>
                  <a:moveTo>
                    <a:pt x="23560" y="20284"/>
                  </a:moveTo>
                  <a:cubicBezTo>
                    <a:pt x="23426" y="20401"/>
                    <a:pt x="23342" y="20652"/>
                    <a:pt x="23376" y="21103"/>
                  </a:cubicBezTo>
                  <a:cubicBezTo>
                    <a:pt x="23793" y="20886"/>
                    <a:pt x="23977" y="20669"/>
                    <a:pt x="24027" y="20502"/>
                  </a:cubicBezTo>
                  <a:cubicBezTo>
                    <a:pt x="24044" y="20368"/>
                    <a:pt x="23994" y="20284"/>
                    <a:pt x="23894" y="20234"/>
                  </a:cubicBezTo>
                  <a:cubicBezTo>
                    <a:pt x="23793" y="20184"/>
                    <a:pt x="23660" y="20184"/>
                    <a:pt x="23560" y="20284"/>
                  </a:cubicBezTo>
                  <a:close/>
                  <a:moveTo>
                    <a:pt x="21153" y="18530"/>
                  </a:moveTo>
                  <a:cubicBezTo>
                    <a:pt x="21020" y="18664"/>
                    <a:pt x="20953" y="18931"/>
                    <a:pt x="21037" y="19365"/>
                  </a:cubicBezTo>
                  <a:cubicBezTo>
                    <a:pt x="21438" y="19098"/>
                    <a:pt x="21605" y="18864"/>
                    <a:pt x="21621" y="18680"/>
                  </a:cubicBezTo>
                  <a:cubicBezTo>
                    <a:pt x="21638" y="18563"/>
                    <a:pt x="21571" y="18480"/>
                    <a:pt x="21471" y="18446"/>
                  </a:cubicBezTo>
                  <a:cubicBezTo>
                    <a:pt x="21371" y="18396"/>
                    <a:pt x="21237" y="18430"/>
                    <a:pt x="21153" y="18530"/>
                  </a:cubicBezTo>
                  <a:close/>
                  <a:moveTo>
                    <a:pt x="16742" y="25414"/>
                  </a:moveTo>
                  <a:lnTo>
                    <a:pt x="17344" y="25414"/>
                  </a:lnTo>
                  <a:lnTo>
                    <a:pt x="18530" y="25414"/>
                  </a:lnTo>
                  <a:lnTo>
                    <a:pt x="19132" y="25414"/>
                  </a:lnTo>
                  <a:cubicBezTo>
                    <a:pt x="19232" y="25414"/>
                    <a:pt x="19316" y="25364"/>
                    <a:pt x="19382" y="25297"/>
                  </a:cubicBezTo>
                  <a:lnTo>
                    <a:pt x="19382" y="25297"/>
                  </a:lnTo>
                  <a:cubicBezTo>
                    <a:pt x="19449" y="25230"/>
                    <a:pt x="19499" y="25147"/>
                    <a:pt x="19499" y="25030"/>
                  </a:cubicBezTo>
                  <a:cubicBezTo>
                    <a:pt x="19499" y="24929"/>
                    <a:pt x="19449" y="24846"/>
                    <a:pt x="19382" y="24779"/>
                  </a:cubicBezTo>
                  <a:lnTo>
                    <a:pt x="19382" y="24779"/>
                  </a:lnTo>
                  <a:lnTo>
                    <a:pt x="19382" y="24779"/>
                  </a:lnTo>
                  <a:cubicBezTo>
                    <a:pt x="19316" y="24712"/>
                    <a:pt x="19232" y="24662"/>
                    <a:pt x="19132" y="24662"/>
                  </a:cubicBezTo>
                  <a:lnTo>
                    <a:pt x="16742" y="24662"/>
                  </a:lnTo>
                  <a:cubicBezTo>
                    <a:pt x="16642" y="24662"/>
                    <a:pt x="16559" y="24712"/>
                    <a:pt x="16492" y="24762"/>
                  </a:cubicBezTo>
                  <a:lnTo>
                    <a:pt x="16492" y="24779"/>
                  </a:lnTo>
                  <a:cubicBezTo>
                    <a:pt x="16425" y="24846"/>
                    <a:pt x="16375" y="24929"/>
                    <a:pt x="16375" y="25030"/>
                  </a:cubicBezTo>
                  <a:cubicBezTo>
                    <a:pt x="16375" y="25130"/>
                    <a:pt x="16408" y="25230"/>
                    <a:pt x="16475" y="25297"/>
                  </a:cubicBezTo>
                  <a:lnTo>
                    <a:pt x="16492" y="25297"/>
                  </a:lnTo>
                  <a:cubicBezTo>
                    <a:pt x="16559" y="25364"/>
                    <a:pt x="16642" y="25414"/>
                    <a:pt x="16742" y="25414"/>
                  </a:cubicBezTo>
                  <a:close/>
                  <a:moveTo>
                    <a:pt x="25682" y="53351"/>
                  </a:moveTo>
                  <a:cubicBezTo>
                    <a:pt x="24128" y="54671"/>
                    <a:pt x="18915" y="58213"/>
                    <a:pt x="10644" y="54854"/>
                  </a:cubicBezTo>
                  <a:cubicBezTo>
                    <a:pt x="11412" y="56525"/>
                    <a:pt x="13284" y="58580"/>
                    <a:pt x="17945" y="58580"/>
                  </a:cubicBezTo>
                  <a:cubicBezTo>
                    <a:pt x="24228" y="58580"/>
                    <a:pt x="25448" y="54821"/>
                    <a:pt x="25682" y="53351"/>
                  </a:cubicBezTo>
                  <a:close/>
                  <a:moveTo>
                    <a:pt x="10460" y="54386"/>
                  </a:moveTo>
                  <a:cubicBezTo>
                    <a:pt x="10260" y="53818"/>
                    <a:pt x="10176" y="53317"/>
                    <a:pt x="10143" y="53033"/>
                  </a:cubicBezTo>
                  <a:cubicBezTo>
                    <a:pt x="12081" y="53484"/>
                    <a:pt x="21287" y="55289"/>
                    <a:pt x="26032" y="50026"/>
                  </a:cubicBezTo>
                  <a:cubicBezTo>
                    <a:pt x="26316" y="50493"/>
                    <a:pt x="26868" y="51663"/>
                    <a:pt x="25849" y="52549"/>
                  </a:cubicBezTo>
                  <a:cubicBezTo>
                    <a:pt x="25782" y="52599"/>
                    <a:pt x="25748" y="52699"/>
                    <a:pt x="25748" y="52782"/>
                  </a:cubicBezTo>
                  <a:lnTo>
                    <a:pt x="25748" y="52816"/>
                  </a:lnTo>
                  <a:cubicBezTo>
                    <a:pt x="24746" y="53752"/>
                    <a:pt x="19399" y="58179"/>
                    <a:pt x="10460" y="54386"/>
                  </a:cubicBezTo>
                  <a:close/>
                  <a:moveTo>
                    <a:pt x="10109" y="52649"/>
                  </a:moveTo>
                  <a:cubicBezTo>
                    <a:pt x="10092" y="52615"/>
                    <a:pt x="10059" y="52582"/>
                    <a:pt x="10026" y="52549"/>
                  </a:cubicBezTo>
                  <a:cubicBezTo>
                    <a:pt x="8906" y="51579"/>
                    <a:pt x="9691" y="50243"/>
                    <a:pt x="9925" y="49909"/>
                  </a:cubicBezTo>
                  <a:cubicBezTo>
                    <a:pt x="17244" y="52866"/>
                    <a:pt x="24362" y="47887"/>
                    <a:pt x="25782" y="46818"/>
                  </a:cubicBezTo>
                  <a:cubicBezTo>
                    <a:pt x="26032" y="47252"/>
                    <a:pt x="26617" y="48472"/>
                    <a:pt x="25899" y="49457"/>
                  </a:cubicBezTo>
                  <a:cubicBezTo>
                    <a:pt x="25849" y="49541"/>
                    <a:pt x="25832" y="49625"/>
                    <a:pt x="25849" y="49708"/>
                  </a:cubicBezTo>
                  <a:cubicBezTo>
                    <a:pt x="21137" y="55055"/>
                    <a:pt x="11696" y="53033"/>
                    <a:pt x="10109" y="52649"/>
                  </a:cubicBezTo>
                  <a:close/>
                  <a:moveTo>
                    <a:pt x="10243" y="46366"/>
                  </a:moveTo>
                  <a:cubicBezTo>
                    <a:pt x="11463" y="46667"/>
                    <a:pt x="17411" y="47904"/>
                    <a:pt x="22189" y="44462"/>
                  </a:cubicBezTo>
                  <a:cubicBezTo>
                    <a:pt x="21087" y="44712"/>
                    <a:pt x="19884" y="44829"/>
                    <a:pt x="18664" y="44846"/>
                  </a:cubicBezTo>
                  <a:cubicBezTo>
                    <a:pt x="16809" y="44879"/>
                    <a:pt x="14921" y="44662"/>
                    <a:pt x="13284" y="44261"/>
                  </a:cubicBezTo>
                  <a:cubicBezTo>
                    <a:pt x="11880" y="43894"/>
                    <a:pt x="10644" y="43392"/>
                    <a:pt x="9792" y="42757"/>
                  </a:cubicBezTo>
                  <a:cubicBezTo>
                    <a:pt x="9541" y="43409"/>
                    <a:pt x="9140" y="44929"/>
                    <a:pt x="10193" y="46283"/>
                  </a:cubicBezTo>
                  <a:cubicBezTo>
                    <a:pt x="10209" y="46316"/>
                    <a:pt x="10226" y="46333"/>
                    <a:pt x="10243" y="46366"/>
                  </a:cubicBezTo>
                  <a:close/>
                  <a:moveTo>
                    <a:pt x="23058" y="44228"/>
                  </a:moveTo>
                  <a:cubicBezTo>
                    <a:pt x="18079" y="48388"/>
                    <a:pt x="11513" y="47051"/>
                    <a:pt x="10159" y="46717"/>
                  </a:cubicBezTo>
                  <a:cubicBezTo>
                    <a:pt x="9959" y="47035"/>
                    <a:pt x="9207" y="48388"/>
                    <a:pt x="9975" y="49457"/>
                  </a:cubicBezTo>
                  <a:cubicBezTo>
                    <a:pt x="10009" y="49491"/>
                    <a:pt x="10026" y="49524"/>
                    <a:pt x="10026" y="49558"/>
                  </a:cubicBezTo>
                  <a:cubicBezTo>
                    <a:pt x="17311" y="52515"/>
                    <a:pt x="24395" y="47419"/>
                    <a:pt x="25615" y="46483"/>
                  </a:cubicBezTo>
                  <a:cubicBezTo>
                    <a:pt x="25615" y="46417"/>
                    <a:pt x="25631" y="46350"/>
                    <a:pt x="25682" y="46283"/>
                  </a:cubicBezTo>
                  <a:cubicBezTo>
                    <a:pt x="26784" y="44863"/>
                    <a:pt x="26300" y="43259"/>
                    <a:pt x="26049" y="42674"/>
                  </a:cubicBezTo>
                  <a:cubicBezTo>
                    <a:pt x="25448" y="43208"/>
                    <a:pt x="24712" y="43626"/>
                    <a:pt x="23860" y="43960"/>
                  </a:cubicBezTo>
                  <a:cubicBezTo>
                    <a:pt x="23593" y="44061"/>
                    <a:pt x="23342" y="44144"/>
                    <a:pt x="23058" y="44228"/>
                  </a:cubicBezTo>
                  <a:close/>
                  <a:moveTo>
                    <a:pt x="26500" y="42223"/>
                  </a:moveTo>
                  <a:cubicBezTo>
                    <a:pt x="26667" y="42590"/>
                    <a:pt x="27586" y="44629"/>
                    <a:pt x="26283" y="46483"/>
                  </a:cubicBezTo>
                  <a:cubicBezTo>
                    <a:pt x="26567" y="46985"/>
                    <a:pt x="27252" y="48388"/>
                    <a:pt x="26500" y="49641"/>
                  </a:cubicBezTo>
                  <a:cubicBezTo>
                    <a:pt x="26818" y="50159"/>
                    <a:pt x="27620" y="51696"/>
                    <a:pt x="26333" y="52916"/>
                  </a:cubicBezTo>
                  <a:cubicBezTo>
                    <a:pt x="26283" y="53835"/>
                    <a:pt x="25631" y="59182"/>
                    <a:pt x="17945" y="59182"/>
                  </a:cubicBezTo>
                  <a:cubicBezTo>
                    <a:pt x="10243" y="59182"/>
                    <a:pt x="9591" y="53835"/>
                    <a:pt x="9541" y="52916"/>
                  </a:cubicBezTo>
                  <a:cubicBezTo>
                    <a:pt x="8254" y="51696"/>
                    <a:pt x="9056" y="50159"/>
                    <a:pt x="9391" y="49641"/>
                  </a:cubicBezTo>
                  <a:cubicBezTo>
                    <a:pt x="8639" y="48388"/>
                    <a:pt x="9307" y="46985"/>
                    <a:pt x="9591" y="46483"/>
                  </a:cubicBezTo>
                  <a:cubicBezTo>
                    <a:pt x="8422" y="44796"/>
                    <a:pt x="9056" y="42975"/>
                    <a:pt x="9324" y="42356"/>
                  </a:cubicBezTo>
                  <a:cubicBezTo>
                    <a:pt x="8906" y="41955"/>
                    <a:pt x="8639" y="41504"/>
                    <a:pt x="8555" y="41020"/>
                  </a:cubicBezTo>
                  <a:cubicBezTo>
                    <a:pt x="8438" y="40368"/>
                    <a:pt x="8388" y="39700"/>
                    <a:pt x="8355" y="39098"/>
                  </a:cubicBezTo>
                  <a:cubicBezTo>
                    <a:pt x="8321" y="38680"/>
                    <a:pt x="8305" y="38313"/>
                    <a:pt x="8254" y="38012"/>
                  </a:cubicBezTo>
                  <a:cubicBezTo>
                    <a:pt x="7803" y="34854"/>
                    <a:pt x="6300" y="32515"/>
                    <a:pt x="4729" y="30076"/>
                  </a:cubicBezTo>
                  <a:cubicBezTo>
                    <a:pt x="3476" y="28137"/>
                    <a:pt x="2189" y="26116"/>
                    <a:pt x="1320" y="23543"/>
                  </a:cubicBezTo>
                  <a:cubicBezTo>
                    <a:pt x="418" y="20836"/>
                    <a:pt x="0" y="18313"/>
                    <a:pt x="0" y="16007"/>
                  </a:cubicBezTo>
                  <a:cubicBezTo>
                    <a:pt x="0" y="12248"/>
                    <a:pt x="1120" y="9056"/>
                    <a:pt x="3041" y="6533"/>
                  </a:cubicBezTo>
                  <a:cubicBezTo>
                    <a:pt x="4946" y="4010"/>
                    <a:pt x="7670" y="2172"/>
                    <a:pt x="10894" y="1086"/>
                  </a:cubicBezTo>
                  <a:cubicBezTo>
                    <a:pt x="13050" y="368"/>
                    <a:pt x="15422" y="0"/>
                    <a:pt x="17945" y="0"/>
                  </a:cubicBezTo>
                  <a:cubicBezTo>
                    <a:pt x="20452" y="0"/>
                    <a:pt x="22824" y="368"/>
                    <a:pt x="24980" y="1086"/>
                  </a:cubicBezTo>
                  <a:cubicBezTo>
                    <a:pt x="28205" y="2172"/>
                    <a:pt x="30928" y="4010"/>
                    <a:pt x="32849" y="6533"/>
                  </a:cubicBezTo>
                  <a:cubicBezTo>
                    <a:pt x="34771" y="9056"/>
                    <a:pt x="35874" y="12248"/>
                    <a:pt x="35874" y="16007"/>
                  </a:cubicBezTo>
                  <a:cubicBezTo>
                    <a:pt x="35874" y="18313"/>
                    <a:pt x="35456" y="20836"/>
                    <a:pt x="34554" y="23543"/>
                  </a:cubicBezTo>
                  <a:cubicBezTo>
                    <a:pt x="33702" y="26116"/>
                    <a:pt x="32398" y="28137"/>
                    <a:pt x="31145" y="30076"/>
                  </a:cubicBezTo>
                  <a:cubicBezTo>
                    <a:pt x="29575" y="32515"/>
                    <a:pt x="28088" y="34854"/>
                    <a:pt x="27620" y="38012"/>
                  </a:cubicBezTo>
                  <a:cubicBezTo>
                    <a:pt x="27586" y="38313"/>
                    <a:pt x="27553" y="38680"/>
                    <a:pt x="27519" y="39098"/>
                  </a:cubicBezTo>
                  <a:cubicBezTo>
                    <a:pt x="27503" y="39366"/>
                    <a:pt x="27486" y="39650"/>
                    <a:pt x="27469" y="39900"/>
                  </a:cubicBezTo>
                  <a:cubicBezTo>
                    <a:pt x="27386" y="40802"/>
                    <a:pt x="27035" y="41571"/>
                    <a:pt x="26500" y="4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0;p21">
              <a:extLst>
                <a:ext uri="{FF2B5EF4-FFF2-40B4-BE49-F238E27FC236}">
                  <a16:creationId xmlns:a16="http://schemas.microsoft.com/office/drawing/2014/main" id="{32877418-EE7D-4F63-AB98-73A66AC6B9E6}"/>
                </a:ext>
              </a:extLst>
            </p:cNvPr>
            <p:cNvSpPr/>
            <p:nvPr/>
          </p:nvSpPr>
          <p:spPr>
            <a:xfrm>
              <a:off x="4478296" y="3768680"/>
              <a:ext cx="12013" cy="16667"/>
            </a:xfrm>
            <a:custGeom>
              <a:avLst/>
              <a:gdLst/>
              <a:ahLst/>
              <a:cxnLst/>
              <a:rect l="l" t="t" r="r" b="b"/>
              <a:pathLst>
                <a:path w="302" h="419" extrusionOk="0">
                  <a:moveTo>
                    <a:pt x="218" y="34"/>
                  </a:moveTo>
                  <a:cubicBezTo>
                    <a:pt x="185" y="17"/>
                    <a:pt x="301" y="1"/>
                    <a:pt x="151" y="17"/>
                  </a:cubicBezTo>
                  <a:cubicBezTo>
                    <a:pt x="17" y="34"/>
                    <a:pt x="1" y="302"/>
                    <a:pt x="118" y="418"/>
                  </a:cubicBezTo>
                  <a:cubicBezTo>
                    <a:pt x="268" y="368"/>
                    <a:pt x="251" y="201"/>
                    <a:pt x="218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1;p21">
              <a:extLst>
                <a:ext uri="{FF2B5EF4-FFF2-40B4-BE49-F238E27FC236}">
                  <a16:creationId xmlns:a16="http://schemas.microsoft.com/office/drawing/2014/main" id="{66F7DAA4-783C-4569-A436-D33458B8731D}"/>
                </a:ext>
              </a:extLst>
            </p:cNvPr>
            <p:cNvSpPr/>
            <p:nvPr/>
          </p:nvSpPr>
          <p:spPr>
            <a:xfrm>
              <a:off x="4575354" y="3550698"/>
              <a:ext cx="11337" cy="16667"/>
            </a:xfrm>
            <a:custGeom>
              <a:avLst/>
              <a:gdLst/>
              <a:ahLst/>
              <a:cxnLst/>
              <a:rect l="l" t="t" r="r" b="b"/>
              <a:pathLst>
                <a:path w="285" h="419" extrusionOk="0">
                  <a:moveTo>
                    <a:pt x="34" y="351"/>
                  </a:moveTo>
                  <a:cubicBezTo>
                    <a:pt x="201" y="418"/>
                    <a:pt x="284" y="151"/>
                    <a:pt x="251" y="0"/>
                  </a:cubicBezTo>
                  <a:cubicBezTo>
                    <a:pt x="134" y="0"/>
                    <a:pt x="100" y="34"/>
                    <a:pt x="50" y="134"/>
                  </a:cubicBezTo>
                  <a:cubicBezTo>
                    <a:pt x="17" y="201"/>
                    <a:pt x="0" y="251"/>
                    <a:pt x="34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2;p21">
              <a:extLst>
                <a:ext uri="{FF2B5EF4-FFF2-40B4-BE49-F238E27FC236}">
                  <a16:creationId xmlns:a16="http://schemas.microsoft.com/office/drawing/2014/main" id="{56A61B93-D477-4153-952B-1B014099C720}"/>
                </a:ext>
              </a:extLst>
            </p:cNvPr>
            <p:cNvSpPr/>
            <p:nvPr/>
          </p:nvSpPr>
          <p:spPr>
            <a:xfrm>
              <a:off x="4637168" y="2768428"/>
              <a:ext cx="29913" cy="13325"/>
            </a:xfrm>
            <a:custGeom>
              <a:avLst/>
              <a:gdLst/>
              <a:ahLst/>
              <a:cxnLst/>
              <a:rect l="l" t="t" r="r" b="b"/>
              <a:pathLst>
                <a:path w="752" h="335" extrusionOk="0">
                  <a:moveTo>
                    <a:pt x="217" y="84"/>
                  </a:moveTo>
                  <a:cubicBezTo>
                    <a:pt x="0" y="335"/>
                    <a:pt x="752" y="201"/>
                    <a:pt x="451" y="51"/>
                  </a:cubicBezTo>
                  <a:cubicBezTo>
                    <a:pt x="351" y="0"/>
                    <a:pt x="251" y="34"/>
                    <a:pt x="217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3;p21">
              <a:extLst>
                <a:ext uri="{FF2B5EF4-FFF2-40B4-BE49-F238E27FC236}">
                  <a16:creationId xmlns:a16="http://schemas.microsoft.com/office/drawing/2014/main" id="{BB0D201E-C1E9-408E-BFCE-6CDA435F6FCB}"/>
                </a:ext>
              </a:extLst>
            </p:cNvPr>
            <p:cNvSpPr/>
            <p:nvPr/>
          </p:nvSpPr>
          <p:spPr>
            <a:xfrm>
              <a:off x="4719548" y="4061803"/>
              <a:ext cx="11337" cy="15314"/>
            </a:xfrm>
            <a:custGeom>
              <a:avLst/>
              <a:gdLst/>
              <a:ahLst/>
              <a:cxnLst/>
              <a:rect l="l" t="t" r="r" b="b"/>
              <a:pathLst>
                <a:path w="285" h="385" extrusionOk="0">
                  <a:moveTo>
                    <a:pt x="84" y="0"/>
                  </a:moveTo>
                  <a:cubicBezTo>
                    <a:pt x="34" y="117"/>
                    <a:pt x="1" y="385"/>
                    <a:pt x="201" y="301"/>
                  </a:cubicBezTo>
                  <a:cubicBezTo>
                    <a:pt x="268" y="184"/>
                    <a:pt x="285" y="0"/>
                    <a:pt x="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64;p21">
              <a:extLst>
                <a:ext uri="{FF2B5EF4-FFF2-40B4-BE49-F238E27FC236}">
                  <a16:creationId xmlns:a16="http://schemas.microsoft.com/office/drawing/2014/main" id="{187FC5AA-79A0-4C01-BBD9-E22A424BB990}"/>
                </a:ext>
              </a:extLst>
            </p:cNvPr>
            <p:cNvSpPr/>
            <p:nvPr/>
          </p:nvSpPr>
          <p:spPr>
            <a:xfrm>
              <a:off x="4772731" y="2934580"/>
              <a:ext cx="10660" cy="14678"/>
            </a:xfrm>
            <a:custGeom>
              <a:avLst/>
              <a:gdLst/>
              <a:ahLst/>
              <a:cxnLst/>
              <a:rect l="l" t="t" r="r" b="b"/>
              <a:pathLst>
                <a:path w="268" h="369" extrusionOk="0">
                  <a:moveTo>
                    <a:pt x="51" y="101"/>
                  </a:moveTo>
                  <a:cubicBezTo>
                    <a:pt x="1" y="268"/>
                    <a:pt x="101" y="368"/>
                    <a:pt x="235" y="318"/>
                  </a:cubicBezTo>
                  <a:cubicBezTo>
                    <a:pt x="268" y="184"/>
                    <a:pt x="184" y="1"/>
                    <a:pt x="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65;p21">
              <a:extLst>
                <a:ext uri="{FF2B5EF4-FFF2-40B4-BE49-F238E27FC236}">
                  <a16:creationId xmlns:a16="http://schemas.microsoft.com/office/drawing/2014/main" id="{72656B1E-AE36-45D2-8EF4-FDF5B8C4B53D}"/>
                </a:ext>
              </a:extLst>
            </p:cNvPr>
            <p:cNvSpPr/>
            <p:nvPr/>
          </p:nvSpPr>
          <p:spPr>
            <a:xfrm>
              <a:off x="4662427" y="4193388"/>
              <a:ext cx="9308" cy="11337"/>
            </a:xfrm>
            <a:custGeom>
              <a:avLst/>
              <a:gdLst/>
              <a:ahLst/>
              <a:cxnLst/>
              <a:rect l="l" t="t" r="r" b="b"/>
              <a:pathLst>
                <a:path w="234" h="285" extrusionOk="0">
                  <a:moveTo>
                    <a:pt x="0" y="234"/>
                  </a:moveTo>
                  <a:cubicBezTo>
                    <a:pt x="201" y="285"/>
                    <a:pt x="234" y="134"/>
                    <a:pt x="150" y="0"/>
                  </a:cubicBezTo>
                  <a:lnTo>
                    <a:pt x="50" y="0"/>
                  </a:lnTo>
                  <a:cubicBezTo>
                    <a:pt x="17" y="67"/>
                    <a:pt x="0" y="134"/>
                    <a:pt x="0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66;p21">
              <a:extLst>
                <a:ext uri="{FF2B5EF4-FFF2-40B4-BE49-F238E27FC236}">
                  <a16:creationId xmlns:a16="http://schemas.microsoft.com/office/drawing/2014/main" id="{181EC8D8-EEE5-430B-A30E-DBE5841FF91A}"/>
                </a:ext>
              </a:extLst>
            </p:cNvPr>
            <p:cNvSpPr/>
            <p:nvPr/>
          </p:nvSpPr>
          <p:spPr>
            <a:xfrm>
              <a:off x="4734863" y="3032274"/>
              <a:ext cx="13325" cy="9348"/>
            </a:xfrm>
            <a:custGeom>
              <a:avLst/>
              <a:gdLst/>
              <a:ahLst/>
              <a:cxnLst/>
              <a:rect l="l" t="t" r="r" b="b"/>
              <a:pathLst>
                <a:path w="335" h="235" extrusionOk="0">
                  <a:moveTo>
                    <a:pt x="100" y="235"/>
                  </a:moveTo>
                  <a:cubicBezTo>
                    <a:pt x="334" y="235"/>
                    <a:pt x="334" y="51"/>
                    <a:pt x="217" y="17"/>
                  </a:cubicBezTo>
                  <a:cubicBezTo>
                    <a:pt x="151" y="1"/>
                    <a:pt x="0" y="84"/>
                    <a:pt x="100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67;p21">
              <a:extLst>
                <a:ext uri="{FF2B5EF4-FFF2-40B4-BE49-F238E27FC236}">
                  <a16:creationId xmlns:a16="http://schemas.microsoft.com/office/drawing/2014/main" id="{C5437E7B-B6F2-420A-9557-966A9F9CF73C}"/>
                </a:ext>
              </a:extLst>
            </p:cNvPr>
            <p:cNvSpPr/>
            <p:nvPr/>
          </p:nvSpPr>
          <p:spPr>
            <a:xfrm>
              <a:off x="4780726" y="3231680"/>
              <a:ext cx="9348" cy="1066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0" y="117"/>
                  </a:moveTo>
                  <a:lnTo>
                    <a:pt x="0" y="201"/>
                  </a:lnTo>
                  <a:cubicBezTo>
                    <a:pt x="100" y="268"/>
                    <a:pt x="50" y="251"/>
                    <a:pt x="184" y="251"/>
                  </a:cubicBezTo>
                  <a:cubicBezTo>
                    <a:pt x="201" y="184"/>
                    <a:pt x="234" y="151"/>
                    <a:pt x="167" y="84"/>
                  </a:cubicBezTo>
                  <a:cubicBezTo>
                    <a:pt x="67" y="0"/>
                    <a:pt x="17" y="117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68;p21">
              <a:extLst>
                <a:ext uri="{FF2B5EF4-FFF2-40B4-BE49-F238E27FC236}">
                  <a16:creationId xmlns:a16="http://schemas.microsoft.com/office/drawing/2014/main" id="{3969DD8A-4EE8-4064-B40E-3E1A57DFE5BB}"/>
                </a:ext>
              </a:extLst>
            </p:cNvPr>
            <p:cNvSpPr/>
            <p:nvPr/>
          </p:nvSpPr>
          <p:spPr>
            <a:xfrm>
              <a:off x="4397229" y="3977394"/>
              <a:ext cx="7995" cy="12649"/>
            </a:xfrm>
            <a:custGeom>
              <a:avLst/>
              <a:gdLst/>
              <a:ahLst/>
              <a:cxnLst/>
              <a:rect l="l" t="t" r="r" b="b"/>
              <a:pathLst>
                <a:path w="201" h="318" extrusionOk="0">
                  <a:moveTo>
                    <a:pt x="0" y="117"/>
                  </a:moveTo>
                  <a:cubicBezTo>
                    <a:pt x="0" y="167"/>
                    <a:pt x="0" y="201"/>
                    <a:pt x="34" y="217"/>
                  </a:cubicBezTo>
                  <a:cubicBezTo>
                    <a:pt x="201" y="318"/>
                    <a:pt x="184" y="117"/>
                    <a:pt x="184" y="34"/>
                  </a:cubicBezTo>
                  <a:cubicBezTo>
                    <a:pt x="84" y="17"/>
                    <a:pt x="17" y="0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69;p21">
              <a:extLst>
                <a:ext uri="{FF2B5EF4-FFF2-40B4-BE49-F238E27FC236}">
                  <a16:creationId xmlns:a16="http://schemas.microsoft.com/office/drawing/2014/main" id="{835A7BD7-FF52-44E1-B36B-F228F6705551}"/>
                </a:ext>
              </a:extLst>
            </p:cNvPr>
            <p:cNvSpPr/>
            <p:nvPr/>
          </p:nvSpPr>
          <p:spPr>
            <a:xfrm>
              <a:off x="4764775" y="2566397"/>
              <a:ext cx="9348" cy="8671"/>
            </a:xfrm>
            <a:custGeom>
              <a:avLst/>
              <a:gdLst/>
              <a:ahLst/>
              <a:cxnLst/>
              <a:rect l="l" t="t" r="r" b="b"/>
              <a:pathLst>
                <a:path w="235" h="218" extrusionOk="0">
                  <a:moveTo>
                    <a:pt x="34" y="201"/>
                  </a:moveTo>
                  <a:lnTo>
                    <a:pt x="134" y="217"/>
                  </a:lnTo>
                  <a:cubicBezTo>
                    <a:pt x="234" y="134"/>
                    <a:pt x="234" y="117"/>
                    <a:pt x="201" y="17"/>
                  </a:cubicBezTo>
                  <a:lnTo>
                    <a:pt x="67" y="0"/>
                  </a:lnTo>
                  <a:cubicBezTo>
                    <a:pt x="0" y="100"/>
                    <a:pt x="17" y="100"/>
                    <a:pt x="3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70;p21">
              <a:extLst>
                <a:ext uri="{FF2B5EF4-FFF2-40B4-BE49-F238E27FC236}">
                  <a16:creationId xmlns:a16="http://schemas.microsoft.com/office/drawing/2014/main" id="{FBAB5842-9621-442A-9D1F-1F5C17C51ABB}"/>
                </a:ext>
              </a:extLst>
            </p:cNvPr>
            <p:cNvSpPr/>
            <p:nvPr/>
          </p:nvSpPr>
          <p:spPr>
            <a:xfrm>
              <a:off x="4901690" y="2687998"/>
              <a:ext cx="7995" cy="9348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0" y="151"/>
                  </a:moveTo>
                  <a:cubicBezTo>
                    <a:pt x="167" y="235"/>
                    <a:pt x="201" y="201"/>
                    <a:pt x="201" y="34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71;p21">
              <a:extLst>
                <a:ext uri="{FF2B5EF4-FFF2-40B4-BE49-F238E27FC236}">
                  <a16:creationId xmlns:a16="http://schemas.microsoft.com/office/drawing/2014/main" id="{64B7CA24-FFC6-4149-98FB-85AE3298CA93}"/>
                </a:ext>
              </a:extLst>
            </p:cNvPr>
            <p:cNvSpPr/>
            <p:nvPr/>
          </p:nvSpPr>
          <p:spPr>
            <a:xfrm>
              <a:off x="4635140" y="2789709"/>
              <a:ext cx="9348" cy="8671"/>
            </a:xfrm>
            <a:custGeom>
              <a:avLst/>
              <a:gdLst/>
              <a:ahLst/>
              <a:cxnLst/>
              <a:rect l="l" t="t" r="r" b="b"/>
              <a:pathLst>
                <a:path w="235" h="218" extrusionOk="0">
                  <a:moveTo>
                    <a:pt x="68" y="184"/>
                  </a:moveTo>
                  <a:cubicBezTo>
                    <a:pt x="151" y="217"/>
                    <a:pt x="135" y="217"/>
                    <a:pt x="218" y="167"/>
                  </a:cubicBezTo>
                  <a:lnTo>
                    <a:pt x="235" y="17"/>
                  </a:lnTo>
                  <a:cubicBezTo>
                    <a:pt x="84" y="0"/>
                    <a:pt x="1" y="34"/>
                    <a:pt x="68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72;p21">
              <a:extLst>
                <a:ext uri="{FF2B5EF4-FFF2-40B4-BE49-F238E27FC236}">
                  <a16:creationId xmlns:a16="http://schemas.microsoft.com/office/drawing/2014/main" id="{66062676-21FB-439F-A698-446282F406C3}"/>
                </a:ext>
              </a:extLst>
            </p:cNvPr>
            <p:cNvSpPr/>
            <p:nvPr/>
          </p:nvSpPr>
          <p:spPr>
            <a:xfrm>
              <a:off x="4687646" y="3316089"/>
              <a:ext cx="43914" cy="81783"/>
            </a:xfrm>
            <a:custGeom>
              <a:avLst/>
              <a:gdLst/>
              <a:ahLst/>
              <a:cxnLst/>
              <a:rect l="l" t="t" r="r" b="b"/>
              <a:pathLst>
                <a:path w="1104" h="2056" extrusionOk="0">
                  <a:moveTo>
                    <a:pt x="285" y="1604"/>
                  </a:moveTo>
                  <a:cubicBezTo>
                    <a:pt x="235" y="1771"/>
                    <a:pt x="168" y="1838"/>
                    <a:pt x="185" y="2055"/>
                  </a:cubicBezTo>
                  <a:cubicBezTo>
                    <a:pt x="352" y="1989"/>
                    <a:pt x="536" y="1537"/>
                    <a:pt x="636" y="1370"/>
                  </a:cubicBezTo>
                  <a:cubicBezTo>
                    <a:pt x="719" y="1220"/>
                    <a:pt x="1020" y="752"/>
                    <a:pt x="987" y="568"/>
                  </a:cubicBezTo>
                  <a:cubicBezTo>
                    <a:pt x="886" y="568"/>
                    <a:pt x="903" y="568"/>
                    <a:pt x="820" y="685"/>
                  </a:cubicBezTo>
                  <a:lnTo>
                    <a:pt x="753" y="769"/>
                  </a:lnTo>
                  <a:cubicBezTo>
                    <a:pt x="820" y="552"/>
                    <a:pt x="1104" y="201"/>
                    <a:pt x="1087" y="0"/>
                  </a:cubicBezTo>
                  <a:cubicBezTo>
                    <a:pt x="937" y="0"/>
                    <a:pt x="886" y="134"/>
                    <a:pt x="736" y="368"/>
                  </a:cubicBezTo>
                  <a:cubicBezTo>
                    <a:pt x="636" y="535"/>
                    <a:pt x="569" y="669"/>
                    <a:pt x="469" y="819"/>
                  </a:cubicBezTo>
                  <a:cubicBezTo>
                    <a:pt x="385" y="969"/>
                    <a:pt x="285" y="1120"/>
                    <a:pt x="201" y="1270"/>
                  </a:cubicBezTo>
                  <a:cubicBezTo>
                    <a:pt x="1" y="1571"/>
                    <a:pt x="84" y="1755"/>
                    <a:pt x="285" y="16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73;p21">
              <a:extLst>
                <a:ext uri="{FF2B5EF4-FFF2-40B4-BE49-F238E27FC236}">
                  <a16:creationId xmlns:a16="http://schemas.microsoft.com/office/drawing/2014/main" id="{D53BDFEF-6EA4-47F7-9F0F-37746F82E098}"/>
                </a:ext>
              </a:extLst>
            </p:cNvPr>
            <p:cNvSpPr/>
            <p:nvPr/>
          </p:nvSpPr>
          <p:spPr>
            <a:xfrm>
              <a:off x="4530803" y="4189410"/>
              <a:ext cx="15991" cy="17303"/>
            </a:xfrm>
            <a:custGeom>
              <a:avLst/>
              <a:gdLst/>
              <a:ahLst/>
              <a:cxnLst/>
              <a:rect l="l" t="t" r="r" b="b"/>
              <a:pathLst>
                <a:path w="402" h="435" extrusionOk="0">
                  <a:moveTo>
                    <a:pt x="68" y="435"/>
                  </a:moveTo>
                  <a:lnTo>
                    <a:pt x="168" y="435"/>
                  </a:lnTo>
                  <a:lnTo>
                    <a:pt x="201" y="385"/>
                  </a:lnTo>
                  <a:cubicBezTo>
                    <a:pt x="201" y="385"/>
                    <a:pt x="201" y="368"/>
                    <a:pt x="218" y="368"/>
                  </a:cubicBezTo>
                  <a:lnTo>
                    <a:pt x="301" y="234"/>
                  </a:lnTo>
                  <a:cubicBezTo>
                    <a:pt x="352" y="134"/>
                    <a:pt x="402" y="0"/>
                    <a:pt x="251" y="34"/>
                  </a:cubicBezTo>
                  <a:cubicBezTo>
                    <a:pt x="185" y="50"/>
                    <a:pt x="1" y="251"/>
                    <a:pt x="68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74;p21">
              <a:extLst>
                <a:ext uri="{FF2B5EF4-FFF2-40B4-BE49-F238E27FC236}">
                  <a16:creationId xmlns:a16="http://schemas.microsoft.com/office/drawing/2014/main" id="{E50B6311-7ADE-45B3-8FA7-4CD7D454C2D2}"/>
                </a:ext>
              </a:extLst>
            </p:cNvPr>
            <p:cNvSpPr/>
            <p:nvPr/>
          </p:nvSpPr>
          <p:spPr>
            <a:xfrm>
              <a:off x="4691664" y="4190723"/>
              <a:ext cx="12649" cy="15991"/>
            </a:xfrm>
            <a:custGeom>
              <a:avLst/>
              <a:gdLst/>
              <a:ahLst/>
              <a:cxnLst/>
              <a:rect l="l" t="t" r="r" b="b"/>
              <a:pathLst>
                <a:path w="318" h="402" extrusionOk="0">
                  <a:moveTo>
                    <a:pt x="117" y="402"/>
                  </a:moveTo>
                  <a:lnTo>
                    <a:pt x="167" y="402"/>
                  </a:lnTo>
                  <a:cubicBezTo>
                    <a:pt x="234" y="318"/>
                    <a:pt x="318" y="201"/>
                    <a:pt x="284" y="67"/>
                  </a:cubicBezTo>
                  <a:cubicBezTo>
                    <a:pt x="100" y="1"/>
                    <a:pt x="0" y="251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75;p21">
              <a:extLst>
                <a:ext uri="{FF2B5EF4-FFF2-40B4-BE49-F238E27FC236}">
                  <a16:creationId xmlns:a16="http://schemas.microsoft.com/office/drawing/2014/main" id="{770892F3-EDDF-4C47-9619-920A527D820E}"/>
                </a:ext>
              </a:extLst>
            </p:cNvPr>
            <p:cNvSpPr/>
            <p:nvPr/>
          </p:nvSpPr>
          <p:spPr>
            <a:xfrm>
              <a:off x="4392575" y="4020593"/>
              <a:ext cx="98410" cy="122316"/>
            </a:xfrm>
            <a:custGeom>
              <a:avLst/>
              <a:gdLst/>
              <a:ahLst/>
              <a:cxnLst/>
              <a:rect l="l" t="t" r="r" b="b"/>
              <a:pathLst>
                <a:path w="2474" h="3075" extrusionOk="0">
                  <a:moveTo>
                    <a:pt x="1137" y="1721"/>
                  </a:moveTo>
                  <a:cubicBezTo>
                    <a:pt x="1237" y="1537"/>
                    <a:pt x="1337" y="1404"/>
                    <a:pt x="1454" y="1253"/>
                  </a:cubicBezTo>
                  <a:lnTo>
                    <a:pt x="2156" y="435"/>
                  </a:lnTo>
                  <a:cubicBezTo>
                    <a:pt x="2340" y="234"/>
                    <a:pt x="2473" y="151"/>
                    <a:pt x="2456" y="0"/>
                  </a:cubicBezTo>
                  <a:cubicBezTo>
                    <a:pt x="2156" y="34"/>
                    <a:pt x="1320" y="1053"/>
                    <a:pt x="1137" y="1370"/>
                  </a:cubicBezTo>
                  <a:cubicBezTo>
                    <a:pt x="1003" y="1604"/>
                    <a:pt x="1036" y="1604"/>
                    <a:pt x="953" y="1872"/>
                  </a:cubicBezTo>
                  <a:cubicBezTo>
                    <a:pt x="903" y="2039"/>
                    <a:pt x="0" y="2740"/>
                    <a:pt x="234" y="3075"/>
                  </a:cubicBezTo>
                  <a:cubicBezTo>
                    <a:pt x="301" y="3025"/>
                    <a:pt x="451" y="2757"/>
                    <a:pt x="502" y="2690"/>
                  </a:cubicBezTo>
                  <a:cubicBezTo>
                    <a:pt x="619" y="2540"/>
                    <a:pt x="702" y="2456"/>
                    <a:pt x="819" y="2339"/>
                  </a:cubicBezTo>
                  <a:cubicBezTo>
                    <a:pt x="1070" y="2039"/>
                    <a:pt x="1404" y="1788"/>
                    <a:pt x="1404" y="1604"/>
                  </a:cubicBezTo>
                  <a:cubicBezTo>
                    <a:pt x="1253" y="1604"/>
                    <a:pt x="1220" y="1671"/>
                    <a:pt x="1137" y="17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76;p21">
              <a:extLst>
                <a:ext uri="{FF2B5EF4-FFF2-40B4-BE49-F238E27FC236}">
                  <a16:creationId xmlns:a16="http://schemas.microsoft.com/office/drawing/2014/main" id="{9774BD1D-A0E2-4D47-AFB4-3E0A2279FFA2}"/>
                </a:ext>
              </a:extLst>
            </p:cNvPr>
            <p:cNvSpPr/>
            <p:nvPr/>
          </p:nvSpPr>
          <p:spPr>
            <a:xfrm>
              <a:off x="4371970" y="4023258"/>
              <a:ext cx="91767" cy="101035"/>
            </a:xfrm>
            <a:custGeom>
              <a:avLst/>
              <a:gdLst/>
              <a:ahLst/>
              <a:cxnLst/>
              <a:rect l="l" t="t" r="r" b="b"/>
              <a:pathLst>
                <a:path w="2307" h="2540" extrusionOk="0">
                  <a:moveTo>
                    <a:pt x="0" y="2540"/>
                  </a:moveTo>
                  <a:cubicBezTo>
                    <a:pt x="251" y="2540"/>
                    <a:pt x="218" y="2389"/>
                    <a:pt x="318" y="2222"/>
                  </a:cubicBezTo>
                  <a:lnTo>
                    <a:pt x="1103" y="1220"/>
                  </a:lnTo>
                  <a:cubicBezTo>
                    <a:pt x="1337" y="1036"/>
                    <a:pt x="1521" y="836"/>
                    <a:pt x="1738" y="635"/>
                  </a:cubicBezTo>
                  <a:cubicBezTo>
                    <a:pt x="1922" y="485"/>
                    <a:pt x="2306" y="167"/>
                    <a:pt x="2273" y="0"/>
                  </a:cubicBezTo>
                  <a:cubicBezTo>
                    <a:pt x="2089" y="0"/>
                    <a:pt x="1471" y="635"/>
                    <a:pt x="1287" y="819"/>
                  </a:cubicBezTo>
                  <a:cubicBezTo>
                    <a:pt x="886" y="1220"/>
                    <a:pt x="1036" y="986"/>
                    <a:pt x="702" y="1454"/>
                  </a:cubicBezTo>
                  <a:cubicBezTo>
                    <a:pt x="552" y="1654"/>
                    <a:pt x="0" y="2105"/>
                    <a:pt x="0" y="254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77;p21">
              <a:extLst>
                <a:ext uri="{FF2B5EF4-FFF2-40B4-BE49-F238E27FC236}">
                  <a16:creationId xmlns:a16="http://schemas.microsoft.com/office/drawing/2014/main" id="{0C1D6819-0197-45EF-8405-BBE34F6864DF}"/>
                </a:ext>
              </a:extLst>
            </p:cNvPr>
            <p:cNvSpPr/>
            <p:nvPr/>
          </p:nvSpPr>
          <p:spPr>
            <a:xfrm>
              <a:off x="4643811" y="3081480"/>
              <a:ext cx="61854" cy="108354"/>
            </a:xfrm>
            <a:custGeom>
              <a:avLst/>
              <a:gdLst/>
              <a:ahLst/>
              <a:cxnLst/>
              <a:rect l="l" t="t" r="r" b="b"/>
              <a:pathLst>
                <a:path w="1555" h="2724" extrusionOk="0">
                  <a:moveTo>
                    <a:pt x="67" y="2724"/>
                  </a:moveTo>
                  <a:cubicBezTo>
                    <a:pt x="217" y="2707"/>
                    <a:pt x="368" y="2323"/>
                    <a:pt x="485" y="2105"/>
                  </a:cubicBezTo>
                  <a:cubicBezTo>
                    <a:pt x="602" y="1871"/>
                    <a:pt x="735" y="1638"/>
                    <a:pt x="852" y="1420"/>
                  </a:cubicBezTo>
                  <a:cubicBezTo>
                    <a:pt x="986" y="1186"/>
                    <a:pt x="1103" y="953"/>
                    <a:pt x="1220" y="735"/>
                  </a:cubicBezTo>
                  <a:cubicBezTo>
                    <a:pt x="1320" y="552"/>
                    <a:pt x="1554" y="201"/>
                    <a:pt x="1554" y="0"/>
                  </a:cubicBezTo>
                  <a:cubicBezTo>
                    <a:pt x="1370" y="34"/>
                    <a:pt x="1186" y="418"/>
                    <a:pt x="1086" y="602"/>
                  </a:cubicBezTo>
                  <a:cubicBezTo>
                    <a:pt x="953" y="836"/>
                    <a:pt x="819" y="1069"/>
                    <a:pt x="702" y="1287"/>
                  </a:cubicBezTo>
                  <a:cubicBezTo>
                    <a:pt x="585" y="1487"/>
                    <a:pt x="0" y="2540"/>
                    <a:pt x="67" y="272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78;p21">
              <a:extLst>
                <a:ext uri="{FF2B5EF4-FFF2-40B4-BE49-F238E27FC236}">
                  <a16:creationId xmlns:a16="http://schemas.microsoft.com/office/drawing/2014/main" id="{9DBB7AB5-24C6-4141-A4F8-7E1EA2596EE4}"/>
                </a:ext>
              </a:extLst>
            </p:cNvPr>
            <p:cNvSpPr/>
            <p:nvPr/>
          </p:nvSpPr>
          <p:spPr>
            <a:xfrm>
              <a:off x="4615211" y="3083468"/>
              <a:ext cx="61178" cy="102387"/>
            </a:xfrm>
            <a:custGeom>
              <a:avLst/>
              <a:gdLst/>
              <a:ahLst/>
              <a:cxnLst/>
              <a:rect l="l" t="t" r="r" b="b"/>
              <a:pathLst>
                <a:path w="1538" h="2574" extrusionOk="0">
                  <a:moveTo>
                    <a:pt x="1" y="2557"/>
                  </a:moveTo>
                  <a:cubicBezTo>
                    <a:pt x="184" y="2573"/>
                    <a:pt x="268" y="2323"/>
                    <a:pt x="452" y="2022"/>
                  </a:cubicBezTo>
                  <a:cubicBezTo>
                    <a:pt x="585" y="1771"/>
                    <a:pt x="1538" y="184"/>
                    <a:pt x="1438" y="101"/>
                  </a:cubicBezTo>
                  <a:cubicBezTo>
                    <a:pt x="1354" y="0"/>
                    <a:pt x="1103" y="468"/>
                    <a:pt x="1037" y="602"/>
                  </a:cubicBezTo>
                  <a:cubicBezTo>
                    <a:pt x="836" y="936"/>
                    <a:pt x="1" y="2339"/>
                    <a:pt x="1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79;p21">
              <a:extLst>
                <a:ext uri="{FF2B5EF4-FFF2-40B4-BE49-F238E27FC236}">
                  <a16:creationId xmlns:a16="http://schemas.microsoft.com/office/drawing/2014/main" id="{23B5526B-8584-43DB-9A75-1B0D017A916A}"/>
                </a:ext>
              </a:extLst>
            </p:cNvPr>
            <p:cNvSpPr/>
            <p:nvPr/>
          </p:nvSpPr>
          <p:spPr>
            <a:xfrm>
              <a:off x="5049902" y="2109788"/>
              <a:ext cx="67144" cy="85760"/>
            </a:xfrm>
            <a:custGeom>
              <a:avLst/>
              <a:gdLst/>
              <a:ahLst/>
              <a:cxnLst/>
              <a:rect l="l" t="t" r="r" b="b"/>
              <a:pathLst>
                <a:path w="1688" h="2156" extrusionOk="0">
                  <a:moveTo>
                    <a:pt x="0" y="2156"/>
                  </a:moveTo>
                  <a:cubicBezTo>
                    <a:pt x="150" y="2156"/>
                    <a:pt x="318" y="1872"/>
                    <a:pt x="468" y="1688"/>
                  </a:cubicBezTo>
                  <a:cubicBezTo>
                    <a:pt x="719" y="1370"/>
                    <a:pt x="1671" y="268"/>
                    <a:pt x="1688" y="0"/>
                  </a:cubicBezTo>
                  <a:cubicBezTo>
                    <a:pt x="1521" y="34"/>
                    <a:pt x="1320" y="318"/>
                    <a:pt x="1203" y="451"/>
                  </a:cubicBezTo>
                  <a:cubicBezTo>
                    <a:pt x="952" y="786"/>
                    <a:pt x="0" y="1838"/>
                    <a:pt x="0" y="215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80;p21">
              <a:extLst>
                <a:ext uri="{FF2B5EF4-FFF2-40B4-BE49-F238E27FC236}">
                  <a16:creationId xmlns:a16="http://schemas.microsoft.com/office/drawing/2014/main" id="{CBAFDBA3-0AE8-4BC0-B992-FA6833ADD65A}"/>
                </a:ext>
              </a:extLst>
            </p:cNvPr>
            <p:cNvSpPr/>
            <p:nvPr/>
          </p:nvSpPr>
          <p:spPr>
            <a:xfrm>
              <a:off x="4545441" y="3094089"/>
              <a:ext cx="61854" cy="92443"/>
            </a:xfrm>
            <a:custGeom>
              <a:avLst/>
              <a:gdLst/>
              <a:ahLst/>
              <a:cxnLst/>
              <a:rect l="l" t="t" r="r" b="b"/>
              <a:pathLst>
                <a:path w="1555" h="2324" extrusionOk="0">
                  <a:moveTo>
                    <a:pt x="1421" y="1"/>
                  </a:moveTo>
                  <a:cubicBezTo>
                    <a:pt x="1287" y="34"/>
                    <a:pt x="1153" y="368"/>
                    <a:pt x="1053" y="552"/>
                  </a:cubicBezTo>
                  <a:lnTo>
                    <a:pt x="385" y="1688"/>
                  </a:lnTo>
                  <a:cubicBezTo>
                    <a:pt x="334" y="1772"/>
                    <a:pt x="0" y="2189"/>
                    <a:pt x="101" y="2223"/>
                  </a:cubicBezTo>
                  <a:cubicBezTo>
                    <a:pt x="301" y="2323"/>
                    <a:pt x="1554" y="235"/>
                    <a:pt x="142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81;p21">
              <a:extLst>
                <a:ext uri="{FF2B5EF4-FFF2-40B4-BE49-F238E27FC236}">
                  <a16:creationId xmlns:a16="http://schemas.microsoft.com/office/drawing/2014/main" id="{D9C255C3-5862-46EA-BC56-D1D201565E47}"/>
                </a:ext>
              </a:extLst>
            </p:cNvPr>
            <p:cNvSpPr/>
            <p:nvPr/>
          </p:nvSpPr>
          <p:spPr>
            <a:xfrm>
              <a:off x="4834546" y="4059138"/>
              <a:ext cx="28600" cy="101711"/>
            </a:xfrm>
            <a:custGeom>
              <a:avLst/>
              <a:gdLst/>
              <a:ahLst/>
              <a:cxnLst/>
              <a:rect l="l" t="t" r="r" b="b"/>
              <a:pathLst>
                <a:path w="719" h="2557" extrusionOk="0">
                  <a:moveTo>
                    <a:pt x="67" y="2557"/>
                  </a:moveTo>
                  <a:cubicBezTo>
                    <a:pt x="184" y="2507"/>
                    <a:pt x="184" y="2423"/>
                    <a:pt x="218" y="2273"/>
                  </a:cubicBezTo>
                  <a:lnTo>
                    <a:pt x="435" y="1304"/>
                  </a:lnTo>
                  <a:cubicBezTo>
                    <a:pt x="502" y="1036"/>
                    <a:pt x="719" y="218"/>
                    <a:pt x="635" y="0"/>
                  </a:cubicBezTo>
                  <a:cubicBezTo>
                    <a:pt x="502" y="34"/>
                    <a:pt x="518" y="101"/>
                    <a:pt x="485" y="251"/>
                  </a:cubicBezTo>
                  <a:cubicBezTo>
                    <a:pt x="351" y="786"/>
                    <a:pt x="1" y="2156"/>
                    <a:pt x="67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82;p21">
              <a:extLst>
                <a:ext uri="{FF2B5EF4-FFF2-40B4-BE49-F238E27FC236}">
                  <a16:creationId xmlns:a16="http://schemas.microsoft.com/office/drawing/2014/main" id="{E04B9718-94EE-48CA-8D5F-94FFCB57EF8C}"/>
                </a:ext>
              </a:extLst>
            </p:cNvPr>
            <p:cNvSpPr/>
            <p:nvPr/>
          </p:nvSpPr>
          <p:spPr>
            <a:xfrm>
              <a:off x="4687646" y="3539401"/>
              <a:ext cx="52546" cy="82459"/>
            </a:xfrm>
            <a:custGeom>
              <a:avLst/>
              <a:gdLst/>
              <a:ahLst/>
              <a:cxnLst/>
              <a:rect l="l" t="t" r="r" b="b"/>
              <a:pathLst>
                <a:path w="1321" h="2073" extrusionOk="0">
                  <a:moveTo>
                    <a:pt x="402" y="1671"/>
                  </a:moveTo>
                  <a:cubicBezTo>
                    <a:pt x="452" y="1521"/>
                    <a:pt x="937" y="702"/>
                    <a:pt x="1087" y="435"/>
                  </a:cubicBezTo>
                  <a:cubicBezTo>
                    <a:pt x="1120" y="368"/>
                    <a:pt x="1171" y="301"/>
                    <a:pt x="1204" y="234"/>
                  </a:cubicBezTo>
                  <a:cubicBezTo>
                    <a:pt x="1321" y="34"/>
                    <a:pt x="1237" y="17"/>
                    <a:pt x="1237" y="0"/>
                  </a:cubicBezTo>
                  <a:cubicBezTo>
                    <a:pt x="1104" y="17"/>
                    <a:pt x="1087" y="101"/>
                    <a:pt x="1020" y="201"/>
                  </a:cubicBezTo>
                  <a:lnTo>
                    <a:pt x="569" y="969"/>
                  </a:lnTo>
                  <a:cubicBezTo>
                    <a:pt x="385" y="1253"/>
                    <a:pt x="18" y="1788"/>
                    <a:pt x="1" y="2022"/>
                  </a:cubicBezTo>
                  <a:cubicBezTo>
                    <a:pt x="268" y="2072"/>
                    <a:pt x="235" y="1872"/>
                    <a:pt x="402" y="16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83;p21">
              <a:extLst>
                <a:ext uri="{FF2B5EF4-FFF2-40B4-BE49-F238E27FC236}">
                  <a16:creationId xmlns:a16="http://schemas.microsoft.com/office/drawing/2014/main" id="{3D0022D3-75CB-4668-AE7F-C44FB6E99D52}"/>
                </a:ext>
              </a:extLst>
            </p:cNvPr>
            <p:cNvSpPr/>
            <p:nvPr/>
          </p:nvSpPr>
          <p:spPr>
            <a:xfrm>
              <a:off x="5186141" y="2428129"/>
              <a:ext cx="71798" cy="70486"/>
            </a:xfrm>
            <a:custGeom>
              <a:avLst/>
              <a:gdLst/>
              <a:ahLst/>
              <a:cxnLst/>
              <a:rect l="l" t="t" r="r" b="b"/>
              <a:pathLst>
                <a:path w="1805" h="1772" extrusionOk="0">
                  <a:moveTo>
                    <a:pt x="0" y="1772"/>
                  </a:moveTo>
                  <a:cubicBezTo>
                    <a:pt x="134" y="1772"/>
                    <a:pt x="786" y="1053"/>
                    <a:pt x="936" y="920"/>
                  </a:cubicBezTo>
                  <a:cubicBezTo>
                    <a:pt x="1120" y="736"/>
                    <a:pt x="1771" y="235"/>
                    <a:pt x="1805" y="1"/>
                  </a:cubicBezTo>
                  <a:cubicBezTo>
                    <a:pt x="1571" y="17"/>
                    <a:pt x="969" y="636"/>
                    <a:pt x="802" y="786"/>
                  </a:cubicBezTo>
                  <a:cubicBezTo>
                    <a:pt x="635" y="920"/>
                    <a:pt x="34" y="1504"/>
                    <a:pt x="0" y="177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84;p21">
              <a:extLst>
                <a:ext uri="{FF2B5EF4-FFF2-40B4-BE49-F238E27FC236}">
                  <a16:creationId xmlns:a16="http://schemas.microsoft.com/office/drawing/2014/main" id="{EED25046-159F-44D1-B0B0-A54A5C059912}"/>
                </a:ext>
              </a:extLst>
            </p:cNvPr>
            <p:cNvSpPr/>
            <p:nvPr/>
          </p:nvSpPr>
          <p:spPr>
            <a:xfrm>
              <a:off x="4571336" y="3098067"/>
              <a:ext cx="48568" cy="91767"/>
            </a:xfrm>
            <a:custGeom>
              <a:avLst/>
              <a:gdLst/>
              <a:ahLst/>
              <a:cxnLst/>
              <a:rect l="l" t="t" r="r" b="b"/>
              <a:pathLst>
                <a:path w="1221" h="2307" extrusionOk="0">
                  <a:moveTo>
                    <a:pt x="34" y="2257"/>
                  </a:moveTo>
                  <a:cubicBezTo>
                    <a:pt x="135" y="2223"/>
                    <a:pt x="84" y="2307"/>
                    <a:pt x="201" y="2006"/>
                  </a:cubicBezTo>
                  <a:lnTo>
                    <a:pt x="636" y="1154"/>
                  </a:lnTo>
                  <a:cubicBezTo>
                    <a:pt x="736" y="970"/>
                    <a:pt x="836" y="786"/>
                    <a:pt x="937" y="602"/>
                  </a:cubicBezTo>
                  <a:cubicBezTo>
                    <a:pt x="1003" y="485"/>
                    <a:pt x="1221" y="168"/>
                    <a:pt x="1221" y="34"/>
                  </a:cubicBezTo>
                  <a:cubicBezTo>
                    <a:pt x="1054" y="1"/>
                    <a:pt x="937" y="268"/>
                    <a:pt x="820" y="452"/>
                  </a:cubicBezTo>
                  <a:cubicBezTo>
                    <a:pt x="569" y="820"/>
                    <a:pt x="1" y="1856"/>
                    <a:pt x="34" y="22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85;p21">
              <a:extLst>
                <a:ext uri="{FF2B5EF4-FFF2-40B4-BE49-F238E27FC236}">
                  <a16:creationId xmlns:a16="http://schemas.microsoft.com/office/drawing/2014/main" id="{1397E14D-736E-434C-BD51-7FF2E2803F26}"/>
                </a:ext>
              </a:extLst>
            </p:cNvPr>
            <p:cNvSpPr/>
            <p:nvPr/>
          </p:nvSpPr>
          <p:spPr>
            <a:xfrm>
              <a:off x="4906981" y="4005955"/>
              <a:ext cx="25298" cy="96421"/>
            </a:xfrm>
            <a:custGeom>
              <a:avLst/>
              <a:gdLst/>
              <a:ahLst/>
              <a:cxnLst/>
              <a:rect l="l" t="t" r="r" b="b"/>
              <a:pathLst>
                <a:path w="636" h="2424" extrusionOk="0">
                  <a:moveTo>
                    <a:pt x="51" y="2423"/>
                  </a:moveTo>
                  <a:cubicBezTo>
                    <a:pt x="302" y="2357"/>
                    <a:pt x="552" y="953"/>
                    <a:pt x="619" y="686"/>
                  </a:cubicBezTo>
                  <a:lnTo>
                    <a:pt x="636" y="1"/>
                  </a:lnTo>
                  <a:cubicBezTo>
                    <a:pt x="485" y="118"/>
                    <a:pt x="352" y="953"/>
                    <a:pt x="302" y="1187"/>
                  </a:cubicBezTo>
                  <a:cubicBezTo>
                    <a:pt x="235" y="1421"/>
                    <a:pt x="1" y="2223"/>
                    <a:pt x="51" y="24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86;p21">
              <a:extLst>
                <a:ext uri="{FF2B5EF4-FFF2-40B4-BE49-F238E27FC236}">
                  <a16:creationId xmlns:a16="http://schemas.microsoft.com/office/drawing/2014/main" id="{2A463033-C258-443D-BE8F-5BD7ED45A1ED}"/>
                </a:ext>
              </a:extLst>
            </p:cNvPr>
            <p:cNvSpPr/>
            <p:nvPr/>
          </p:nvSpPr>
          <p:spPr>
            <a:xfrm>
              <a:off x="4589316" y="3104073"/>
              <a:ext cx="52546" cy="83771"/>
            </a:xfrm>
            <a:custGeom>
              <a:avLst/>
              <a:gdLst/>
              <a:ahLst/>
              <a:cxnLst/>
              <a:rect l="l" t="t" r="r" b="b"/>
              <a:pathLst>
                <a:path w="1321" h="2106" extrusionOk="0">
                  <a:moveTo>
                    <a:pt x="17" y="2106"/>
                  </a:moveTo>
                  <a:cubicBezTo>
                    <a:pt x="167" y="2072"/>
                    <a:pt x="167" y="2005"/>
                    <a:pt x="234" y="1888"/>
                  </a:cubicBezTo>
                  <a:cubicBezTo>
                    <a:pt x="468" y="1471"/>
                    <a:pt x="1320" y="284"/>
                    <a:pt x="1270" y="0"/>
                  </a:cubicBezTo>
                  <a:cubicBezTo>
                    <a:pt x="1103" y="34"/>
                    <a:pt x="1019" y="284"/>
                    <a:pt x="919" y="435"/>
                  </a:cubicBezTo>
                  <a:cubicBezTo>
                    <a:pt x="685" y="802"/>
                    <a:pt x="0" y="1771"/>
                    <a:pt x="17" y="21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87;p21">
              <a:extLst>
                <a:ext uri="{FF2B5EF4-FFF2-40B4-BE49-F238E27FC236}">
                  <a16:creationId xmlns:a16="http://schemas.microsoft.com/office/drawing/2014/main" id="{21C46B71-F942-4FD6-ADD2-2826FC93B72C}"/>
                </a:ext>
              </a:extLst>
            </p:cNvPr>
            <p:cNvSpPr/>
            <p:nvPr/>
          </p:nvSpPr>
          <p:spPr>
            <a:xfrm>
              <a:off x="4404548" y="4097006"/>
              <a:ext cx="61178" cy="68497"/>
            </a:xfrm>
            <a:custGeom>
              <a:avLst/>
              <a:gdLst/>
              <a:ahLst/>
              <a:cxnLst/>
              <a:rect l="l" t="t" r="r" b="b"/>
              <a:pathLst>
                <a:path w="1538" h="1722" extrusionOk="0">
                  <a:moveTo>
                    <a:pt x="134" y="1705"/>
                  </a:moveTo>
                  <a:cubicBezTo>
                    <a:pt x="334" y="1722"/>
                    <a:pt x="384" y="1505"/>
                    <a:pt x="418" y="1421"/>
                  </a:cubicBezTo>
                  <a:cubicBezTo>
                    <a:pt x="435" y="1388"/>
                    <a:pt x="485" y="1337"/>
                    <a:pt x="501" y="1304"/>
                  </a:cubicBezTo>
                  <a:cubicBezTo>
                    <a:pt x="668" y="1104"/>
                    <a:pt x="1521" y="168"/>
                    <a:pt x="1537" y="1"/>
                  </a:cubicBezTo>
                  <a:cubicBezTo>
                    <a:pt x="1270" y="17"/>
                    <a:pt x="886" y="569"/>
                    <a:pt x="702" y="769"/>
                  </a:cubicBezTo>
                  <a:cubicBezTo>
                    <a:pt x="652" y="819"/>
                    <a:pt x="585" y="903"/>
                    <a:pt x="518" y="987"/>
                  </a:cubicBezTo>
                  <a:cubicBezTo>
                    <a:pt x="351" y="1187"/>
                    <a:pt x="0" y="1505"/>
                    <a:pt x="13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88;p21">
              <a:extLst>
                <a:ext uri="{FF2B5EF4-FFF2-40B4-BE49-F238E27FC236}">
                  <a16:creationId xmlns:a16="http://schemas.microsoft.com/office/drawing/2014/main" id="{F2662022-E401-46DB-A584-F1CADDCD9287}"/>
                </a:ext>
              </a:extLst>
            </p:cNvPr>
            <p:cNvSpPr/>
            <p:nvPr/>
          </p:nvSpPr>
          <p:spPr>
            <a:xfrm>
              <a:off x="4862470" y="4044500"/>
              <a:ext cx="27287" cy="88465"/>
            </a:xfrm>
            <a:custGeom>
              <a:avLst/>
              <a:gdLst/>
              <a:ahLst/>
              <a:cxnLst/>
              <a:rect l="l" t="t" r="r" b="b"/>
              <a:pathLst>
                <a:path w="686" h="2224" extrusionOk="0">
                  <a:moveTo>
                    <a:pt x="151" y="2223"/>
                  </a:moveTo>
                  <a:cubicBezTo>
                    <a:pt x="301" y="2156"/>
                    <a:pt x="401" y="1421"/>
                    <a:pt x="451" y="1137"/>
                  </a:cubicBezTo>
                  <a:cubicBezTo>
                    <a:pt x="502" y="920"/>
                    <a:pt x="685" y="168"/>
                    <a:pt x="635" y="1"/>
                  </a:cubicBezTo>
                  <a:cubicBezTo>
                    <a:pt x="485" y="17"/>
                    <a:pt x="468" y="201"/>
                    <a:pt x="401" y="485"/>
                  </a:cubicBezTo>
                  <a:cubicBezTo>
                    <a:pt x="334" y="803"/>
                    <a:pt x="0" y="2073"/>
                    <a:pt x="151" y="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89;p21">
              <a:extLst>
                <a:ext uri="{FF2B5EF4-FFF2-40B4-BE49-F238E27FC236}">
                  <a16:creationId xmlns:a16="http://schemas.microsoft.com/office/drawing/2014/main" id="{899275B6-26C3-445C-A701-1AC3360DC12F}"/>
                </a:ext>
              </a:extLst>
            </p:cNvPr>
            <p:cNvSpPr/>
            <p:nvPr/>
          </p:nvSpPr>
          <p:spPr>
            <a:xfrm>
              <a:off x="4693653" y="3476910"/>
              <a:ext cx="49205" cy="77129"/>
            </a:xfrm>
            <a:custGeom>
              <a:avLst/>
              <a:gdLst/>
              <a:ahLst/>
              <a:cxnLst/>
              <a:rect l="l" t="t" r="r" b="b"/>
              <a:pathLst>
                <a:path w="1237" h="1939" extrusionOk="0">
                  <a:moveTo>
                    <a:pt x="17" y="1839"/>
                  </a:moveTo>
                  <a:cubicBezTo>
                    <a:pt x="234" y="1939"/>
                    <a:pt x="184" y="1789"/>
                    <a:pt x="351" y="1521"/>
                  </a:cubicBezTo>
                  <a:cubicBezTo>
                    <a:pt x="485" y="1304"/>
                    <a:pt x="1237" y="201"/>
                    <a:pt x="1187" y="17"/>
                  </a:cubicBezTo>
                  <a:cubicBezTo>
                    <a:pt x="1036" y="1"/>
                    <a:pt x="1053" y="51"/>
                    <a:pt x="986" y="168"/>
                  </a:cubicBezTo>
                  <a:cubicBezTo>
                    <a:pt x="936" y="251"/>
                    <a:pt x="886" y="301"/>
                    <a:pt x="836" y="385"/>
                  </a:cubicBezTo>
                  <a:cubicBezTo>
                    <a:pt x="652" y="652"/>
                    <a:pt x="0" y="1621"/>
                    <a:pt x="17" y="18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90;p21">
              <a:extLst>
                <a:ext uri="{FF2B5EF4-FFF2-40B4-BE49-F238E27FC236}">
                  <a16:creationId xmlns:a16="http://schemas.microsoft.com/office/drawing/2014/main" id="{75A0E498-FF41-40AF-8155-2F479BF9DC6B}"/>
                </a:ext>
              </a:extLst>
            </p:cNvPr>
            <p:cNvSpPr/>
            <p:nvPr/>
          </p:nvSpPr>
          <p:spPr>
            <a:xfrm>
              <a:off x="4691664" y="3509488"/>
              <a:ext cx="47892" cy="77129"/>
            </a:xfrm>
            <a:custGeom>
              <a:avLst/>
              <a:gdLst/>
              <a:ahLst/>
              <a:cxnLst/>
              <a:rect l="l" t="t" r="r" b="b"/>
              <a:pathLst>
                <a:path w="1204" h="1939" extrusionOk="0">
                  <a:moveTo>
                    <a:pt x="84" y="1888"/>
                  </a:moveTo>
                  <a:cubicBezTo>
                    <a:pt x="151" y="1888"/>
                    <a:pt x="167" y="1939"/>
                    <a:pt x="301" y="1721"/>
                  </a:cubicBezTo>
                  <a:cubicBezTo>
                    <a:pt x="351" y="1638"/>
                    <a:pt x="384" y="1554"/>
                    <a:pt x="435" y="1471"/>
                  </a:cubicBezTo>
                  <a:cubicBezTo>
                    <a:pt x="535" y="1287"/>
                    <a:pt x="1203" y="251"/>
                    <a:pt x="1203" y="101"/>
                  </a:cubicBezTo>
                  <a:cubicBezTo>
                    <a:pt x="1203" y="34"/>
                    <a:pt x="1203" y="51"/>
                    <a:pt x="1186" y="34"/>
                  </a:cubicBezTo>
                  <a:cubicBezTo>
                    <a:pt x="1053" y="0"/>
                    <a:pt x="669" y="702"/>
                    <a:pt x="552" y="869"/>
                  </a:cubicBezTo>
                  <a:cubicBezTo>
                    <a:pt x="368" y="1170"/>
                    <a:pt x="0" y="1671"/>
                    <a:pt x="84" y="18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91;p21">
              <a:extLst>
                <a:ext uri="{FF2B5EF4-FFF2-40B4-BE49-F238E27FC236}">
                  <a16:creationId xmlns:a16="http://schemas.microsoft.com/office/drawing/2014/main" id="{39E60689-5439-46BA-9966-2AF7315E208E}"/>
                </a:ext>
              </a:extLst>
            </p:cNvPr>
            <p:cNvSpPr/>
            <p:nvPr/>
          </p:nvSpPr>
          <p:spPr>
            <a:xfrm>
              <a:off x="4956822" y="3754082"/>
              <a:ext cx="22633" cy="91090"/>
            </a:xfrm>
            <a:custGeom>
              <a:avLst/>
              <a:gdLst/>
              <a:ahLst/>
              <a:cxnLst/>
              <a:rect l="l" t="t" r="r" b="b"/>
              <a:pathLst>
                <a:path w="569" h="2290" extrusionOk="0">
                  <a:moveTo>
                    <a:pt x="135" y="2289"/>
                  </a:moveTo>
                  <a:cubicBezTo>
                    <a:pt x="569" y="2172"/>
                    <a:pt x="335" y="635"/>
                    <a:pt x="218" y="217"/>
                  </a:cubicBezTo>
                  <a:cubicBezTo>
                    <a:pt x="185" y="84"/>
                    <a:pt x="185" y="50"/>
                    <a:pt x="84" y="0"/>
                  </a:cubicBezTo>
                  <a:cubicBezTo>
                    <a:pt x="1" y="134"/>
                    <a:pt x="84" y="418"/>
                    <a:pt x="101" y="568"/>
                  </a:cubicBezTo>
                  <a:cubicBezTo>
                    <a:pt x="151" y="953"/>
                    <a:pt x="201" y="1337"/>
                    <a:pt x="201" y="1738"/>
                  </a:cubicBezTo>
                  <a:cubicBezTo>
                    <a:pt x="201" y="1938"/>
                    <a:pt x="135" y="2156"/>
                    <a:pt x="135" y="228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92;p21">
              <a:extLst>
                <a:ext uri="{FF2B5EF4-FFF2-40B4-BE49-F238E27FC236}">
                  <a16:creationId xmlns:a16="http://schemas.microsoft.com/office/drawing/2014/main" id="{2F5886C3-0F6E-4CE9-82C6-76DEB2F2C85C}"/>
                </a:ext>
              </a:extLst>
            </p:cNvPr>
            <p:cNvSpPr/>
            <p:nvPr/>
          </p:nvSpPr>
          <p:spPr>
            <a:xfrm>
              <a:off x="4599936" y="3534071"/>
              <a:ext cx="51870" cy="69849"/>
            </a:xfrm>
            <a:custGeom>
              <a:avLst/>
              <a:gdLst/>
              <a:ahLst/>
              <a:cxnLst/>
              <a:rect l="l" t="t" r="r" b="b"/>
              <a:pathLst>
                <a:path w="1304" h="1756" extrusionOk="0">
                  <a:moveTo>
                    <a:pt x="67" y="1755"/>
                  </a:moveTo>
                  <a:cubicBezTo>
                    <a:pt x="318" y="1738"/>
                    <a:pt x="318" y="1521"/>
                    <a:pt x="418" y="1337"/>
                  </a:cubicBezTo>
                  <a:cubicBezTo>
                    <a:pt x="535" y="1170"/>
                    <a:pt x="1254" y="218"/>
                    <a:pt x="1270" y="134"/>
                  </a:cubicBezTo>
                  <a:cubicBezTo>
                    <a:pt x="1287" y="1"/>
                    <a:pt x="1304" y="67"/>
                    <a:pt x="1220" y="34"/>
                  </a:cubicBezTo>
                  <a:cubicBezTo>
                    <a:pt x="1120" y="1"/>
                    <a:pt x="635" y="702"/>
                    <a:pt x="552" y="803"/>
                  </a:cubicBezTo>
                  <a:cubicBezTo>
                    <a:pt x="351" y="1070"/>
                    <a:pt x="0" y="1471"/>
                    <a:pt x="67" y="17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93;p21">
              <a:extLst>
                <a:ext uri="{FF2B5EF4-FFF2-40B4-BE49-F238E27FC236}">
                  <a16:creationId xmlns:a16="http://schemas.microsoft.com/office/drawing/2014/main" id="{B78F5F97-E040-4A39-A3C4-3A1AA048BA27}"/>
                </a:ext>
              </a:extLst>
            </p:cNvPr>
            <p:cNvSpPr/>
            <p:nvPr/>
          </p:nvSpPr>
          <p:spPr>
            <a:xfrm>
              <a:off x="4449736" y="4114310"/>
              <a:ext cx="63167" cy="73787"/>
            </a:xfrm>
            <a:custGeom>
              <a:avLst/>
              <a:gdLst/>
              <a:ahLst/>
              <a:cxnLst/>
              <a:rect l="l" t="t" r="r" b="b"/>
              <a:pathLst>
                <a:path w="1588" h="1855" extrusionOk="0">
                  <a:moveTo>
                    <a:pt x="886" y="953"/>
                  </a:moveTo>
                  <a:cubicBezTo>
                    <a:pt x="1003" y="802"/>
                    <a:pt x="1588" y="201"/>
                    <a:pt x="1537" y="17"/>
                  </a:cubicBezTo>
                  <a:cubicBezTo>
                    <a:pt x="1404" y="0"/>
                    <a:pt x="1370" y="84"/>
                    <a:pt x="1304" y="167"/>
                  </a:cubicBezTo>
                  <a:cubicBezTo>
                    <a:pt x="1120" y="384"/>
                    <a:pt x="953" y="535"/>
                    <a:pt x="735" y="836"/>
                  </a:cubicBezTo>
                  <a:cubicBezTo>
                    <a:pt x="635" y="969"/>
                    <a:pt x="0" y="1638"/>
                    <a:pt x="151" y="18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94;p21">
              <a:extLst>
                <a:ext uri="{FF2B5EF4-FFF2-40B4-BE49-F238E27FC236}">
                  <a16:creationId xmlns:a16="http://schemas.microsoft.com/office/drawing/2014/main" id="{59712075-EF99-4D34-86EC-DDC1854F2BB3}"/>
                </a:ext>
              </a:extLst>
            </p:cNvPr>
            <p:cNvSpPr/>
            <p:nvPr/>
          </p:nvSpPr>
          <p:spPr>
            <a:xfrm>
              <a:off x="4339392" y="3993345"/>
              <a:ext cx="65832" cy="67144"/>
            </a:xfrm>
            <a:custGeom>
              <a:avLst/>
              <a:gdLst/>
              <a:ahLst/>
              <a:cxnLst/>
              <a:rect l="l" t="t" r="r" b="b"/>
              <a:pathLst>
                <a:path w="1655" h="1688" extrusionOk="0">
                  <a:moveTo>
                    <a:pt x="17" y="1654"/>
                  </a:moveTo>
                  <a:cubicBezTo>
                    <a:pt x="134" y="1638"/>
                    <a:pt x="84" y="1688"/>
                    <a:pt x="151" y="1554"/>
                  </a:cubicBezTo>
                  <a:lnTo>
                    <a:pt x="402" y="1170"/>
                  </a:lnTo>
                  <a:cubicBezTo>
                    <a:pt x="519" y="1003"/>
                    <a:pt x="853" y="702"/>
                    <a:pt x="1020" y="568"/>
                  </a:cubicBezTo>
                  <a:cubicBezTo>
                    <a:pt x="1137" y="485"/>
                    <a:pt x="1655" y="134"/>
                    <a:pt x="1638" y="17"/>
                  </a:cubicBezTo>
                  <a:cubicBezTo>
                    <a:pt x="1638" y="17"/>
                    <a:pt x="1621" y="17"/>
                    <a:pt x="1621" y="17"/>
                  </a:cubicBezTo>
                  <a:cubicBezTo>
                    <a:pt x="1504" y="0"/>
                    <a:pt x="1471" y="34"/>
                    <a:pt x="1354" y="117"/>
                  </a:cubicBezTo>
                  <a:cubicBezTo>
                    <a:pt x="986" y="334"/>
                    <a:pt x="953" y="401"/>
                    <a:pt x="652" y="635"/>
                  </a:cubicBezTo>
                  <a:cubicBezTo>
                    <a:pt x="468" y="786"/>
                    <a:pt x="1" y="1253"/>
                    <a:pt x="17" y="16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5;p21">
              <a:extLst>
                <a:ext uri="{FF2B5EF4-FFF2-40B4-BE49-F238E27FC236}">
                  <a16:creationId xmlns:a16="http://schemas.microsoft.com/office/drawing/2014/main" id="{243ADB56-498E-4934-B521-5F530B605977}"/>
                </a:ext>
              </a:extLst>
            </p:cNvPr>
            <p:cNvSpPr/>
            <p:nvPr/>
          </p:nvSpPr>
          <p:spPr>
            <a:xfrm>
              <a:off x="4886376" y="4029225"/>
              <a:ext cx="23986" cy="89102"/>
            </a:xfrm>
            <a:custGeom>
              <a:avLst/>
              <a:gdLst/>
              <a:ahLst/>
              <a:cxnLst/>
              <a:rect l="l" t="t" r="r" b="b"/>
              <a:pathLst>
                <a:path w="603" h="2240" extrusionOk="0">
                  <a:moveTo>
                    <a:pt x="84" y="2239"/>
                  </a:moveTo>
                  <a:cubicBezTo>
                    <a:pt x="185" y="2173"/>
                    <a:pt x="151" y="2106"/>
                    <a:pt x="185" y="1972"/>
                  </a:cubicBezTo>
                  <a:lnTo>
                    <a:pt x="368" y="1120"/>
                  </a:lnTo>
                  <a:cubicBezTo>
                    <a:pt x="419" y="869"/>
                    <a:pt x="602" y="201"/>
                    <a:pt x="469" y="0"/>
                  </a:cubicBezTo>
                  <a:cubicBezTo>
                    <a:pt x="335" y="67"/>
                    <a:pt x="218" y="886"/>
                    <a:pt x="185" y="1087"/>
                  </a:cubicBezTo>
                  <a:lnTo>
                    <a:pt x="18" y="1972"/>
                  </a:lnTo>
                  <a:cubicBezTo>
                    <a:pt x="1" y="2239"/>
                    <a:pt x="51" y="2206"/>
                    <a:pt x="84" y="22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6;p21">
              <a:extLst>
                <a:ext uri="{FF2B5EF4-FFF2-40B4-BE49-F238E27FC236}">
                  <a16:creationId xmlns:a16="http://schemas.microsoft.com/office/drawing/2014/main" id="{7A38F636-18B7-41A9-96B1-49094C15C993}"/>
                </a:ext>
              </a:extLst>
            </p:cNvPr>
            <p:cNvSpPr/>
            <p:nvPr/>
          </p:nvSpPr>
          <p:spPr>
            <a:xfrm>
              <a:off x="4676350" y="3101408"/>
              <a:ext cx="47256" cy="81106"/>
            </a:xfrm>
            <a:custGeom>
              <a:avLst/>
              <a:gdLst/>
              <a:ahLst/>
              <a:cxnLst/>
              <a:rect l="l" t="t" r="r" b="b"/>
              <a:pathLst>
                <a:path w="1188" h="2039" extrusionOk="0">
                  <a:moveTo>
                    <a:pt x="1" y="2039"/>
                  </a:moveTo>
                  <a:cubicBezTo>
                    <a:pt x="268" y="2005"/>
                    <a:pt x="1187" y="251"/>
                    <a:pt x="1170" y="0"/>
                  </a:cubicBezTo>
                  <a:cubicBezTo>
                    <a:pt x="987" y="67"/>
                    <a:pt x="636" y="769"/>
                    <a:pt x="536" y="969"/>
                  </a:cubicBezTo>
                  <a:cubicBezTo>
                    <a:pt x="419" y="1170"/>
                    <a:pt x="34" y="1838"/>
                    <a:pt x="1" y="20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97;p21">
              <a:extLst>
                <a:ext uri="{FF2B5EF4-FFF2-40B4-BE49-F238E27FC236}">
                  <a16:creationId xmlns:a16="http://schemas.microsoft.com/office/drawing/2014/main" id="{06464605-835A-47CE-8DA0-A40F5DEB383E}"/>
                </a:ext>
              </a:extLst>
            </p:cNvPr>
            <p:cNvSpPr/>
            <p:nvPr/>
          </p:nvSpPr>
          <p:spPr>
            <a:xfrm>
              <a:off x="4694965" y="3453640"/>
              <a:ext cx="47256" cy="74503"/>
            </a:xfrm>
            <a:custGeom>
              <a:avLst/>
              <a:gdLst/>
              <a:ahLst/>
              <a:cxnLst/>
              <a:rect l="l" t="t" r="r" b="b"/>
              <a:pathLst>
                <a:path w="1188" h="1873" extrusionOk="0">
                  <a:moveTo>
                    <a:pt x="1137" y="1"/>
                  </a:moveTo>
                  <a:cubicBezTo>
                    <a:pt x="987" y="1"/>
                    <a:pt x="936" y="151"/>
                    <a:pt x="803" y="385"/>
                  </a:cubicBezTo>
                  <a:lnTo>
                    <a:pt x="285" y="1304"/>
                  </a:lnTo>
                  <a:cubicBezTo>
                    <a:pt x="235" y="1388"/>
                    <a:pt x="1" y="1705"/>
                    <a:pt x="118" y="1772"/>
                  </a:cubicBezTo>
                  <a:cubicBezTo>
                    <a:pt x="251" y="1872"/>
                    <a:pt x="318" y="1638"/>
                    <a:pt x="452" y="1404"/>
                  </a:cubicBezTo>
                  <a:cubicBezTo>
                    <a:pt x="586" y="1171"/>
                    <a:pt x="1187" y="151"/>
                    <a:pt x="113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98;p21">
              <a:extLst>
                <a:ext uri="{FF2B5EF4-FFF2-40B4-BE49-F238E27FC236}">
                  <a16:creationId xmlns:a16="http://schemas.microsoft.com/office/drawing/2014/main" id="{C36C51E3-9B9F-4880-BD3C-9F757B45D700}"/>
                </a:ext>
              </a:extLst>
            </p:cNvPr>
            <p:cNvSpPr/>
            <p:nvPr/>
          </p:nvSpPr>
          <p:spPr>
            <a:xfrm>
              <a:off x="4364651" y="4007944"/>
              <a:ext cx="68497" cy="61854"/>
            </a:xfrm>
            <a:custGeom>
              <a:avLst/>
              <a:gdLst/>
              <a:ahLst/>
              <a:cxnLst/>
              <a:rect l="l" t="t" r="r" b="b"/>
              <a:pathLst>
                <a:path w="1722" h="1555" extrusionOk="0">
                  <a:moveTo>
                    <a:pt x="1705" y="18"/>
                  </a:moveTo>
                  <a:cubicBezTo>
                    <a:pt x="1471" y="1"/>
                    <a:pt x="1" y="1354"/>
                    <a:pt x="118" y="1471"/>
                  </a:cubicBezTo>
                  <a:cubicBezTo>
                    <a:pt x="201" y="1555"/>
                    <a:pt x="468" y="1237"/>
                    <a:pt x="552" y="1187"/>
                  </a:cubicBezTo>
                  <a:lnTo>
                    <a:pt x="1371" y="435"/>
                  </a:lnTo>
                  <a:cubicBezTo>
                    <a:pt x="1471" y="352"/>
                    <a:pt x="1722" y="134"/>
                    <a:pt x="1705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99;p21">
              <a:extLst>
                <a:ext uri="{FF2B5EF4-FFF2-40B4-BE49-F238E27FC236}">
                  <a16:creationId xmlns:a16="http://schemas.microsoft.com/office/drawing/2014/main" id="{A4E8A961-5456-423E-8A37-20E6C058EAC7}"/>
                </a:ext>
              </a:extLst>
            </p:cNvPr>
            <p:cNvSpPr/>
            <p:nvPr/>
          </p:nvSpPr>
          <p:spPr>
            <a:xfrm>
              <a:off x="4601249" y="3247631"/>
              <a:ext cx="49881" cy="65156"/>
            </a:xfrm>
            <a:custGeom>
              <a:avLst/>
              <a:gdLst/>
              <a:ahLst/>
              <a:cxnLst/>
              <a:rect l="l" t="t" r="r" b="b"/>
              <a:pathLst>
                <a:path w="1254" h="1638" extrusionOk="0">
                  <a:moveTo>
                    <a:pt x="51" y="1621"/>
                  </a:moveTo>
                  <a:cubicBezTo>
                    <a:pt x="201" y="1638"/>
                    <a:pt x="201" y="1554"/>
                    <a:pt x="385" y="1287"/>
                  </a:cubicBezTo>
                  <a:cubicBezTo>
                    <a:pt x="535" y="1070"/>
                    <a:pt x="1254" y="201"/>
                    <a:pt x="1221" y="0"/>
                  </a:cubicBezTo>
                  <a:cubicBezTo>
                    <a:pt x="1087" y="0"/>
                    <a:pt x="1087" y="50"/>
                    <a:pt x="1020" y="134"/>
                  </a:cubicBezTo>
                  <a:cubicBezTo>
                    <a:pt x="786" y="418"/>
                    <a:pt x="1" y="1337"/>
                    <a:pt x="51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00;p21">
              <a:extLst>
                <a:ext uri="{FF2B5EF4-FFF2-40B4-BE49-F238E27FC236}">
                  <a16:creationId xmlns:a16="http://schemas.microsoft.com/office/drawing/2014/main" id="{AF197753-D89F-495B-A2F2-8AF1852C8E1A}"/>
                </a:ext>
              </a:extLst>
            </p:cNvPr>
            <p:cNvSpPr/>
            <p:nvPr/>
          </p:nvSpPr>
          <p:spPr>
            <a:xfrm>
              <a:off x="4599260" y="3268236"/>
              <a:ext cx="50557" cy="67144"/>
            </a:xfrm>
            <a:custGeom>
              <a:avLst/>
              <a:gdLst/>
              <a:ahLst/>
              <a:cxnLst/>
              <a:rect l="l" t="t" r="r" b="b"/>
              <a:pathLst>
                <a:path w="1271" h="1688" extrusionOk="0">
                  <a:moveTo>
                    <a:pt x="101" y="1688"/>
                  </a:moveTo>
                  <a:cubicBezTo>
                    <a:pt x="251" y="1638"/>
                    <a:pt x="602" y="1103"/>
                    <a:pt x="736" y="936"/>
                  </a:cubicBezTo>
                  <a:cubicBezTo>
                    <a:pt x="870" y="735"/>
                    <a:pt x="1220" y="284"/>
                    <a:pt x="1271" y="0"/>
                  </a:cubicBezTo>
                  <a:cubicBezTo>
                    <a:pt x="1120" y="17"/>
                    <a:pt x="1120" y="50"/>
                    <a:pt x="1053" y="151"/>
                  </a:cubicBezTo>
                  <a:lnTo>
                    <a:pt x="585" y="802"/>
                  </a:lnTo>
                  <a:cubicBezTo>
                    <a:pt x="485" y="936"/>
                    <a:pt x="385" y="1070"/>
                    <a:pt x="285" y="1220"/>
                  </a:cubicBezTo>
                  <a:cubicBezTo>
                    <a:pt x="218" y="1320"/>
                    <a:pt x="1" y="1554"/>
                    <a:pt x="101" y="16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01;p21">
              <a:extLst>
                <a:ext uri="{FF2B5EF4-FFF2-40B4-BE49-F238E27FC236}">
                  <a16:creationId xmlns:a16="http://schemas.microsoft.com/office/drawing/2014/main" id="{328F8882-FDC7-4CB6-B5A9-90F30CD9DE39}"/>
                </a:ext>
              </a:extLst>
            </p:cNvPr>
            <p:cNvSpPr/>
            <p:nvPr/>
          </p:nvSpPr>
          <p:spPr>
            <a:xfrm>
              <a:off x="4603914" y="3429734"/>
              <a:ext cx="48568" cy="68497"/>
            </a:xfrm>
            <a:custGeom>
              <a:avLst/>
              <a:gdLst/>
              <a:ahLst/>
              <a:cxnLst/>
              <a:rect l="l" t="t" r="r" b="b"/>
              <a:pathLst>
                <a:path w="1221" h="1722" extrusionOk="0">
                  <a:moveTo>
                    <a:pt x="84" y="1705"/>
                  </a:moveTo>
                  <a:cubicBezTo>
                    <a:pt x="201" y="1721"/>
                    <a:pt x="552" y="1120"/>
                    <a:pt x="686" y="936"/>
                  </a:cubicBezTo>
                  <a:cubicBezTo>
                    <a:pt x="836" y="752"/>
                    <a:pt x="1220" y="284"/>
                    <a:pt x="1204" y="0"/>
                  </a:cubicBezTo>
                  <a:cubicBezTo>
                    <a:pt x="1053" y="34"/>
                    <a:pt x="1053" y="101"/>
                    <a:pt x="869" y="368"/>
                  </a:cubicBezTo>
                  <a:cubicBezTo>
                    <a:pt x="786" y="502"/>
                    <a:pt x="669" y="652"/>
                    <a:pt x="569" y="786"/>
                  </a:cubicBezTo>
                  <a:cubicBezTo>
                    <a:pt x="452" y="953"/>
                    <a:pt x="1" y="1487"/>
                    <a:pt x="8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02;p21">
              <a:extLst>
                <a:ext uri="{FF2B5EF4-FFF2-40B4-BE49-F238E27FC236}">
                  <a16:creationId xmlns:a16="http://schemas.microsoft.com/office/drawing/2014/main" id="{13E47FBF-717C-47E0-A351-E1E65043A887}"/>
                </a:ext>
              </a:extLst>
            </p:cNvPr>
            <p:cNvSpPr/>
            <p:nvPr/>
          </p:nvSpPr>
          <p:spPr>
            <a:xfrm>
              <a:off x="4474995" y="4124930"/>
              <a:ext cx="54535" cy="61178"/>
            </a:xfrm>
            <a:custGeom>
              <a:avLst/>
              <a:gdLst/>
              <a:ahLst/>
              <a:cxnLst/>
              <a:rect l="l" t="t" r="r" b="b"/>
              <a:pathLst>
                <a:path w="1371" h="1538" extrusionOk="0">
                  <a:moveTo>
                    <a:pt x="17" y="1538"/>
                  </a:moveTo>
                  <a:cubicBezTo>
                    <a:pt x="251" y="1488"/>
                    <a:pt x="602" y="1003"/>
                    <a:pt x="769" y="819"/>
                  </a:cubicBezTo>
                  <a:cubicBezTo>
                    <a:pt x="886" y="702"/>
                    <a:pt x="1370" y="151"/>
                    <a:pt x="1337" y="1"/>
                  </a:cubicBezTo>
                  <a:cubicBezTo>
                    <a:pt x="1186" y="1"/>
                    <a:pt x="1019" y="218"/>
                    <a:pt x="953" y="318"/>
                  </a:cubicBezTo>
                  <a:cubicBezTo>
                    <a:pt x="785" y="518"/>
                    <a:pt x="0" y="1320"/>
                    <a:pt x="17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3;p21">
              <a:extLst>
                <a:ext uri="{FF2B5EF4-FFF2-40B4-BE49-F238E27FC236}">
                  <a16:creationId xmlns:a16="http://schemas.microsoft.com/office/drawing/2014/main" id="{66B63D9C-E871-4E6B-83DD-E492196751DD}"/>
                </a:ext>
              </a:extLst>
            </p:cNvPr>
            <p:cNvSpPr/>
            <p:nvPr/>
          </p:nvSpPr>
          <p:spPr>
            <a:xfrm>
              <a:off x="4598584" y="3212388"/>
              <a:ext cx="47892" cy="63843"/>
            </a:xfrm>
            <a:custGeom>
              <a:avLst/>
              <a:gdLst/>
              <a:ahLst/>
              <a:cxnLst/>
              <a:rect l="l" t="t" r="r" b="b"/>
              <a:pathLst>
                <a:path w="1204" h="1605" extrusionOk="0">
                  <a:moveTo>
                    <a:pt x="85" y="1605"/>
                  </a:moveTo>
                  <a:cubicBezTo>
                    <a:pt x="235" y="1605"/>
                    <a:pt x="318" y="1371"/>
                    <a:pt x="385" y="1254"/>
                  </a:cubicBezTo>
                  <a:cubicBezTo>
                    <a:pt x="486" y="1103"/>
                    <a:pt x="569" y="987"/>
                    <a:pt x="669" y="853"/>
                  </a:cubicBezTo>
                  <a:cubicBezTo>
                    <a:pt x="786" y="686"/>
                    <a:pt x="1204" y="185"/>
                    <a:pt x="1204" y="1"/>
                  </a:cubicBezTo>
                  <a:cubicBezTo>
                    <a:pt x="1037" y="1"/>
                    <a:pt x="920" y="201"/>
                    <a:pt x="836" y="318"/>
                  </a:cubicBezTo>
                  <a:lnTo>
                    <a:pt x="252" y="1120"/>
                  </a:lnTo>
                  <a:cubicBezTo>
                    <a:pt x="168" y="1237"/>
                    <a:pt x="1" y="1438"/>
                    <a:pt x="85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04;p21">
              <a:extLst>
                <a:ext uri="{FF2B5EF4-FFF2-40B4-BE49-F238E27FC236}">
                  <a16:creationId xmlns:a16="http://schemas.microsoft.com/office/drawing/2014/main" id="{4AA237A9-8407-4106-B27B-6D9797F34CAF}"/>
                </a:ext>
              </a:extLst>
            </p:cNvPr>
            <p:cNvSpPr/>
            <p:nvPr/>
          </p:nvSpPr>
          <p:spPr>
            <a:xfrm>
              <a:off x="4607892" y="3571979"/>
              <a:ext cx="47892" cy="65156"/>
            </a:xfrm>
            <a:custGeom>
              <a:avLst/>
              <a:gdLst/>
              <a:ahLst/>
              <a:cxnLst/>
              <a:rect l="l" t="t" r="r" b="b"/>
              <a:pathLst>
                <a:path w="1204" h="1638" extrusionOk="0">
                  <a:moveTo>
                    <a:pt x="34" y="1621"/>
                  </a:moveTo>
                  <a:cubicBezTo>
                    <a:pt x="185" y="1637"/>
                    <a:pt x="185" y="1604"/>
                    <a:pt x="252" y="1504"/>
                  </a:cubicBezTo>
                  <a:cubicBezTo>
                    <a:pt x="385" y="1303"/>
                    <a:pt x="1204" y="167"/>
                    <a:pt x="1120" y="84"/>
                  </a:cubicBezTo>
                  <a:cubicBezTo>
                    <a:pt x="1037" y="0"/>
                    <a:pt x="970" y="117"/>
                    <a:pt x="937" y="184"/>
                  </a:cubicBezTo>
                  <a:cubicBezTo>
                    <a:pt x="719" y="485"/>
                    <a:pt x="1" y="1370"/>
                    <a:pt x="3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05;p21">
              <a:extLst>
                <a:ext uri="{FF2B5EF4-FFF2-40B4-BE49-F238E27FC236}">
                  <a16:creationId xmlns:a16="http://schemas.microsoft.com/office/drawing/2014/main" id="{B8D3CF47-0EEA-451B-81E5-237B8BFBCB48}"/>
                </a:ext>
              </a:extLst>
            </p:cNvPr>
            <p:cNvSpPr/>
            <p:nvPr/>
          </p:nvSpPr>
          <p:spPr>
            <a:xfrm>
              <a:off x="4444406" y="4108303"/>
              <a:ext cx="51233" cy="61854"/>
            </a:xfrm>
            <a:custGeom>
              <a:avLst/>
              <a:gdLst/>
              <a:ahLst/>
              <a:cxnLst/>
              <a:rect l="l" t="t" r="r" b="b"/>
              <a:pathLst>
                <a:path w="1288" h="1555" extrusionOk="0">
                  <a:moveTo>
                    <a:pt x="1" y="1555"/>
                  </a:moveTo>
                  <a:cubicBezTo>
                    <a:pt x="134" y="1555"/>
                    <a:pt x="151" y="1505"/>
                    <a:pt x="235" y="1404"/>
                  </a:cubicBezTo>
                  <a:lnTo>
                    <a:pt x="702" y="853"/>
                  </a:lnTo>
                  <a:cubicBezTo>
                    <a:pt x="769" y="753"/>
                    <a:pt x="1287" y="185"/>
                    <a:pt x="1220" y="34"/>
                  </a:cubicBezTo>
                  <a:cubicBezTo>
                    <a:pt x="1070" y="1"/>
                    <a:pt x="652" y="602"/>
                    <a:pt x="552" y="719"/>
                  </a:cubicBezTo>
                  <a:cubicBezTo>
                    <a:pt x="418" y="886"/>
                    <a:pt x="34" y="1321"/>
                    <a:pt x="1" y="15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06;p21">
              <a:extLst>
                <a:ext uri="{FF2B5EF4-FFF2-40B4-BE49-F238E27FC236}">
                  <a16:creationId xmlns:a16="http://schemas.microsoft.com/office/drawing/2014/main" id="{77AFAE87-C716-43E1-BCA4-1EA4538B582E}"/>
                </a:ext>
              </a:extLst>
            </p:cNvPr>
            <p:cNvSpPr/>
            <p:nvPr/>
          </p:nvSpPr>
          <p:spPr>
            <a:xfrm>
              <a:off x="4599936" y="3460323"/>
              <a:ext cx="53222" cy="65832"/>
            </a:xfrm>
            <a:custGeom>
              <a:avLst/>
              <a:gdLst/>
              <a:ahLst/>
              <a:cxnLst/>
              <a:rect l="l" t="t" r="r" b="b"/>
              <a:pathLst>
                <a:path w="1338" h="1655" extrusionOk="0">
                  <a:moveTo>
                    <a:pt x="167" y="1637"/>
                  </a:moveTo>
                  <a:cubicBezTo>
                    <a:pt x="351" y="1554"/>
                    <a:pt x="134" y="1604"/>
                    <a:pt x="435" y="1220"/>
                  </a:cubicBezTo>
                  <a:cubicBezTo>
                    <a:pt x="518" y="1103"/>
                    <a:pt x="652" y="952"/>
                    <a:pt x="752" y="852"/>
                  </a:cubicBezTo>
                  <a:cubicBezTo>
                    <a:pt x="836" y="752"/>
                    <a:pt x="1337" y="217"/>
                    <a:pt x="1170" y="0"/>
                  </a:cubicBezTo>
                  <a:cubicBezTo>
                    <a:pt x="1070" y="50"/>
                    <a:pt x="1086" y="150"/>
                    <a:pt x="886" y="384"/>
                  </a:cubicBezTo>
                  <a:cubicBezTo>
                    <a:pt x="685" y="618"/>
                    <a:pt x="218" y="1136"/>
                    <a:pt x="117" y="1387"/>
                  </a:cubicBezTo>
                  <a:cubicBezTo>
                    <a:pt x="0" y="1654"/>
                    <a:pt x="167" y="1637"/>
                    <a:pt x="167" y="16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07;p21">
              <a:extLst>
                <a:ext uri="{FF2B5EF4-FFF2-40B4-BE49-F238E27FC236}">
                  <a16:creationId xmlns:a16="http://schemas.microsoft.com/office/drawing/2014/main" id="{9967251D-86CC-48B9-9E76-7FC1C0A46643}"/>
                </a:ext>
              </a:extLst>
            </p:cNvPr>
            <p:cNvSpPr/>
            <p:nvPr/>
          </p:nvSpPr>
          <p:spPr>
            <a:xfrm>
              <a:off x="4598584" y="3294132"/>
              <a:ext cx="53222" cy="63843"/>
            </a:xfrm>
            <a:custGeom>
              <a:avLst/>
              <a:gdLst/>
              <a:ahLst/>
              <a:cxnLst/>
              <a:rect l="l" t="t" r="r" b="b"/>
              <a:pathLst>
                <a:path w="1338" h="1605" extrusionOk="0">
                  <a:moveTo>
                    <a:pt x="168" y="1605"/>
                  </a:moveTo>
                  <a:cubicBezTo>
                    <a:pt x="252" y="1571"/>
                    <a:pt x="235" y="1538"/>
                    <a:pt x="285" y="1438"/>
                  </a:cubicBezTo>
                  <a:cubicBezTo>
                    <a:pt x="402" y="1254"/>
                    <a:pt x="1020" y="485"/>
                    <a:pt x="1187" y="251"/>
                  </a:cubicBezTo>
                  <a:cubicBezTo>
                    <a:pt x="1237" y="185"/>
                    <a:pt x="1338" y="84"/>
                    <a:pt x="1221" y="34"/>
                  </a:cubicBezTo>
                  <a:cubicBezTo>
                    <a:pt x="1120" y="1"/>
                    <a:pt x="669" y="602"/>
                    <a:pt x="586" y="719"/>
                  </a:cubicBezTo>
                  <a:cubicBezTo>
                    <a:pt x="486" y="836"/>
                    <a:pt x="1" y="1404"/>
                    <a:pt x="168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08;p21">
              <a:extLst>
                <a:ext uri="{FF2B5EF4-FFF2-40B4-BE49-F238E27FC236}">
                  <a16:creationId xmlns:a16="http://schemas.microsoft.com/office/drawing/2014/main" id="{50B28303-1E28-4DBD-B076-46FDFF3C9C63}"/>
                </a:ext>
              </a:extLst>
            </p:cNvPr>
            <p:cNvSpPr/>
            <p:nvPr/>
          </p:nvSpPr>
          <p:spPr>
            <a:xfrm>
              <a:off x="4600613" y="3233669"/>
              <a:ext cx="47216" cy="59865"/>
            </a:xfrm>
            <a:custGeom>
              <a:avLst/>
              <a:gdLst/>
              <a:ahLst/>
              <a:cxnLst/>
              <a:rect l="l" t="t" r="r" b="b"/>
              <a:pathLst>
                <a:path w="1187" h="1505" extrusionOk="0">
                  <a:moveTo>
                    <a:pt x="0" y="1504"/>
                  </a:moveTo>
                  <a:cubicBezTo>
                    <a:pt x="167" y="1471"/>
                    <a:pt x="518" y="953"/>
                    <a:pt x="635" y="802"/>
                  </a:cubicBezTo>
                  <a:cubicBezTo>
                    <a:pt x="752" y="669"/>
                    <a:pt x="1186" y="167"/>
                    <a:pt x="1170" y="17"/>
                  </a:cubicBezTo>
                  <a:cubicBezTo>
                    <a:pt x="986" y="0"/>
                    <a:pt x="618" y="502"/>
                    <a:pt x="501" y="669"/>
                  </a:cubicBezTo>
                  <a:cubicBezTo>
                    <a:pt x="368" y="836"/>
                    <a:pt x="17" y="1254"/>
                    <a:pt x="0" y="15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09;p21">
              <a:extLst>
                <a:ext uri="{FF2B5EF4-FFF2-40B4-BE49-F238E27FC236}">
                  <a16:creationId xmlns:a16="http://schemas.microsoft.com/office/drawing/2014/main" id="{1FFB8A68-C718-43D7-9DA5-8402068984C2}"/>
                </a:ext>
              </a:extLst>
            </p:cNvPr>
            <p:cNvSpPr/>
            <p:nvPr/>
          </p:nvSpPr>
          <p:spPr>
            <a:xfrm>
              <a:off x="4689675" y="3415772"/>
              <a:ext cx="37232" cy="65832"/>
            </a:xfrm>
            <a:custGeom>
              <a:avLst/>
              <a:gdLst/>
              <a:ahLst/>
              <a:cxnLst/>
              <a:rect l="l" t="t" r="r" b="b"/>
              <a:pathLst>
                <a:path w="936" h="1655" extrusionOk="0">
                  <a:moveTo>
                    <a:pt x="117" y="1655"/>
                  </a:moveTo>
                  <a:cubicBezTo>
                    <a:pt x="251" y="1638"/>
                    <a:pt x="501" y="1036"/>
                    <a:pt x="585" y="886"/>
                  </a:cubicBezTo>
                  <a:cubicBezTo>
                    <a:pt x="685" y="669"/>
                    <a:pt x="936" y="251"/>
                    <a:pt x="902" y="1"/>
                  </a:cubicBezTo>
                  <a:cubicBezTo>
                    <a:pt x="735" y="34"/>
                    <a:pt x="785" y="84"/>
                    <a:pt x="635" y="385"/>
                  </a:cubicBezTo>
                  <a:lnTo>
                    <a:pt x="201" y="1220"/>
                  </a:lnTo>
                  <a:cubicBezTo>
                    <a:pt x="100" y="1387"/>
                    <a:pt x="0" y="1521"/>
                    <a:pt x="117" y="16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10;p21">
              <a:extLst>
                <a:ext uri="{FF2B5EF4-FFF2-40B4-BE49-F238E27FC236}">
                  <a16:creationId xmlns:a16="http://schemas.microsoft.com/office/drawing/2014/main" id="{B45055C2-9C43-4C45-B56E-91750CC675DA}"/>
                </a:ext>
              </a:extLst>
            </p:cNvPr>
            <p:cNvSpPr/>
            <p:nvPr/>
          </p:nvSpPr>
          <p:spPr>
            <a:xfrm>
              <a:off x="4693653" y="3435064"/>
              <a:ext cx="37232" cy="64479"/>
            </a:xfrm>
            <a:custGeom>
              <a:avLst/>
              <a:gdLst/>
              <a:ahLst/>
              <a:cxnLst/>
              <a:rect l="l" t="t" r="r" b="b"/>
              <a:pathLst>
                <a:path w="936" h="1621" extrusionOk="0">
                  <a:moveTo>
                    <a:pt x="84" y="1621"/>
                  </a:moveTo>
                  <a:cubicBezTo>
                    <a:pt x="251" y="1587"/>
                    <a:pt x="418" y="1103"/>
                    <a:pt x="552" y="869"/>
                  </a:cubicBezTo>
                  <a:cubicBezTo>
                    <a:pt x="685" y="618"/>
                    <a:pt x="886" y="284"/>
                    <a:pt x="936" y="0"/>
                  </a:cubicBezTo>
                  <a:cubicBezTo>
                    <a:pt x="752" y="0"/>
                    <a:pt x="769" y="84"/>
                    <a:pt x="619" y="334"/>
                  </a:cubicBezTo>
                  <a:cubicBezTo>
                    <a:pt x="485" y="568"/>
                    <a:pt x="0" y="1420"/>
                    <a:pt x="8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11;p21">
              <a:extLst>
                <a:ext uri="{FF2B5EF4-FFF2-40B4-BE49-F238E27FC236}">
                  <a16:creationId xmlns:a16="http://schemas.microsoft.com/office/drawing/2014/main" id="{4BC7205C-96A9-494D-8EA7-043EFE348FF0}"/>
                </a:ext>
              </a:extLst>
            </p:cNvPr>
            <p:cNvSpPr/>
            <p:nvPr/>
          </p:nvSpPr>
          <p:spPr>
            <a:xfrm>
              <a:off x="5111677" y="2195509"/>
              <a:ext cx="47932" cy="61178"/>
            </a:xfrm>
            <a:custGeom>
              <a:avLst/>
              <a:gdLst/>
              <a:ahLst/>
              <a:cxnLst/>
              <a:rect l="l" t="t" r="r" b="b"/>
              <a:pathLst>
                <a:path w="1205" h="1538" extrusionOk="0">
                  <a:moveTo>
                    <a:pt x="101" y="1538"/>
                  </a:moveTo>
                  <a:cubicBezTo>
                    <a:pt x="235" y="1504"/>
                    <a:pt x="252" y="1404"/>
                    <a:pt x="402" y="1187"/>
                  </a:cubicBezTo>
                  <a:cubicBezTo>
                    <a:pt x="536" y="986"/>
                    <a:pt x="1204" y="201"/>
                    <a:pt x="1120" y="1"/>
                  </a:cubicBezTo>
                  <a:cubicBezTo>
                    <a:pt x="953" y="17"/>
                    <a:pt x="1" y="1287"/>
                    <a:pt x="101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12;p21">
              <a:extLst>
                <a:ext uri="{FF2B5EF4-FFF2-40B4-BE49-F238E27FC236}">
                  <a16:creationId xmlns:a16="http://schemas.microsoft.com/office/drawing/2014/main" id="{BB79EED9-BA73-4A42-AB1C-E34DA41A7E2C}"/>
                </a:ext>
              </a:extLst>
            </p:cNvPr>
            <p:cNvSpPr/>
            <p:nvPr/>
          </p:nvSpPr>
          <p:spPr>
            <a:xfrm>
              <a:off x="4426466" y="4104325"/>
              <a:ext cx="51870" cy="58513"/>
            </a:xfrm>
            <a:custGeom>
              <a:avLst/>
              <a:gdLst/>
              <a:ahLst/>
              <a:cxnLst/>
              <a:rect l="l" t="t" r="r" b="b"/>
              <a:pathLst>
                <a:path w="1304" h="1471" extrusionOk="0">
                  <a:moveTo>
                    <a:pt x="0" y="1471"/>
                  </a:moveTo>
                  <a:cubicBezTo>
                    <a:pt x="184" y="1437"/>
                    <a:pt x="468" y="1003"/>
                    <a:pt x="686" y="803"/>
                  </a:cubicBezTo>
                  <a:cubicBezTo>
                    <a:pt x="719" y="752"/>
                    <a:pt x="1304" y="168"/>
                    <a:pt x="1237" y="84"/>
                  </a:cubicBezTo>
                  <a:cubicBezTo>
                    <a:pt x="1137" y="1"/>
                    <a:pt x="919" y="285"/>
                    <a:pt x="869" y="351"/>
                  </a:cubicBezTo>
                  <a:cubicBezTo>
                    <a:pt x="619" y="569"/>
                    <a:pt x="17" y="1153"/>
                    <a:pt x="0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13;p21">
              <a:extLst>
                <a:ext uri="{FF2B5EF4-FFF2-40B4-BE49-F238E27FC236}">
                  <a16:creationId xmlns:a16="http://schemas.microsoft.com/office/drawing/2014/main" id="{053308C1-DCEE-4D38-B428-F56D2E1F29B6}"/>
                </a:ext>
              </a:extLst>
            </p:cNvPr>
            <p:cNvSpPr/>
            <p:nvPr/>
          </p:nvSpPr>
          <p:spPr>
            <a:xfrm>
              <a:off x="4609921" y="3486218"/>
              <a:ext cx="39897" cy="63843"/>
            </a:xfrm>
            <a:custGeom>
              <a:avLst/>
              <a:gdLst/>
              <a:ahLst/>
              <a:cxnLst/>
              <a:rect l="l" t="t" r="r" b="b"/>
              <a:pathLst>
                <a:path w="1003" h="1605" extrusionOk="0">
                  <a:moveTo>
                    <a:pt x="0" y="1605"/>
                  </a:moveTo>
                  <a:cubicBezTo>
                    <a:pt x="267" y="1538"/>
                    <a:pt x="401" y="1120"/>
                    <a:pt x="535" y="836"/>
                  </a:cubicBezTo>
                  <a:cubicBezTo>
                    <a:pt x="685" y="552"/>
                    <a:pt x="986" y="101"/>
                    <a:pt x="1003" y="1"/>
                  </a:cubicBezTo>
                  <a:cubicBezTo>
                    <a:pt x="785" y="1"/>
                    <a:pt x="518" y="435"/>
                    <a:pt x="401" y="669"/>
                  </a:cubicBezTo>
                  <a:cubicBezTo>
                    <a:pt x="334" y="819"/>
                    <a:pt x="17" y="1471"/>
                    <a:pt x="0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14;p21">
              <a:extLst>
                <a:ext uri="{FF2B5EF4-FFF2-40B4-BE49-F238E27FC236}">
                  <a16:creationId xmlns:a16="http://schemas.microsoft.com/office/drawing/2014/main" id="{A03E8D24-5113-4882-8631-407EC0D4B3C9}"/>
                </a:ext>
              </a:extLst>
            </p:cNvPr>
            <p:cNvSpPr/>
            <p:nvPr/>
          </p:nvSpPr>
          <p:spPr>
            <a:xfrm>
              <a:off x="4598584" y="3318754"/>
              <a:ext cx="43914" cy="61814"/>
            </a:xfrm>
            <a:custGeom>
              <a:avLst/>
              <a:gdLst/>
              <a:ahLst/>
              <a:cxnLst/>
              <a:rect l="l" t="t" r="r" b="b"/>
              <a:pathLst>
                <a:path w="1104" h="1554" extrusionOk="0">
                  <a:moveTo>
                    <a:pt x="151" y="1554"/>
                  </a:moveTo>
                  <a:cubicBezTo>
                    <a:pt x="268" y="1504"/>
                    <a:pt x="302" y="1303"/>
                    <a:pt x="369" y="1170"/>
                  </a:cubicBezTo>
                  <a:cubicBezTo>
                    <a:pt x="486" y="952"/>
                    <a:pt x="736" y="652"/>
                    <a:pt x="887" y="435"/>
                  </a:cubicBezTo>
                  <a:cubicBezTo>
                    <a:pt x="970" y="318"/>
                    <a:pt x="1104" y="167"/>
                    <a:pt x="1104" y="0"/>
                  </a:cubicBezTo>
                  <a:cubicBezTo>
                    <a:pt x="937" y="0"/>
                    <a:pt x="870" y="167"/>
                    <a:pt x="770" y="284"/>
                  </a:cubicBezTo>
                  <a:cubicBezTo>
                    <a:pt x="552" y="535"/>
                    <a:pt x="1" y="1237"/>
                    <a:pt x="151" y="15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15;p21">
              <a:extLst>
                <a:ext uri="{FF2B5EF4-FFF2-40B4-BE49-F238E27FC236}">
                  <a16:creationId xmlns:a16="http://schemas.microsoft.com/office/drawing/2014/main" id="{1B227878-0594-47AC-ABDD-89D2E138B96D}"/>
                </a:ext>
              </a:extLst>
            </p:cNvPr>
            <p:cNvSpPr/>
            <p:nvPr/>
          </p:nvSpPr>
          <p:spPr>
            <a:xfrm>
              <a:off x="4326783" y="3990680"/>
              <a:ext cx="49205" cy="53222"/>
            </a:xfrm>
            <a:custGeom>
              <a:avLst/>
              <a:gdLst/>
              <a:ahLst/>
              <a:cxnLst/>
              <a:rect l="l" t="t" r="r" b="b"/>
              <a:pathLst>
                <a:path w="1237" h="1338" extrusionOk="0">
                  <a:moveTo>
                    <a:pt x="117" y="1337"/>
                  </a:moveTo>
                  <a:cubicBezTo>
                    <a:pt x="251" y="1320"/>
                    <a:pt x="234" y="1304"/>
                    <a:pt x="301" y="1203"/>
                  </a:cubicBezTo>
                  <a:cubicBezTo>
                    <a:pt x="351" y="1137"/>
                    <a:pt x="368" y="1103"/>
                    <a:pt x="435" y="1020"/>
                  </a:cubicBezTo>
                  <a:cubicBezTo>
                    <a:pt x="518" y="919"/>
                    <a:pt x="635" y="786"/>
                    <a:pt x="702" y="702"/>
                  </a:cubicBezTo>
                  <a:cubicBezTo>
                    <a:pt x="802" y="585"/>
                    <a:pt x="1237" y="151"/>
                    <a:pt x="1203" y="17"/>
                  </a:cubicBezTo>
                  <a:cubicBezTo>
                    <a:pt x="1170" y="17"/>
                    <a:pt x="1203" y="0"/>
                    <a:pt x="1136" y="17"/>
                  </a:cubicBezTo>
                  <a:cubicBezTo>
                    <a:pt x="1019" y="17"/>
                    <a:pt x="618" y="502"/>
                    <a:pt x="552" y="602"/>
                  </a:cubicBezTo>
                  <a:cubicBezTo>
                    <a:pt x="351" y="836"/>
                    <a:pt x="0" y="1153"/>
                    <a:pt x="117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16;p21">
              <a:extLst>
                <a:ext uri="{FF2B5EF4-FFF2-40B4-BE49-F238E27FC236}">
                  <a16:creationId xmlns:a16="http://schemas.microsoft.com/office/drawing/2014/main" id="{BA1D1664-1650-4917-B0BD-5CDFED6BB242}"/>
                </a:ext>
              </a:extLst>
            </p:cNvPr>
            <p:cNvSpPr/>
            <p:nvPr/>
          </p:nvSpPr>
          <p:spPr>
            <a:xfrm>
              <a:off x="4352678" y="4013274"/>
              <a:ext cx="52546" cy="51233"/>
            </a:xfrm>
            <a:custGeom>
              <a:avLst/>
              <a:gdLst/>
              <a:ahLst/>
              <a:cxnLst/>
              <a:rect l="l" t="t" r="r" b="b"/>
              <a:pathLst>
                <a:path w="1321" h="1288" extrusionOk="0">
                  <a:moveTo>
                    <a:pt x="1" y="1287"/>
                  </a:moveTo>
                  <a:cubicBezTo>
                    <a:pt x="168" y="1270"/>
                    <a:pt x="134" y="1237"/>
                    <a:pt x="218" y="1137"/>
                  </a:cubicBezTo>
                  <a:cubicBezTo>
                    <a:pt x="268" y="1070"/>
                    <a:pt x="302" y="1020"/>
                    <a:pt x="368" y="970"/>
                  </a:cubicBezTo>
                  <a:cubicBezTo>
                    <a:pt x="452" y="886"/>
                    <a:pt x="586" y="752"/>
                    <a:pt x="686" y="669"/>
                  </a:cubicBezTo>
                  <a:cubicBezTo>
                    <a:pt x="853" y="535"/>
                    <a:pt x="1304" y="201"/>
                    <a:pt x="1321" y="17"/>
                  </a:cubicBezTo>
                  <a:cubicBezTo>
                    <a:pt x="1120" y="0"/>
                    <a:pt x="686" y="418"/>
                    <a:pt x="552" y="535"/>
                  </a:cubicBezTo>
                  <a:cubicBezTo>
                    <a:pt x="402" y="669"/>
                    <a:pt x="34" y="986"/>
                    <a:pt x="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517;p21">
              <a:extLst>
                <a:ext uri="{FF2B5EF4-FFF2-40B4-BE49-F238E27FC236}">
                  <a16:creationId xmlns:a16="http://schemas.microsoft.com/office/drawing/2014/main" id="{61305EA5-CC7B-47DD-836D-CFE9CBA5AD77}"/>
                </a:ext>
              </a:extLst>
            </p:cNvPr>
            <p:cNvSpPr/>
            <p:nvPr/>
          </p:nvSpPr>
          <p:spPr>
            <a:xfrm>
              <a:off x="4607892" y="3415772"/>
              <a:ext cx="44591" cy="59189"/>
            </a:xfrm>
            <a:custGeom>
              <a:avLst/>
              <a:gdLst/>
              <a:ahLst/>
              <a:cxnLst/>
              <a:rect l="l" t="t" r="r" b="b"/>
              <a:pathLst>
                <a:path w="1121" h="1488" extrusionOk="0">
                  <a:moveTo>
                    <a:pt x="84" y="1488"/>
                  </a:moveTo>
                  <a:cubicBezTo>
                    <a:pt x="268" y="1421"/>
                    <a:pt x="268" y="1304"/>
                    <a:pt x="368" y="1120"/>
                  </a:cubicBezTo>
                  <a:cubicBezTo>
                    <a:pt x="435" y="986"/>
                    <a:pt x="519" y="853"/>
                    <a:pt x="602" y="719"/>
                  </a:cubicBezTo>
                  <a:cubicBezTo>
                    <a:pt x="753" y="485"/>
                    <a:pt x="1087" y="134"/>
                    <a:pt x="1120" y="1"/>
                  </a:cubicBezTo>
                  <a:cubicBezTo>
                    <a:pt x="903" y="1"/>
                    <a:pt x="569" y="435"/>
                    <a:pt x="452" y="602"/>
                  </a:cubicBezTo>
                  <a:cubicBezTo>
                    <a:pt x="318" y="803"/>
                    <a:pt x="1" y="1204"/>
                    <a:pt x="84" y="14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518;p21">
              <a:extLst>
                <a:ext uri="{FF2B5EF4-FFF2-40B4-BE49-F238E27FC236}">
                  <a16:creationId xmlns:a16="http://schemas.microsoft.com/office/drawing/2014/main" id="{04C7B35D-D841-4395-981B-05FBC5C64674}"/>
                </a:ext>
              </a:extLst>
            </p:cNvPr>
            <p:cNvSpPr/>
            <p:nvPr/>
          </p:nvSpPr>
          <p:spPr>
            <a:xfrm>
              <a:off x="4600613" y="3339995"/>
              <a:ext cx="42562" cy="59865"/>
            </a:xfrm>
            <a:custGeom>
              <a:avLst/>
              <a:gdLst/>
              <a:ahLst/>
              <a:cxnLst/>
              <a:rect l="l" t="t" r="r" b="b"/>
              <a:pathLst>
                <a:path w="1070" h="1505" extrusionOk="0">
                  <a:moveTo>
                    <a:pt x="84" y="1505"/>
                  </a:moveTo>
                  <a:cubicBezTo>
                    <a:pt x="267" y="1454"/>
                    <a:pt x="1069" y="168"/>
                    <a:pt x="1053" y="1"/>
                  </a:cubicBezTo>
                  <a:cubicBezTo>
                    <a:pt x="919" y="1"/>
                    <a:pt x="919" y="34"/>
                    <a:pt x="869" y="118"/>
                  </a:cubicBezTo>
                  <a:cubicBezTo>
                    <a:pt x="685" y="352"/>
                    <a:pt x="0" y="1321"/>
                    <a:pt x="84" y="15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519;p21">
              <a:extLst>
                <a:ext uri="{FF2B5EF4-FFF2-40B4-BE49-F238E27FC236}">
                  <a16:creationId xmlns:a16="http://schemas.microsoft.com/office/drawing/2014/main" id="{A5B5F93E-404F-4CD0-BCCA-C9635BEA522E}"/>
                </a:ext>
              </a:extLst>
            </p:cNvPr>
            <p:cNvSpPr/>
            <p:nvPr/>
          </p:nvSpPr>
          <p:spPr>
            <a:xfrm>
              <a:off x="4599936" y="3362589"/>
              <a:ext cx="43914" cy="54535"/>
            </a:xfrm>
            <a:custGeom>
              <a:avLst/>
              <a:gdLst/>
              <a:ahLst/>
              <a:cxnLst/>
              <a:rect l="l" t="t" r="r" b="b"/>
              <a:pathLst>
                <a:path w="1104" h="1371" extrusionOk="0">
                  <a:moveTo>
                    <a:pt x="67" y="1371"/>
                  </a:moveTo>
                  <a:cubicBezTo>
                    <a:pt x="218" y="1338"/>
                    <a:pt x="518" y="886"/>
                    <a:pt x="635" y="736"/>
                  </a:cubicBezTo>
                  <a:cubicBezTo>
                    <a:pt x="736" y="602"/>
                    <a:pt x="1103" y="185"/>
                    <a:pt x="1070" y="1"/>
                  </a:cubicBezTo>
                  <a:cubicBezTo>
                    <a:pt x="853" y="18"/>
                    <a:pt x="351" y="769"/>
                    <a:pt x="234" y="970"/>
                  </a:cubicBezTo>
                  <a:cubicBezTo>
                    <a:pt x="151" y="1087"/>
                    <a:pt x="0" y="1254"/>
                    <a:pt x="6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520;p21">
              <a:extLst>
                <a:ext uri="{FF2B5EF4-FFF2-40B4-BE49-F238E27FC236}">
                  <a16:creationId xmlns:a16="http://schemas.microsoft.com/office/drawing/2014/main" id="{7655FB81-63AB-4947-8281-884B8D55022F}"/>
                </a:ext>
              </a:extLst>
            </p:cNvPr>
            <p:cNvSpPr/>
            <p:nvPr/>
          </p:nvSpPr>
          <p:spPr>
            <a:xfrm>
              <a:off x="4342057" y="3665656"/>
              <a:ext cx="35919" cy="60541"/>
            </a:xfrm>
            <a:custGeom>
              <a:avLst/>
              <a:gdLst/>
              <a:ahLst/>
              <a:cxnLst/>
              <a:rect l="l" t="t" r="r" b="b"/>
              <a:pathLst>
                <a:path w="903" h="1522" extrusionOk="0">
                  <a:moveTo>
                    <a:pt x="51" y="1521"/>
                  </a:moveTo>
                  <a:cubicBezTo>
                    <a:pt x="184" y="1455"/>
                    <a:pt x="218" y="1271"/>
                    <a:pt x="285" y="1137"/>
                  </a:cubicBezTo>
                  <a:cubicBezTo>
                    <a:pt x="452" y="786"/>
                    <a:pt x="886" y="168"/>
                    <a:pt x="903" y="18"/>
                  </a:cubicBezTo>
                  <a:cubicBezTo>
                    <a:pt x="635" y="1"/>
                    <a:pt x="101" y="1003"/>
                    <a:pt x="34" y="1271"/>
                  </a:cubicBezTo>
                  <a:cubicBezTo>
                    <a:pt x="0" y="1471"/>
                    <a:pt x="34" y="1438"/>
                    <a:pt x="34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521;p21">
              <a:extLst>
                <a:ext uri="{FF2B5EF4-FFF2-40B4-BE49-F238E27FC236}">
                  <a16:creationId xmlns:a16="http://schemas.microsoft.com/office/drawing/2014/main" id="{9C6E3F44-77FC-4950-B74A-82D612C808E3}"/>
                </a:ext>
              </a:extLst>
            </p:cNvPr>
            <p:cNvSpPr/>
            <p:nvPr/>
          </p:nvSpPr>
          <p:spPr>
            <a:xfrm>
              <a:off x="4507533" y="4116975"/>
              <a:ext cx="43914" cy="56524"/>
            </a:xfrm>
            <a:custGeom>
              <a:avLst/>
              <a:gdLst/>
              <a:ahLst/>
              <a:cxnLst/>
              <a:rect l="l" t="t" r="r" b="b"/>
              <a:pathLst>
                <a:path w="1104" h="1421" extrusionOk="0">
                  <a:moveTo>
                    <a:pt x="1" y="1420"/>
                  </a:moveTo>
                  <a:cubicBezTo>
                    <a:pt x="218" y="1370"/>
                    <a:pt x="469" y="936"/>
                    <a:pt x="602" y="752"/>
                  </a:cubicBezTo>
                  <a:cubicBezTo>
                    <a:pt x="703" y="618"/>
                    <a:pt x="786" y="485"/>
                    <a:pt x="870" y="384"/>
                  </a:cubicBezTo>
                  <a:cubicBezTo>
                    <a:pt x="953" y="284"/>
                    <a:pt x="1104" y="150"/>
                    <a:pt x="1087" y="0"/>
                  </a:cubicBezTo>
                  <a:cubicBezTo>
                    <a:pt x="770" y="50"/>
                    <a:pt x="34" y="1186"/>
                    <a:pt x="1" y="14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522;p21">
              <a:extLst>
                <a:ext uri="{FF2B5EF4-FFF2-40B4-BE49-F238E27FC236}">
                  <a16:creationId xmlns:a16="http://schemas.microsoft.com/office/drawing/2014/main" id="{12E741B2-8A21-4DED-9D2B-FC71747EB535}"/>
                </a:ext>
              </a:extLst>
            </p:cNvPr>
            <p:cNvSpPr/>
            <p:nvPr/>
          </p:nvSpPr>
          <p:spPr>
            <a:xfrm>
              <a:off x="4649102" y="3597875"/>
              <a:ext cx="41925" cy="59189"/>
            </a:xfrm>
            <a:custGeom>
              <a:avLst/>
              <a:gdLst/>
              <a:ahLst/>
              <a:cxnLst/>
              <a:rect l="l" t="t" r="r" b="b"/>
              <a:pathLst>
                <a:path w="1054" h="1488" extrusionOk="0">
                  <a:moveTo>
                    <a:pt x="18" y="1471"/>
                  </a:moveTo>
                  <a:cubicBezTo>
                    <a:pt x="135" y="1488"/>
                    <a:pt x="135" y="1438"/>
                    <a:pt x="185" y="1371"/>
                  </a:cubicBezTo>
                  <a:cubicBezTo>
                    <a:pt x="419" y="1070"/>
                    <a:pt x="1053" y="352"/>
                    <a:pt x="920" y="1"/>
                  </a:cubicBezTo>
                  <a:cubicBezTo>
                    <a:pt x="803" y="17"/>
                    <a:pt x="753" y="235"/>
                    <a:pt x="686" y="352"/>
                  </a:cubicBezTo>
                  <a:cubicBezTo>
                    <a:pt x="502" y="669"/>
                    <a:pt x="1" y="1271"/>
                    <a:pt x="18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523;p21">
              <a:extLst>
                <a:ext uri="{FF2B5EF4-FFF2-40B4-BE49-F238E27FC236}">
                  <a16:creationId xmlns:a16="http://schemas.microsoft.com/office/drawing/2014/main" id="{2B81003F-8C1B-480E-920A-FCC6EC391D59}"/>
                </a:ext>
              </a:extLst>
            </p:cNvPr>
            <p:cNvSpPr/>
            <p:nvPr/>
          </p:nvSpPr>
          <p:spPr>
            <a:xfrm>
              <a:off x="4685021" y="3215053"/>
              <a:ext cx="41249" cy="55211"/>
            </a:xfrm>
            <a:custGeom>
              <a:avLst/>
              <a:gdLst/>
              <a:ahLst/>
              <a:cxnLst/>
              <a:rect l="l" t="t" r="r" b="b"/>
              <a:pathLst>
                <a:path w="1037" h="1388" extrusionOk="0">
                  <a:moveTo>
                    <a:pt x="117" y="1371"/>
                  </a:moveTo>
                  <a:cubicBezTo>
                    <a:pt x="251" y="1387"/>
                    <a:pt x="201" y="1354"/>
                    <a:pt x="384" y="1103"/>
                  </a:cubicBezTo>
                  <a:lnTo>
                    <a:pt x="836" y="418"/>
                  </a:lnTo>
                  <a:cubicBezTo>
                    <a:pt x="902" y="318"/>
                    <a:pt x="1036" y="184"/>
                    <a:pt x="1003" y="51"/>
                  </a:cubicBezTo>
                  <a:cubicBezTo>
                    <a:pt x="836" y="1"/>
                    <a:pt x="618" y="402"/>
                    <a:pt x="451" y="635"/>
                  </a:cubicBezTo>
                  <a:cubicBezTo>
                    <a:pt x="351" y="769"/>
                    <a:pt x="0" y="1204"/>
                    <a:pt x="11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524;p21">
              <a:extLst>
                <a:ext uri="{FF2B5EF4-FFF2-40B4-BE49-F238E27FC236}">
                  <a16:creationId xmlns:a16="http://schemas.microsoft.com/office/drawing/2014/main" id="{06E309F3-B414-4207-A2BA-9A065A926B4D}"/>
                </a:ext>
              </a:extLst>
            </p:cNvPr>
            <p:cNvSpPr/>
            <p:nvPr/>
          </p:nvSpPr>
          <p:spPr>
            <a:xfrm>
              <a:off x="4403872" y="4008620"/>
              <a:ext cx="51870" cy="48568"/>
            </a:xfrm>
            <a:custGeom>
              <a:avLst/>
              <a:gdLst/>
              <a:ahLst/>
              <a:cxnLst/>
              <a:rect l="l" t="t" r="r" b="b"/>
              <a:pathLst>
                <a:path w="1304" h="1221" extrusionOk="0">
                  <a:moveTo>
                    <a:pt x="0" y="1220"/>
                  </a:moveTo>
                  <a:cubicBezTo>
                    <a:pt x="151" y="1204"/>
                    <a:pt x="301" y="1036"/>
                    <a:pt x="385" y="953"/>
                  </a:cubicBezTo>
                  <a:lnTo>
                    <a:pt x="1020" y="402"/>
                  </a:lnTo>
                  <a:cubicBezTo>
                    <a:pt x="1086" y="335"/>
                    <a:pt x="1304" y="151"/>
                    <a:pt x="1220" y="84"/>
                  </a:cubicBezTo>
                  <a:cubicBezTo>
                    <a:pt x="1137" y="1"/>
                    <a:pt x="936" y="218"/>
                    <a:pt x="869" y="285"/>
                  </a:cubicBezTo>
                  <a:cubicBezTo>
                    <a:pt x="652" y="452"/>
                    <a:pt x="34" y="970"/>
                    <a:pt x="0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525;p21">
              <a:extLst>
                <a:ext uri="{FF2B5EF4-FFF2-40B4-BE49-F238E27FC236}">
                  <a16:creationId xmlns:a16="http://schemas.microsoft.com/office/drawing/2014/main" id="{CC27830E-C849-4F31-B516-528D455767A3}"/>
                </a:ext>
              </a:extLst>
            </p:cNvPr>
            <p:cNvSpPr/>
            <p:nvPr/>
          </p:nvSpPr>
          <p:spPr>
            <a:xfrm>
              <a:off x="4686334" y="3231680"/>
              <a:ext cx="43238" cy="57836"/>
            </a:xfrm>
            <a:custGeom>
              <a:avLst/>
              <a:gdLst/>
              <a:ahLst/>
              <a:cxnLst/>
              <a:rect l="l" t="t" r="r" b="b"/>
              <a:pathLst>
                <a:path w="1087" h="1454" extrusionOk="0">
                  <a:moveTo>
                    <a:pt x="168" y="1454"/>
                  </a:moveTo>
                  <a:cubicBezTo>
                    <a:pt x="301" y="1420"/>
                    <a:pt x="251" y="1370"/>
                    <a:pt x="385" y="1120"/>
                  </a:cubicBezTo>
                  <a:cubicBezTo>
                    <a:pt x="535" y="836"/>
                    <a:pt x="1087" y="117"/>
                    <a:pt x="970" y="67"/>
                  </a:cubicBezTo>
                  <a:cubicBezTo>
                    <a:pt x="836" y="0"/>
                    <a:pt x="1" y="1153"/>
                    <a:pt x="168" y="14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526;p21">
              <a:extLst>
                <a:ext uri="{FF2B5EF4-FFF2-40B4-BE49-F238E27FC236}">
                  <a16:creationId xmlns:a16="http://schemas.microsoft.com/office/drawing/2014/main" id="{709550E1-B870-4543-A07D-A9487A5C72A7}"/>
                </a:ext>
              </a:extLst>
            </p:cNvPr>
            <p:cNvSpPr/>
            <p:nvPr/>
          </p:nvSpPr>
          <p:spPr>
            <a:xfrm>
              <a:off x="4608568" y="3565973"/>
              <a:ext cx="39937" cy="51233"/>
            </a:xfrm>
            <a:custGeom>
              <a:avLst/>
              <a:gdLst/>
              <a:ahLst/>
              <a:cxnLst/>
              <a:rect l="l" t="t" r="r" b="b"/>
              <a:pathLst>
                <a:path w="1004" h="1288" extrusionOk="0">
                  <a:moveTo>
                    <a:pt x="17" y="1287"/>
                  </a:moveTo>
                  <a:cubicBezTo>
                    <a:pt x="251" y="1254"/>
                    <a:pt x="502" y="669"/>
                    <a:pt x="786" y="352"/>
                  </a:cubicBezTo>
                  <a:cubicBezTo>
                    <a:pt x="853" y="268"/>
                    <a:pt x="986" y="151"/>
                    <a:pt x="1003" y="34"/>
                  </a:cubicBezTo>
                  <a:cubicBezTo>
                    <a:pt x="652" y="1"/>
                    <a:pt x="1" y="1087"/>
                    <a:pt x="17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527;p21">
              <a:extLst>
                <a:ext uri="{FF2B5EF4-FFF2-40B4-BE49-F238E27FC236}">
                  <a16:creationId xmlns:a16="http://schemas.microsoft.com/office/drawing/2014/main" id="{BF051310-38AC-4C51-B059-47F82197AF53}"/>
                </a:ext>
              </a:extLst>
            </p:cNvPr>
            <p:cNvSpPr/>
            <p:nvPr/>
          </p:nvSpPr>
          <p:spPr>
            <a:xfrm>
              <a:off x="4699619" y="3383870"/>
              <a:ext cx="29952" cy="56524"/>
            </a:xfrm>
            <a:custGeom>
              <a:avLst/>
              <a:gdLst/>
              <a:ahLst/>
              <a:cxnLst/>
              <a:rect l="l" t="t" r="r" b="b"/>
              <a:pathLst>
                <a:path w="753" h="1421" extrusionOk="0">
                  <a:moveTo>
                    <a:pt x="1" y="1421"/>
                  </a:moveTo>
                  <a:cubicBezTo>
                    <a:pt x="168" y="1371"/>
                    <a:pt x="301" y="1003"/>
                    <a:pt x="435" y="769"/>
                  </a:cubicBezTo>
                  <a:cubicBezTo>
                    <a:pt x="485" y="669"/>
                    <a:pt x="719" y="251"/>
                    <a:pt x="736" y="134"/>
                  </a:cubicBezTo>
                  <a:cubicBezTo>
                    <a:pt x="753" y="51"/>
                    <a:pt x="753" y="184"/>
                    <a:pt x="736" y="84"/>
                  </a:cubicBezTo>
                  <a:cubicBezTo>
                    <a:pt x="719" y="17"/>
                    <a:pt x="736" y="51"/>
                    <a:pt x="702" y="1"/>
                  </a:cubicBezTo>
                  <a:cubicBezTo>
                    <a:pt x="585" y="34"/>
                    <a:pt x="636" y="17"/>
                    <a:pt x="569" y="134"/>
                  </a:cubicBezTo>
                  <a:lnTo>
                    <a:pt x="285" y="635"/>
                  </a:lnTo>
                  <a:cubicBezTo>
                    <a:pt x="168" y="836"/>
                    <a:pt x="1" y="1153"/>
                    <a:pt x="1" y="14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528;p21">
              <a:extLst>
                <a:ext uri="{FF2B5EF4-FFF2-40B4-BE49-F238E27FC236}">
                  <a16:creationId xmlns:a16="http://schemas.microsoft.com/office/drawing/2014/main" id="{0AEE6AE3-DD8B-45FF-AF9B-404906E2912B}"/>
                </a:ext>
              </a:extLst>
            </p:cNvPr>
            <p:cNvSpPr/>
            <p:nvPr/>
          </p:nvSpPr>
          <p:spPr>
            <a:xfrm>
              <a:off x="4628497" y="3667685"/>
              <a:ext cx="29952" cy="53859"/>
            </a:xfrm>
            <a:custGeom>
              <a:avLst/>
              <a:gdLst/>
              <a:ahLst/>
              <a:cxnLst/>
              <a:rect l="l" t="t" r="r" b="b"/>
              <a:pathLst>
                <a:path w="753" h="1354" extrusionOk="0">
                  <a:moveTo>
                    <a:pt x="84" y="1353"/>
                  </a:moveTo>
                  <a:cubicBezTo>
                    <a:pt x="201" y="1320"/>
                    <a:pt x="151" y="1353"/>
                    <a:pt x="218" y="1220"/>
                  </a:cubicBezTo>
                  <a:cubicBezTo>
                    <a:pt x="235" y="1153"/>
                    <a:pt x="251" y="1103"/>
                    <a:pt x="285" y="1036"/>
                  </a:cubicBezTo>
                  <a:cubicBezTo>
                    <a:pt x="419" y="769"/>
                    <a:pt x="753" y="234"/>
                    <a:pt x="753" y="0"/>
                  </a:cubicBezTo>
                  <a:cubicBezTo>
                    <a:pt x="519" y="50"/>
                    <a:pt x="135" y="886"/>
                    <a:pt x="51" y="1136"/>
                  </a:cubicBezTo>
                  <a:cubicBezTo>
                    <a:pt x="1" y="1320"/>
                    <a:pt x="51" y="1287"/>
                    <a:pt x="5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29;p21">
              <a:extLst>
                <a:ext uri="{FF2B5EF4-FFF2-40B4-BE49-F238E27FC236}">
                  <a16:creationId xmlns:a16="http://schemas.microsoft.com/office/drawing/2014/main" id="{BE4F4A51-7187-484A-BCD7-AD45E6C1AE3B}"/>
                </a:ext>
              </a:extLst>
            </p:cNvPr>
            <p:cNvSpPr/>
            <p:nvPr/>
          </p:nvSpPr>
          <p:spPr>
            <a:xfrm>
              <a:off x="4653119" y="3661002"/>
              <a:ext cx="31265" cy="55211"/>
            </a:xfrm>
            <a:custGeom>
              <a:avLst/>
              <a:gdLst/>
              <a:ahLst/>
              <a:cxnLst/>
              <a:rect l="l" t="t" r="r" b="b"/>
              <a:pathLst>
                <a:path w="786" h="1388" extrusionOk="0">
                  <a:moveTo>
                    <a:pt x="150" y="1388"/>
                  </a:moveTo>
                  <a:cubicBezTo>
                    <a:pt x="234" y="1338"/>
                    <a:pt x="217" y="1354"/>
                    <a:pt x="267" y="1237"/>
                  </a:cubicBezTo>
                  <a:cubicBezTo>
                    <a:pt x="401" y="870"/>
                    <a:pt x="785" y="168"/>
                    <a:pt x="685" y="1"/>
                  </a:cubicBezTo>
                  <a:cubicBezTo>
                    <a:pt x="568" y="18"/>
                    <a:pt x="618" y="1"/>
                    <a:pt x="551" y="118"/>
                  </a:cubicBezTo>
                  <a:cubicBezTo>
                    <a:pt x="418" y="369"/>
                    <a:pt x="0" y="1154"/>
                    <a:pt x="150" y="13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530;p21">
              <a:extLst>
                <a:ext uri="{FF2B5EF4-FFF2-40B4-BE49-F238E27FC236}">
                  <a16:creationId xmlns:a16="http://schemas.microsoft.com/office/drawing/2014/main" id="{E0718813-F12C-4BB2-85A2-4994A8A0E2CE}"/>
                </a:ext>
              </a:extLst>
            </p:cNvPr>
            <p:cNvSpPr/>
            <p:nvPr/>
          </p:nvSpPr>
          <p:spPr>
            <a:xfrm>
              <a:off x="5146920" y="2235406"/>
              <a:ext cx="35919" cy="51870"/>
            </a:xfrm>
            <a:custGeom>
              <a:avLst/>
              <a:gdLst/>
              <a:ahLst/>
              <a:cxnLst/>
              <a:rect l="l" t="t" r="r" b="b"/>
              <a:pathLst>
                <a:path w="903" h="1304" extrusionOk="0">
                  <a:moveTo>
                    <a:pt x="101" y="1303"/>
                  </a:moveTo>
                  <a:cubicBezTo>
                    <a:pt x="251" y="1253"/>
                    <a:pt x="301" y="1003"/>
                    <a:pt x="519" y="685"/>
                  </a:cubicBezTo>
                  <a:cubicBezTo>
                    <a:pt x="602" y="568"/>
                    <a:pt x="903" y="184"/>
                    <a:pt x="903" y="34"/>
                  </a:cubicBezTo>
                  <a:cubicBezTo>
                    <a:pt x="786" y="0"/>
                    <a:pt x="669" y="151"/>
                    <a:pt x="602" y="234"/>
                  </a:cubicBezTo>
                  <a:cubicBezTo>
                    <a:pt x="535" y="334"/>
                    <a:pt x="452" y="435"/>
                    <a:pt x="385" y="552"/>
                  </a:cubicBezTo>
                  <a:cubicBezTo>
                    <a:pt x="268" y="719"/>
                    <a:pt x="1" y="1086"/>
                    <a:pt x="101" y="13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531;p21">
              <a:extLst>
                <a:ext uri="{FF2B5EF4-FFF2-40B4-BE49-F238E27FC236}">
                  <a16:creationId xmlns:a16="http://schemas.microsoft.com/office/drawing/2014/main" id="{269E5633-9130-4B1D-AA66-3A0197F47B74}"/>
                </a:ext>
              </a:extLst>
            </p:cNvPr>
            <p:cNvSpPr/>
            <p:nvPr/>
          </p:nvSpPr>
          <p:spPr>
            <a:xfrm>
              <a:off x="4603238" y="3670986"/>
              <a:ext cx="29952" cy="52546"/>
            </a:xfrm>
            <a:custGeom>
              <a:avLst/>
              <a:gdLst/>
              <a:ahLst/>
              <a:cxnLst/>
              <a:rect l="l" t="t" r="r" b="b"/>
              <a:pathLst>
                <a:path w="753" h="1321" extrusionOk="0">
                  <a:moveTo>
                    <a:pt x="135" y="1321"/>
                  </a:moveTo>
                  <a:cubicBezTo>
                    <a:pt x="252" y="1304"/>
                    <a:pt x="352" y="953"/>
                    <a:pt x="469" y="702"/>
                  </a:cubicBezTo>
                  <a:cubicBezTo>
                    <a:pt x="569" y="519"/>
                    <a:pt x="753" y="218"/>
                    <a:pt x="736" y="1"/>
                  </a:cubicBezTo>
                  <a:cubicBezTo>
                    <a:pt x="602" y="1"/>
                    <a:pt x="552" y="134"/>
                    <a:pt x="485" y="268"/>
                  </a:cubicBezTo>
                  <a:cubicBezTo>
                    <a:pt x="352" y="485"/>
                    <a:pt x="1" y="1120"/>
                    <a:pt x="135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532;p21">
              <a:extLst>
                <a:ext uri="{FF2B5EF4-FFF2-40B4-BE49-F238E27FC236}">
                  <a16:creationId xmlns:a16="http://schemas.microsoft.com/office/drawing/2014/main" id="{5152C371-EDDF-44CB-850E-E3DD2D64A1E7}"/>
                </a:ext>
              </a:extLst>
            </p:cNvPr>
            <p:cNvSpPr/>
            <p:nvPr/>
          </p:nvSpPr>
          <p:spPr>
            <a:xfrm>
              <a:off x="4600613" y="3198426"/>
              <a:ext cx="39221" cy="50557"/>
            </a:xfrm>
            <a:custGeom>
              <a:avLst/>
              <a:gdLst/>
              <a:ahLst/>
              <a:cxnLst/>
              <a:rect l="l" t="t" r="r" b="b"/>
              <a:pathLst>
                <a:path w="986" h="1271" extrusionOk="0">
                  <a:moveTo>
                    <a:pt x="117" y="1237"/>
                  </a:moveTo>
                  <a:cubicBezTo>
                    <a:pt x="267" y="1221"/>
                    <a:pt x="150" y="1271"/>
                    <a:pt x="368" y="970"/>
                  </a:cubicBezTo>
                  <a:cubicBezTo>
                    <a:pt x="435" y="870"/>
                    <a:pt x="485" y="786"/>
                    <a:pt x="568" y="669"/>
                  </a:cubicBezTo>
                  <a:cubicBezTo>
                    <a:pt x="635" y="569"/>
                    <a:pt x="986" y="135"/>
                    <a:pt x="852" y="68"/>
                  </a:cubicBezTo>
                  <a:cubicBezTo>
                    <a:pt x="735" y="1"/>
                    <a:pt x="518" y="385"/>
                    <a:pt x="401" y="569"/>
                  </a:cubicBezTo>
                  <a:cubicBezTo>
                    <a:pt x="318" y="686"/>
                    <a:pt x="0" y="1087"/>
                    <a:pt x="117" y="12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33;p21">
              <a:extLst>
                <a:ext uri="{FF2B5EF4-FFF2-40B4-BE49-F238E27FC236}">
                  <a16:creationId xmlns:a16="http://schemas.microsoft.com/office/drawing/2014/main" id="{10992699-B4DD-402B-9585-E94C3D1EC6EE}"/>
                </a:ext>
              </a:extLst>
            </p:cNvPr>
            <p:cNvSpPr/>
            <p:nvPr/>
          </p:nvSpPr>
          <p:spPr>
            <a:xfrm>
              <a:off x="4914976" y="3900305"/>
              <a:ext cx="9984" cy="61178"/>
            </a:xfrm>
            <a:custGeom>
              <a:avLst/>
              <a:gdLst/>
              <a:ahLst/>
              <a:cxnLst/>
              <a:rect l="l" t="t" r="r" b="b"/>
              <a:pathLst>
                <a:path w="251" h="1538" extrusionOk="0">
                  <a:moveTo>
                    <a:pt x="184" y="1521"/>
                  </a:moveTo>
                  <a:cubicBezTo>
                    <a:pt x="234" y="1487"/>
                    <a:pt x="217" y="1537"/>
                    <a:pt x="234" y="1437"/>
                  </a:cubicBezTo>
                  <a:cubicBezTo>
                    <a:pt x="251" y="1404"/>
                    <a:pt x="251" y="1370"/>
                    <a:pt x="251" y="1320"/>
                  </a:cubicBezTo>
                  <a:lnTo>
                    <a:pt x="251" y="201"/>
                  </a:lnTo>
                  <a:cubicBezTo>
                    <a:pt x="234" y="0"/>
                    <a:pt x="184" y="17"/>
                    <a:pt x="134" y="0"/>
                  </a:cubicBezTo>
                  <a:cubicBezTo>
                    <a:pt x="67" y="217"/>
                    <a:pt x="0" y="1387"/>
                    <a:pt x="184" y="15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34;p21">
              <a:extLst>
                <a:ext uri="{FF2B5EF4-FFF2-40B4-BE49-F238E27FC236}">
                  <a16:creationId xmlns:a16="http://schemas.microsoft.com/office/drawing/2014/main" id="{70F23A38-E275-4C09-9AA6-88129D418EE4}"/>
                </a:ext>
              </a:extLst>
            </p:cNvPr>
            <p:cNvSpPr/>
            <p:nvPr/>
          </p:nvSpPr>
          <p:spPr>
            <a:xfrm>
              <a:off x="4886376" y="3779341"/>
              <a:ext cx="11337" cy="55848"/>
            </a:xfrm>
            <a:custGeom>
              <a:avLst/>
              <a:gdLst/>
              <a:ahLst/>
              <a:cxnLst/>
              <a:rect l="l" t="t" r="r" b="b"/>
              <a:pathLst>
                <a:path w="285" h="1404" extrusionOk="0">
                  <a:moveTo>
                    <a:pt x="118" y="0"/>
                  </a:moveTo>
                  <a:cubicBezTo>
                    <a:pt x="51" y="67"/>
                    <a:pt x="68" y="17"/>
                    <a:pt x="51" y="150"/>
                  </a:cubicBezTo>
                  <a:cubicBezTo>
                    <a:pt x="34" y="401"/>
                    <a:pt x="1" y="1370"/>
                    <a:pt x="201" y="1404"/>
                  </a:cubicBezTo>
                  <a:cubicBezTo>
                    <a:pt x="285" y="1270"/>
                    <a:pt x="235" y="635"/>
                    <a:pt x="235" y="468"/>
                  </a:cubicBezTo>
                  <a:cubicBezTo>
                    <a:pt x="235" y="167"/>
                    <a:pt x="251" y="50"/>
                    <a:pt x="1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35;p21">
              <a:extLst>
                <a:ext uri="{FF2B5EF4-FFF2-40B4-BE49-F238E27FC236}">
                  <a16:creationId xmlns:a16="http://schemas.microsoft.com/office/drawing/2014/main" id="{CD60EF2D-42E7-4304-8818-30BFC5C2DAB1}"/>
                </a:ext>
              </a:extLst>
            </p:cNvPr>
            <p:cNvSpPr/>
            <p:nvPr/>
          </p:nvSpPr>
          <p:spPr>
            <a:xfrm>
              <a:off x="4359321" y="3685624"/>
              <a:ext cx="35959" cy="48529"/>
            </a:xfrm>
            <a:custGeom>
              <a:avLst/>
              <a:gdLst/>
              <a:ahLst/>
              <a:cxnLst/>
              <a:rect l="l" t="t" r="r" b="b"/>
              <a:pathLst>
                <a:path w="904" h="1220" extrusionOk="0">
                  <a:moveTo>
                    <a:pt x="101" y="1220"/>
                  </a:moveTo>
                  <a:cubicBezTo>
                    <a:pt x="235" y="1203"/>
                    <a:pt x="235" y="1070"/>
                    <a:pt x="318" y="919"/>
                  </a:cubicBezTo>
                  <a:cubicBezTo>
                    <a:pt x="402" y="802"/>
                    <a:pt x="452" y="719"/>
                    <a:pt x="519" y="618"/>
                  </a:cubicBezTo>
                  <a:cubicBezTo>
                    <a:pt x="619" y="485"/>
                    <a:pt x="903" y="151"/>
                    <a:pt x="903" y="17"/>
                  </a:cubicBezTo>
                  <a:cubicBezTo>
                    <a:pt x="736" y="0"/>
                    <a:pt x="669" y="117"/>
                    <a:pt x="586" y="217"/>
                  </a:cubicBezTo>
                  <a:cubicBezTo>
                    <a:pt x="419" y="451"/>
                    <a:pt x="1" y="886"/>
                    <a:pt x="101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36;p21">
              <a:extLst>
                <a:ext uri="{FF2B5EF4-FFF2-40B4-BE49-F238E27FC236}">
                  <a16:creationId xmlns:a16="http://schemas.microsoft.com/office/drawing/2014/main" id="{3634B117-E583-4172-A8EE-93981755423D}"/>
                </a:ext>
              </a:extLst>
            </p:cNvPr>
            <p:cNvSpPr/>
            <p:nvPr/>
          </p:nvSpPr>
          <p:spPr>
            <a:xfrm>
              <a:off x="4883711" y="3427069"/>
              <a:ext cx="46579" cy="35919"/>
            </a:xfrm>
            <a:custGeom>
              <a:avLst/>
              <a:gdLst/>
              <a:ahLst/>
              <a:cxnLst/>
              <a:rect l="l" t="t" r="r" b="b"/>
              <a:pathLst>
                <a:path w="1171" h="903" extrusionOk="0">
                  <a:moveTo>
                    <a:pt x="18" y="903"/>
                  </a:moveTo>
                  <a:cubicBezTo>
                    <a:pt x="135" y="903"/>
                    <a:pt x="1137" y="268"/>
                    <a:pt x="1171" y="1"/>
                  </a:cubicBezTo>
                  <a:cubicBezTo>
                    <a:pt x="987" y="1"/>
                    <a:pt x="653" y="285"/>
                    <a:pt x="502" y="385"/>
                  </a:cubicBezTo>
                  <a:cubicBezTo>
                    <a:pt x="385" y="468"/>
                    <a:pt x="318" y="535"/>
                    <a:pt x="218" y="602"/>
                  </a:cubicBezTo>
                  <a:cubicBezTo>
                    <a:pt x="151" y="652"/>
                    <a:pt x="168" y="652"/>
                    <a:pt x="85" y="719"/>
                  </a:cubicBezTo>
                  <a:cubicBezTo>
                    <a:pt x="18" y="819"/>
                    <a:pt x="1" y="769"/>
                    <a:pt x="18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37;p21">
              <a:extLst>
                <a:ext uri="{FF2B5EF4-FFF2-40B4-BE49-F238E27FC236}">
                  <a16:creationId xmlns:a16="http://schemas.microsoft.com/office/drawing/2014/main" id="{5EE5A521-1E94-4C6C-AD3A-C25713D77A68}"/>
                </a:ext>
              </a:extLst>
            </p:cNvPr>
            <p:cNvSpPr/>
            <p:nvPr/>
          </p:nvSpPr>
          <p:spPr>
            <a:xfrm>
              <a:off x="4653756" y="3489560"/>
              <a:ext cx="40613" cy="43238"/>
            </a:xfrm>
            <a:custGeom>
              <a:avLst/>
              <a:gdLst/>
              <a:ahLst/>
              <a:cxnLst/>
              <a:rect l="l" t="t" r="r" b="b"/>
              <a:pathLst>
                <a:path w="1021" h="1087" extrusionOk="0">
                  <a:moveTo>
                    <a:pt x="34" y="1053"/>
                  </a:moveTo>
                  <a:cubicBezTo>
                    <a:pt x="185" y="1086"/>
                    <a:pt x="318" y="819"/>
                    <a:pt x="552" y="585"/>
                  </a:cubicBezTo>
                  <a:cubicBezTo>
                    <a:pt x="803" y="334"/>
                    <a:pt x="1020" y="201"/>
                    <a:pt x="1003" y="0"/>
                  </a:cubicBezTo>
                  <a:cubicBezTo>
                    <a:pt x="820" y="0"/>
                    <a:pt x="519" y="334"/>
                    <a:pt x="419" y="451"/>
                  </a:cubicBezTo>
                  <a:cubicBezTo>
                    <a:pt x="335" y="552"/>
                    <a:pt x="1" y="869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538;p21">
              <a:extLst>
                <a:ext uri="{FF2B5EF4-FFF2-40B4-BE49-F238E27FC236}">
                  <a16:creationId xmlns:a16="http://schemas.microsoft.com/office/drawing/2014/main" id="{18BBA7AA-E035-4AFD-8296-8056718A7DE1}"/>
                </a:ext>
              </a:extLst>
            </p:cNvPr>
            <p:cNvSpPr/>
            <p:nvPr/>
          </p:nvSpPr>
          <p:spPr>
            <a:xfrm>
              <a:off x="4528138" y="3576594"/>
              <a:ext cx="36595" cy="47892"/>
            </a:xfrm>
            <a:custGeom>
              <a:avLst/>
              <a:gdLst/>
              <a:ahLst/>
              <a:cxnLst/>
              <a:rect l="l" t="t" r="r" b="b"/>
              <a:pathLst>
                <a:path w="920" h="1204" extrusionOk="0">
                  <a:moveTo>
                    <a:pt x="1" y="1204"/>
                  </a:moveTo>
                  <a:cubicBezTo>
                    <a:pt x="185" y="1204"/>
                    <a:pt x="352" y="920"/>
                    <a:pt x="502" y="703"/>
                  </a:cubicBezTo>
                  <a:cubicBezTo>
                    <a:pt x="552" y="636"/>
                    <a:pt x="920" y="185"/>
                    <a:pt x="836" y="101"/>
                  </a:cubicBezTo>
                  <a:cubicBezTo>
                    <a:pt x="736" y="1"/>
                    <a:pt x="636" y="218"/>
                    <a:pt x="569" y="285"/>
                  </a:cubicBezTo>
                  <a:cubicBezTo>
                    <a:pt x="419" y="469"/>
                    <a:pt x="1" y="987"/>
                    <a:pt x="1" y="12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539;p21">
              <a:extLst>
                <a:ext uri="{FF2B5EF4-FFF2-40B4-BE49-F238E27FC236}">
                  <a16:creationId xmlns:a16="http://schemas.microsoft.com/office/drawing/2014/main" id="{1909F438-9F10-433C-97A8-5E3C7FD560BC}"/>
                </a:ext>
              </a:extLst>
            </p:cNvPr>
            <p:cNvSpPr/>
            <p:nvPr/>
          </p:nvSpPr>
          <p:spPr>
            <a:xfrm>
              <a:off x="4526825" y="3429734"/>
              <a:ext cx="39897" cy="47216"/>
            </a:xfrm>
            <a:custGeom>
              <a:avLst/>
              <a:gdLst/>
              <a:ahLst/>
              <a:cxnLst/>
              <a:rect l="l" t="t" r="r" b="b"/>
              <a:pathLst>
                <a:path w="1003" h="1187" extrusionOk="0">
                  <a:moveTo>
                    <a:pt x="786" y="67"/>
                  </a:moveTo>
                  <a:cubicBezTo>
                    <a:pt x="619" y="184"/>
                    <a:pt x="268" y="652"/>
                    <a:pt x="134" y="853"/>
                  </a:cubicBezTo>
                  <a:cubicBezTo>
                    <a:pt x="67" y="936"/>
                    <a:pt x="0" y="1187"/>
                    <a:pt x="184" y="1103"/>
                  </a:cubicBezTo>
                  <a:cubicBezTo>
                    <a:pt x="234" y="1086"/>
                    <a:pt x="535" y="635"/>
                    <a:pt x="602" y="552"/>
                  </a:cubicBezTo>
                  <a:cubicBezTo>
                    <a:pt x="652" y="502"/>
                    <a:pt x="1003" y="117"/>
                    <a:pt x="853" y="67"/>
                  </a:cubicBezTo>
                  <a:cubicBezTo>
                    <a:pt x="752" y="0"/>
                    <a:pt x="819" y="51"/>
                    <a:pt x="786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540;p21">
              <a:extLst>
                <a:ext uri="{FF2B5EF4-FFF2-40B4-BE49-F238E27FC236}">
                  <a16:creationId xmlns:a16="http://schemas.microsoft.com/office/drawing/2014/main" id="{AF73B860-3B0B-4FF2-A587-889237897E74}"/>
                </a:ext>
              </a:extLst>
            </p:cNvPr>
            <p:cNvSpPr/>
            <p:nvPr/>
          </p:nvSpPr>
          <p:spPr>
            <a:xfrm>
              <a:off x="4681004" y="3657700"/>
              <a:ext cx="30629" cy="51194"/>
            </a:xfrm>
            <a:custGeom>
              <a:avLst/>
              <a:gdLst/>
              <a:ahLst/>
              <a:cxnLst/>
              <a:rect l="l" t="t" r="r" b="b"/>
              <a:pathLst>
                <a:path w="770" h="1287" extrusionOk="0">
                  <a:moveTo>
                    <a:pt x="84" y="1287"/>
                  </a:moveTo>
                  <a:cubicBezTo>
                    <a:pt x="218" y="1237"/>
                    <a:pt x="769" y="134"/>
                    <a:pt x="652" y="0"/>
                  </a:cubicBezTo>
                  <a:cubicBezTo>
                    <a:pt x="452" y="17"/>
                    <a:pt x="1" y="1103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541;p21">
              <a:extLst>
                <a:ext uri="{FF2B5EF4-FFF2-40B4-BE49-F238E27FC236}">
                  <a16:creationId xmlns:a16="http://schemas.microsoft.com/office/drawing/2014/main" id="{2C4050D3-ED73-480E-80D6-3F5D2C3AE90E}"/>
                </a:ext>
              </a:extLst>
            </p:cNvPr>
            <p:cNvSpPr/>
            <p:nvPr/>
          </p:nvSpPr>
          <p:spPr>
            <a:xfrm>
              <a:off x="4392575" y="3680970"/>
              <a:ext cx="33254" cy="47892"/>
            </a:xfrm>
            <a:custGeom>
              <a:avLst/>
              <a:gdLst/>
              <a:ahLst/>
              <a:cxnLst/>
              <a:rect l="l" t="t" r="r" b="b"/>
              <a:pathLst>
                <a:path w="836" h="1204" extrusionOk="0">
                  <a:moveTo>
                    <a:pt x="84" y="1203"/>
                  </a:moveTo>
                  <a:cubicBezTo>
                    <a:pt x="201" y="1187"/>
                    <a:pt x="234" y="1053"/>
                    <a:pt x="301" y="953"/>
                  </a:cubicBezTo>
                  <a:cubicBezTo>
                    <a:pt x="451" y="669"/>
                    <a:pt x="836" y="184"/>
                    <a:pt x="836" y="0"/>
                  </a:cubicBezTo>
                  <a:cubicBezTo>
                    <a:pt x="585" y="0"/>
                    <a:pt x="0" y="919"/>
                    <a:pt x="84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542;p21">
              <a:extLst>
                <a:ext uri="{FF2B5EF4-FFF2-40B4-BE49-F238E27FC236}">
                  <a16:creationId xmlns:a16="http://schemas.microsoft.com/office/drawing/2014/main" id="{62C8C86C-07E6-47E0-8050-03992DF835A1}"/>
                </a:ext>
              </a:extLst>
            </p:cNvPr>
            <p:cNvSpPr/>
            <p:nvPr/>
          </p:nvSpPr>
          <p:spPr>
            <a:xfrm>
              <a:off x="4695642" y="3658377"/>
              <a:ext cx="27964" cy="47216"/>
            </a:xfrm>
            <a:custGeom>
              <a:avLst/>
              <a:gdLst/>
              <a:ahLst/>
              <a:cxnLst/>
              <a:rect l="l" t="t" r="r" b="b"/>
              <a:pathLst>
                <a:path w="703" h="1187" extrusionOk="0">
                  <a:moveTo>
                    <a:pt x="652" y="0"/>
                  </a:moveTo>
                  <a:cubicBezTo>
                    <a:pt x="485" y="0"/>
                    <a:pt x="518" y="67"/>
                    <a:pt x="435" y="217"/>
                  </a:cubicBezTo>
                  <a:cubicBezTo>
                    <a:pt x="351" y="401"/>
                    <a:pt x="0" y="1069"/>
                    <a:pt x="218" y="1136"/>
                  </a:cubicBezTo>
                  <a:cubicBezTo>
                    <a:pt x="452" y="1186"/>
                    <a:pt x="418" y="735"/>
                    <a:pt x="418" y="735"/>
                  </a:cubicBezTo>
                  <a:cubicBezTo>
                    <a:pt x="435" y="652"/>
                    <a:pt x="702" y="184"/>
                    <a:pt x="652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43;p21">
              <a:extLst>
                <a:ext uri="{FF2B5EF4-FFF2-40B4-BE49-F238E27FC236}">
                  <a16:creationId xmlns:a16="http://schemas.microsoft.com/office/drawing/2014/main" id="{EB8F67CD-18BB-490B-9C48-DC98C2E7CB14}"/>
                </a:ext>
              </a:extLst>
            </p:cNvPr>
            <p:cNvSpPr/>
            <p:nvPr/>
          </p:nvSpPr>
          <p:spPr>
            <a:xfrm>
              <a:off x="4879057" y="3380529"/>
              <a:ext cx="55887" cy="24662"/>
            </a:xfrm>
            <a:custGeom>
              <a:avLst/>
              <a:gdLst/>
              <a:ahLst/>
              <a:cxnLst/>
              <a:rect l="l" t="t" r="r" b="b"/>
              <a:pathLst>
                <a:path w="1405" h="620" extrusionOk="0">
                  <a:moveTo>
                    <a:pt x="1" y="552"/>
                  </a:moveTo>
                  <a:cubicBezTo>
                    <a:pt x="168" y="619"/>
                    <a:pt x="536" y="452"/>
                    <a:pt x="703" y="385"/>
                  </a:cubicBezTo>
                  <a:cubicBezTo>
                    <a:pt x="820" y="352"/>
                    <a:pt x="937" y="302"/>
                    <a:pt x="1070" y="285"/>
                  </a:cubicBezTo>
                  <a:cubicBezTo>
                    <a:pt x="1221" y="252"/>
                    <a:pt x="1354" y="268"/>
                    <a:pt x="1405" y="135"/>
                  </a:cubicBezTo>
                  <a:cubicBezTo>
                    <a:pt x="1037" y="1"/>
                    <a:pt x="68" y="369"/>
                    <a:pt x="1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544;p21">
              <a:extLst>
                <a:ext uri="{FF2B5EF4-FFF2-40B4-BE49-F238E27FC236}">
                  <a16:creationId xmlns:a16="http://schemas.microsoft.com/office/drawing/2014/main" id="{8BF345A4-9A48-49AF-AA82-A912067005BB}"/>
                </a:ext>
              </a:extLst>
            </p:cNvPr>
            <p:cNvSpPr/>
            <p:nvPr/>
          </p:nvSpPr>
          <p:spPr>
            <a:xfrm>
              <a:off x="4609921" y="2929926"/>
              <a:ext cx="33254" cy="46579"/>
            </a:xfrm>
            <a:custGeom>
              <a:avLst/>
              <a:gdLst/>
              <a:ahLst/>
              <a:cxnLst/>
              <a:rect l="l" t="t" r="r" b="b"/>
              <a:pathLst>
                <a:path w="836" h="1171" extrusionOk="0">
                  <a:moveTo>
                    <a:pt x="50" y="1170"/>
                  </a:moveTo>
                  <a:cubicBezTo>
                    <a:pt x="284" y="1137"/>
                    <a:pt x="819" y="201"/>
                    <a:pt x="835" y="1"/>
                  </a:cubicBezTo>
                  <a:cubicBezTo>
                    <a:pt x="652" y="17"/>
                    <a:pt x="668" y="84"/>
                    <a:pt x="568" y="218"/>
                  </a:cubicBezTo>
                  <a:cubicBezTo>
                    <a:pt x="434" y="418"/>
                    <a:pt x="0" y="986"/>
                    <a:pt x="50" y="11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545;p21">
              <a:extLst>
                <a:ext uri="{FF2B5EF4-FFF2-40B4-BE49-F238E27FC236}">
                  <a16:creationId xmlns:a16="http://schemas.microsoft.com/office/drawing/2014/main" id="{7C230D2D-64B8-4550-AA00-CD4FD10914DF}"/>
                </a:ext>
              </a:extLst>
            </p:cNvPr>
            <p:cNvSpPr/>
            <p:nvPr/>
          </p:nvSpPr>
          <p:spPr>
            <a:xfrm>
              <a:off x="4312821" y="3878348"/>
              <a:ext cx="43238" cy="42562"/>
            </a:xfrm>
            <a:custGeom>
              <a:avLst/>
              <a:gdLst/>
              <a:ahLst/>
              <a:cxnLst/>
              <a:rect l="l" t="t" r="r" b="b"/>
              <a:pathLst>
                <a:path w="1087" h="1070" extrusionOk="0">
                  <a:moveTo>
                    <a:pt x="0" y="1070"/>
                  </a:moveTo>
                  <a:cubicBezTo>
                    <a:pt x="151" y="1037"/>
                    <a:pt x="201" y="936"/>
                    <a:pt x="301" y="836"/>
                  </a:cubicBezTo>
                  <a:cubicBezTo>
                    <a:pt x="385" y="753"/>
                    <a:pt x="1086" y="218"/>
                    <a:pt x="969" y="118"/>
                  </a:cubicBezTo>
                  <a:cubicBezTo>
                    <a:pt x="852" y="1"/>
                    <a:pt x="17" y="7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46;p21">
              <a:extLst>
                <a:ext uri="{FF2B5EF4-FFF2-40B4-BE49-F238E27FC236}">
                  <a16:creationId xmlns:a16="http://schemas.microsoft.com/office/drawing/2014/main" id="{372A9AEC-C8D6-4D61-9F35-B9457DECC886}"/>
                </a:ext>
              </a:extLst>
            </p:cNvPr>
            <p:cNvSpPr/>
            <p:nvPr/>
          </p:nvSpPr>
          <p:spPr>
            <a:xfrm>
              <a:off x="4524160" y="3451015"/>
              <a:ext cx="37948" cy="43238"/>
            </a:xfrm>
            <a:custGeom>
              <a:avLst/>
              <a:gdLst/>
              <a:ahLst/>
              <a:cxnLst/>
              <a:rect l="l" t="t" r="r" b="b"/>
              <a:pathLst>
                <a:path w="954" h="1087" extrusionOk="0">
                  <a:moveTo>
                    <a:pt x="34" y="1086"/>
                  </a:moveTo>
                  <a:cubicBezTo>
                    <a:pt x="184" y="1069"/>
                    <a:pt x="652" y="485"/>
                    <a:pt x="786" y="334"/>
                  </a:cubicBezTo>
                  <a:cubicBezTo>
                    <a:pt x="853" y="251"/>
                    <a:pt x="936" y="167"/>
                    <a:pt x="953" y="0"/>
                  </a:cubicBezTo>
                  <a:cubicBezTo>
                    <a:pt x="786" y="17"/>
                    <a:pt x="1" y="819"/>
                    <a:pt x="3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547;p21">
              <a:extLst>
                <a:ext uri="{FF2B5EF4-FFF2-40B4-BE49-F238E27FC236}">
                  <a16:creationId xmlns:a16="http://schemas.microsoft.com/office/drawing/2014/main" id="{AE437422-2748-40E9-8559-8402F6D5EC78}"/>
                </a:ext>
              </a:extLst>
            </p:cNvPr>
            <p:cNvSpPr/>
            <p:nvPr/>
          </p:nvSpPr>
          <p:spPr>
            <a:xfrm>
              <a:off x="4346035" y="3885667"/>
              <a:ext cx="44591" cy="43238"/>
            </a:xfrm>
            <a:custGeom>
              <a:avLst/>
              <a:gdLst/>
              <a:ahLst/>
              <a:cxnLst/>
              <a:rect l="l" t="t" r="r" b="b"/>
              <a:pathLst>
                <a:path w="1121" h="1087" extrusionOk="0">
                  <a:moveTo>
                    <a:pt x="151" y="1087"/>
                  </a:moveTo>
                  <a:cubicBezTo>
                    <a:pt x="301" y="1036"/>
                    <a:pt x="502" y="619"/>
                    <a:pt x="853" y="335"/>
                  </a:cubicBezTo>
                  <a:cubicBezTo>
                    <a:pt x="886" y="301"/>
                    <a:pt x="1120" y="168"/>
                    <a:pt x="1003" y="101"/>
                  </a:cubicBezTo>
                  <a:cubicBezTo>
                    <a:pt x="786" y="0"/>
                    <a:pt x="1" y="853"/>
                    <a:pt x="151" y="10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548;p21">
              <a:extLst>
                <a:ext uri="{FF2B5EF4-FFF2-40B4-BE49-F238E27FC236}">
                  <a16:creationId xmlns:a16="http://schemas.microsoft.com/office/drawing/2014/main" id="{8D3F05CF-C910-4626-8092-D1E93F3E6F25}"/>
                </a:ext>
              </a:extLst>
            </p:cNvPr>
            <p:cNvSpPr/>
            <p:nvPr/>
          </p:nvSpPr>
          <p:spPr>
            <a:xfrm>
              <a:off x="4435098" y="3690915"/>
              <a:ext cx="45227" cy="60541"/>
            </a:xfrm>
            <a:custGeom>
              <a:avLst/>
              <a:gdLst/>
              <a:ahLst/>
              <a:cxnLst/>
              <a:rect l="l" t="t" r="r" b="b"/>
              <a:pathLst>
                <a:path w="1137" h="1522" extrusionOk="0">
                  <a:moveTo>
                    <a:pt x="569" y="1104"/>
                  </a:moveTo>
                  <a:cubicBezTo>
                    <a:pt x="552" y="870"/>
                    <a:pt x="519" y="1120"/>
                    <a:pt x="535" y="937"/>
                  </a:cubicBezTo>
                  <a:cubicBezTo>
                    <a:pt x="535" y="803"/>
                    <a:pt x="1137" y="1"/>
                    <a:pt x="836" y="51"/>
                  </a:cubicBezTo>
                  <a:cubicBezTo>
                    <a:pt x="652" y="84"/>
                    <a:pt x="1" y="1521"/>
                    <a:pt x="569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549;p21">
              <a:extLst>
                <a:ext uri="{FF2B5EF4-FFF2-40B4-BE49-F238E27FC236}">
                  <a16:creationId xmlns:a16="http://schemas.microsoft.com/office/drawing/2014/main" id="{4C6A85FC-3111-43C8-97AE-40BFACF3163D}"/>
                </a:ext>
              </a:extLst>
            </p:cNvPr>
            <p:cNvSpPr/>
            <p:nvPr/>
          </p:nvSpPr>
          <p:spPr>
            <a:xfrm>
              <a:off x="4532792" y="3595886"/>
              <a:ext cx="33930" cy="44551"/>
            </a:xfrm>
            <a:custGeom>
              <a:avLst/>
              <a:gdLst/>
              <a:ahLst/>
              <a:cxnLst/>
              <a:rect l="l" t="t" r="r" b="b"/>
              <a:pathLst>
                <a:path w="853" h="1120" extrusionOk="0">
                  <a:moveTo>
                    <a:pt x="1" y="1103"/>
                  </a:moveTo>
                  <a:cubicBezTo>
                    <a:pt x="335" y="1120"/>
                    <a:pt x="853" y="268"/>
                    <a:pt x="820" y="1"/>
                  </a:cubicBezTo>
                  <a:cubicBezTo>
                    <a:pt x="686" y="34"/>
                    <a:pt x="652" y="134"/>
                    <a:pt x="569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50;p21">
              <a:extLst>
                <a:ext uri="{FF2B5EF4-FFF2-40B4-BE49-F238E27FC236}">
                  <a16:creationId xmlns:a16="http://schemas.microsoft.com/office/drawing/2014/main" id="{BAB129B2-CA21-4922-89AC-C6B6DE0E9E61}"/>
                </a:ext>
              </a:extLst>
            </p:cNvPr>
            <p:cNvSpPr/>
            <p:nvPr/>
          </p:nvSpPr>
          <p:spPr>
            <a:xfrm>
              <a:off x="4535457" y="4121589"/>
              <a:ext cx="38584" cy="39260"/>
            </a:xfrm>
            <a:custGeom>
              <a:avLst/>
              <a:gdLst/>
              <a:ahLst/>
              <a:cxnLst/>
              <a:rect l="l" t="t" r="r" b="b"/>
              <a:pathLst>
                <a:path w="970" h="987" extrusionOk="0">
                  <a:moveTo>
                    <a:pt x="1" y="987"/>
                  </a:moveTo>
                  <a:cubicBezTo>
                    <a:pt x="168" y="987"/>
                    <a:pt x="235" y="870"/>
                    <a:pt x="318" y="786"/>
                  </a:cubicBezTo>
                  <a:cubicBezTo>
                    <a:pt x="385" y="703"/>
                    <a:pt x="469" y="619"/>
                    <a:pt x="535" y="536"/>
                  </a:cubicBezTo>
                  <a:cubicBezTo>
                    <a:pt x="769" y="268"/>
                    <a:pt x="953" y="168"/>
                    <a:pt x="970" y="1"/>
                  </a:cubicBezTo>
                  <a:cubicBezTo>
                    <a:pt x="619" y="34"/>
                    <a:pt x="34" y="770"/>
                    <a:pt x="1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551;p21">
              <a:extLst>
                <a:ext uri="{FF2B5EF4-FFF2-40B4-BE49-F238E27FC236}">
                  <a16:creationId xmlns:a16="http://schemas.microsoft.com/office/drawing/2014/main" id="{30ED8F8A-DCE7-4877-BD1D-DCD02C3D57A0}"/>
                </a:ext>
              </a:extLst>
            </p:cNvPr>
            <p:cNvSpPr/>
            <p:nvPr/>
          </p:nvSpPr>
          <p:spPr>
            <a:xfrm>
              <a:off x="4569347" y="3688290"/>
              <a:ext cx="29276" cy="45863"/>
            </a:xfrm>
            <a:custGeom>
              <a:avLst/>
              <a:gdLst/>
              <a:ahLst/>
              <a:cxnLst/>
              <a:rect l="l" t="t" r="r" b="b"/>
              <a:pathLst>
                <a:path w="736" h="1153" extrusionOk="0">
                  <a:moveTo>
                    <a:pt x="101" y="1153"/>
                  </a:moveTo>
                  <a:cubicBezTo>
                    <a:pt x="235" y="1136"/>
                    <a:pt x="235" y="1053"/>
                    <a:pt x="302" y="902"/>
                  </a:cubicBezTo>
                  <a:cubicBezTo>
                    <a:pt x="419" y="668"/>
                    <a:pt x="736" y="201"/>
                    <a:pt x="703" y="17"/>
                  </a:cubicBezTo>
                  <a:cubicBezTo>
                    <a:pt x="552" y="0"/>
                    <a:pt x="552" y="84"/>
                    <a:pt x="469" y="217"/>
                  </a:cubicBezTo>
                  <a:cubicBezTo>
                    <a:pt x="335" y="401"/>
                    <a:pt x="1" y="969"/>
                    <a:pt x="101" y="11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552;p21">
              <a:extLst>
                <a:ext uri="{FF2B5EF4-FFF2-40B4-BE49-F238E27FC236}">
                  <a16:creationId xmlns:a16="http://schemas.microsoft.com/office/drawing/2014/main" id="{950AAF50-7B83-48CB-A0D3-C65C7AC6C330}"/>
                </a:ext>
              </a:extLst>
            </p:cNvPr>
            <p:cNvSpPr/>
            <p:nvPr/>
          </p:nvSpPr>
          <p:spPr>
            <a:xfrm>
              <a:off x="4532155" y="3200415"/>
              <a:ext cx="35919" cy="41249"/>
            </a:xfrm>
            <a:custGeom>
              <a:avLst/>
              <a:gdLst/>
              <a:ahLst/>
              <a:cxnLst/>
              <a:rect l="l" t="t" r="r" b="b"/>
              <a:pathLst>
                <a:path w="903" h="1037" extrusionOk="0">
                  <a:moveTo>
                    <a:pt x="0" y="970"/>
                  </a:moveTo>
                  <a:cubicBezTo>
                    <a:pt x="50" y="1020"/>
                    <a:pt x="17" y="1003"/>
                    <a:pt x="84" y="1037"/>
                  </a:cubicBezTo>
                  <a:cubicBezTo>
                    <a:pt x="201" y="987"/>
                    <a:pt x="234" y="937"/>
                    <a:pt x="301" y="836"/>
                  </a:cubicBezTo>
                  <a:cubicBezTo>
                    <a:pt x="435" y="686"/>
                    <a:pt x="902" y="218"/>
                    <a:pt x="869" y="68"/>
                  </a:cubicBezTo>
                  <a:cubicBezTo>
                    <a:pt x="735" y="1"/>
                    <a:pt x="568" y="252"/>
                    <a:pt x="384" y="452"/>
                  </a:cubicBezTo>
                  <a:cubicBezTo>
                    <a:pt x="301" y="569"/>
                    <a:pt x="34" y="836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553;p21">
              <a:extLst>
                <a:ext uri="{FF2B5EF4-FFF2-40B4-BE49-F238E27FC236}">
                  <a16:creationId xmlns:a16="http://schemas.microsoft.com/office/drawing/2014/main" id="{E0490EDE-BA49-4115-9048-B7B11FA35DD3}"/>
                </a:ext>
              </a:extLst>
            </p:cNvPr>
            <p:cNvSpPr/>
            <p:nvPr/>
          </p:nvSpPr>
          <p:spPr>
            <a:xfrm>
              <a:off x="4533468" y="3181839"/>
              <a:ext cx="35919" cy="42562"/>
            </a:xfrm>
            <a:custGeom>
              <a:avLst/>
              <a:gdLst/>
              <a:ahLst/>
              <a:cxnLst/>
              <a:rect l="l" t="t" r="r" b="b"/>
              <a:pathLst>
                <a:path w="903" h="1070" extrusionOk="0">
                  <a:moveTo>
                    <a:pt x="34" y="1069"/>
                  </a:moveTo>
                  <a:cubicBezTo>
                    <a:pt x="218" y="1053"/>
                    <a:pt x="903" y="334"/>
                    <a:pt x="853" y="0"/>
                  </a:cubicBezTo>
                  <a:cubicBezTo>
                    <a:pt x="702" y="50"/>
                    <a:pt x="552" y="301"/>
                    <a:pt x="385" y="518"/>
                  </a:cubicBezTo>
                  <a:cubicBezTo>
                    <a:pt x="285" y="635"/>
                    <a:pt x="1" y="886"/>
                    <a:pt x="34" y="10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554;p21">
              <a:extLst>
                <a:ext uri="{FF2B5EF4-FFF2-40B4-BE49-F238E27FC236}">
                  <a16:creationId xmlns:a16="http://schemas.microsoft.com/office/drawing/2014/main" id="{A2A04BA9-0877-4D11-8DEA-BBBD1EC9A8BD}"/>
                </a:ext>
              </a:extLst>
            </p:cNvPr>
            <p:cNvSpPr/>
            <p:nvPr/>
          </p:nvSpPr>
          <p:spPr>
            <a:xfrm>
              <a:off x="4605267" y="2962504"/>
              <a:ext cx="32578" cy="43238"/>
            </a:xfrm>
            <a:custGeom>
              <a:avLst/>
              <a:gdLst/>
              <a:ahLst/>
              <a:cxnLst/>
              <a:rect l="l" t="t" r="r" b="b"/>
              <a:pathLst>
                <a:path w="819" h="1087" extrusionOk="0">
                  <a:moveTo>
                    <a:pt x="84" y="1086"/>
                  </a:moveTo>
                  <a:cubicBezTo>
                    <a:pt x="217" y="1086"/>
                    <a:pt x="318" y="836"/>
                    <a:pt x="485" y="602"/>
                  </a:cubicBezTo>
                  <a:cubicBezTo>
                    <a:pt x="568" y="485"/>
                    <a:pt x="819" y="167"/>
                    <a:pt x="819" y="17"/>
                  </a:cubicBezTo>
                  <a:cubicBezTo>
                    <a:pt x="652" y="0"/>
                    <a:pt x="451" y="301"/>
                    <a:pt x="351" y="451"/>
                  </a:cubicBezTo>
                  <a:cubicBezTo>
                    <a:pt x="267" y="568"/>
                    <a:pt x="0" y="903"/>
                    <a:pt x="8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555;p21">
              <a:extLst>
                <a:ext uri="{FF2B5EF4-FFF2-40B4-BE49-F238E27FC236}">
                  <a16:creationId xmlns:a16="http://schemas.microsoft.com/office/drawing/2014/main" id="{4A0CD856-76FD-4C39-9C7C-2930072AEB26}"/>
                </a:ext>
              </a:extLst>
            </p:cNvPr>
            <p:cNvSpPr/>
            <p:nvPr/>
          </p:nvSpPr>
          <p:spPr>
            <a:xfrm>
              <a:off x="4349376" y="4073736"/>
              <a:ext cx="33254" cy="43914"/>
            </a:xfrm>
            <a:custGeom>
              <a:avLst/>
              <a:gdLst/>
              <a:ahLst/>
              <a:cxnLst/>
              <a:rect l="l" t="t" r="r" b="b"/>
              <a:pathLst>
                <a:path w="836" h="1104" extrusionOk="0">
                  <a:moveTo>
                    <a:pt x="117" y="1104"/>
                  </a:moveTo>
                  <a:cubicBezTo>
                    <a:pt x="234" y="1070"/>
                    <a:pt x="301" y="820"/>
                    <a:pt x="485" y="552"/>
                  </a:cubicBezTo>
                  <a:cubicBezTo>
                    <a:pt x="568" y="435"/>
                    <a:pt x="836" y="168"/>
                    <a:pt x="836" y="18"/>
                  </a:cubicBezTo>
                  <a:cubicBezTo>
                    <a:pt x="652" y="1"/>
                    <a:pt x="418" y="318"/>
                    <a:pt x="334" y="435"/>
                  </a:cubicBezTo>
                  <a:cubicBezTo>
                    <a:pt x="251" y="552"/>
                    <a:pt x="0" y="937"/>
                    <a:pt x="117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556;p21">
              <a:extLst>
                <a:ext uri="{FF2B5EF4-FFF2-40B4-BE49-F238E27FC236}">
                  <a16:creationId xmlns:a16="http://schemas.microsoft.com/office/drawing/2014/main" id="{E849F56F-F03C-4275-82A7-083B2581CC8A}"/>
                </a:ext>
              </a:extLst>
            </p:cNvPr>
            <p:cNvSpPr/>
            <p:nvPr/>
          </p:nvSpPr>
          <p:spPr>
            <a:xfrm>
              <a:off x="4527501" y="3395167"/>
              <a:ext cx="37232" cy="35919"/>
            </a:xfrm>
            <a:custGeom>
              <a:avLst/>
              <a:gdLst/>
              <a:ahLst/>
              <a:cxnLst/>
              <a:rect l="l" t="t" r="r" b="b"/>
              <a:pathLst>
                <a:path w="936" h="903" extrusionOk="0">
                  <a:moveTo>
                    <a:pt x="0" y="903"/>
                  </a:moveTo>
                  <a:cubicBezTo>
                    <a:pt x="201" y="903"/>
                    <a:pt x="602" y="435"/>
                    <a:pt x="735" y="285"/>
                  </a:cubicBezTo>
                  <a:cubicBezTo>
                    <a:pt x="836" y="201"/>
                    <a:pt x="936" y="151"/>
                    <a:pt x="902" y="1"/>
                  </a:cubicBezTo>
                  <a:cubicBezTo>
                    <a:pt x="769" y="1"/>
                    <a:pt x="468" y="285"/>
                    <a:pt x="384" y="368"/>
                  </a:cubicBezTo>
                  <a:cubicBezTo>
                    <a:pt x="234" y="485"/>
                    <a:pt x="0" y="669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557;p21">
              <a:extLst>
                <a:ext uri="{FF2B5EF4-FFF2-40B4-BE49-F238E27FC236}">
                  <a16:creationId xmlns:a16="http://schemas.microsoft.com/office/drawing/2014/main" id="{584D1539-5FDF-495E-9006-7C9C2B1F703A}"/>
                </a:ext>
              </a:extLst>
            </p:cNvPr>
            <p:cNvSpPr/>
            <p:nvPr/>
          </p:nvSpPr>
          <p:spPr>
            <a:xfrm>
              <a:off x="4657773" y="3449663"/>
              <a:ext cx="34567" cy="38584"/>
            </a:xfrm>
            <a:custGeom>
              <a:avLst/>
              <a:gdLst/>
              <a:ahLst/>
              <a:cxnLst/>
              <a:rect l="l" t="t" r="r" b="b"/>
              <a:pathLst>
                <a:path w="869" h="970" extrusionOk="0">
                  <a:moveTo>
                    <a:pt x="0" y="970"/>
                  </a:moveTo>
                  <a:cubicBezTo>
                    <a:pt x="217" y="970"/>
                    <a:pt x="368" y="702"/>
                    <a:pt x="501" y="569"/>
                  </a:cubicBezTo>
                  <a:cubicBezTo>
                    <a:pt x="585" y="485"/>
                    <a:pt x="869" y="168"/>
                    <a:pt x="819" y="1"/>
                  </a:cubicBezTo>
                  <a:cubicBezTo>
                    <a:pt x="652" y="34"/>
                    <a:pt x="0" y="769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558;p21">
              <a:extLst>
                <a:ext uri="{FF2B5EF4-FFF2-40B4-BE49-F238E27FC236}">
                  <a16:creationId xmlns:a16="http://schemas.microsoft.com/office/drawing/2014/main" id="{82313BE9-012A-43EE-8285-80EA7A022B87}"/>
                </a:ext>
              </a:extLst>
            </p:cNvPr>
            <p:cNvSpPr/>
            <p:nvPr/>
          </p:nvSpPr>
          <p:spPr>
            <a:xfrm>
              <a:off x="5155552" y="2806297"/>
              <a:ext cx="42602" cy="32618"/>
            </a:xfrm>
            <a:custGeom>
              <a:avLst/>
              <a:gdLst/>
              <a:ahLst/>
              <a:cxnLst/>
              <a:rect l="l" t="t" r="r" b="b"/>
              <a:pathLst>
                <a:path w="1071" h="820" extrusionOk="0">
                  <a:moveTo>
                    <a:pt x="34" y="769"/>
                  </a:moveTo>
                  <a:cubicBezTo>
                    <a:pt x="151" y="820"/>
                    <a:pt x="452" y="569"/>
                    <a:pt x="602" y="469"/>
                  </a:cubicBezTo>
                  <a:cubicBezTo>
                    <a:pt x="686" y="402"/>
                    <a:pt x="753" y="352"/>
                    <a:pt x="853" y="268"/>
                  </a:cubicBezTo>
                  <a:cubicBezTo>
                    <a:pt x="953" y="185"/>
                    <a:pt x="1070" y="151"/>
                    <a:pt x="1037" y="1"/>
                  </a:cubicBezTo>
                  <a:cubicBezTo>
                    <a:pt x="870" y="1"/>
                    <a:pt x="602" y="218"/>
                    <a:pt x="469" y="318"/>
                  </a:cubicBezTo>
                  <a:cubicBezTo>
                    <a:pt x="368" y="385"/>
                    <a:pt x="1" y="619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559;p21">
              <a:extLst>
                <a:ext uri="{FF2B5EF4-FFF2-40B4-BE49-F238E27FC236}">
                  <a16:creationId xmlns:a16="http://schemas.microsoft.com/office/drawing/2014/main" id="{E2075054-90D6-4D65-A265-ABB5E840B710}"/>
                </a:ext>
              </a:extLst>
            </p:cNvPr>
            <p:cNvSpPr/>
            <p:nvPr/>
          </p:nvSpPr>
          <p:spPr>
            <a:xfrm>
              <a:off x="4523484" y="3330051"/>
              <a:ext cx="34606" cy="37908"/>
            </a:xfrm>
            <a:custGeom>
              <a:avLst/>
              <a:gdLst/>
              <a:ahLst/>
              <a:cxnLst/>
              <a:rect l="l" t="t" r="r" b="b"/>
              <a:pathLst>
                <a:path w="870" h="953" extrusionOk="0">
                  <a:moveTo>
                    <a:pt x="68" y="953"/>
                  </a:moveTo>
                  <a:cubicBezTo>
                    <a:pt x="185" y="953"/>
                    <a:pt x="252" y="752"/>
                    <a:pt x="485" y="535"/>
                  </a:cubicBezTo>
                  <a:cubicBezTo>
                    <a:pt x="619" y="401"/>
                    <a:pt x="870" y="201"/>
                    <a:pt x="870" y="17"/>
                  </a:cubicBezTo>
                  <a:cubicBezTo>
                    <a:pt x="602" y="0"/>
                    <a:pt x="1" y="685"/>
                    <a:pt x="68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560;p21">
              <a:extLst>
                <a:ext uri="{FF2B5EF4-FFF2-40B4-BE49-F238E27FC236}">
                  <a16:creationId xmlns:a16="http://schemas.microsoft.com/office/drawing/2014/main" id="{830EE928-0C4B-43C6-8B59-E0EB33415FC6}"/>
                </a:ext>
              </a:extLst>
            </p:cNvPr>
            <p:cNvSpPr/>
            <p:nvPr/>
          </p:nvSpPr>
          <p:spPr>
            <a:xfrm>
              <a:off x="4518830" y="3354634"/>
              <a:ext cx="33294" cy="41249"/>
            </a:xfrm>
            <a:custGeom>
              <a:avLst/>
              <a:gdLst/>
              <a:ahLst/>
              <a:cxnLst/>
              <a:rect l="l" t="t" r="r" b="b"/>
              <a:pathLst>
                <a:path w="837" h="1037" extrusionOk="0">
                  <a:moveTo>
                    <a:pt x="51" y="1036"/>
                  </a:moveTo>
                  <a:cubicBezTo>
                    <a:pt x="168" y="1020"/>
                    <a:pt x="185" y="919"/>
                    <a:pt x="268" y="819"/>
                  </a:cubicBezTo>
                  <a:cubicBezTo>
                    <a:pt x="335" y="719"/>
                    <a:pt x="402" y="652"/>
                    <a:pt x="469" y="552"/>
                  </a:cubicBezTo>
                  <a:cubicBezTo>
                    <a:pt x="619" y="351"/>
                    <a:pt x="836" y="184"/>
                    <a:pt x="820" y="17"/>
                  </a:cubicBezTo>
                  <a:cubicBezTo>
                    <a:pt x="569" y="0"/>
                    <a:pt x="1" y="769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561;p21">
              <a:extLst>
                <a:ext uri="{FF2B5EF4-FFF2-40B4-BE49-F238E27FC236}">
                  <a16:creationId xmlns:a16="http://schemas.microsoft.com/office/drawing/2014/main" id="{F944F89B-A466-4235-AA3F-3692D6DE05AE}"/>
                </a:ext>
              </a:extLst>
            </p:cNvPr>
            <p:cNvSpPr/>
            <p:nvPr/>
          </p:nvSpPr>
          <p:spPr>
            <a:xfrm>
              <a:off x="4676350" y="3182475"/>
              <a:ext cx="28640" cy="44591"/>
            </a:xfrm>
            <a:custGeom>
              <a:avLst/>
              <a:gdLst/>
              <a:ahLst/>
              <a:cxnLst/>
              <a:rect l="l" t="t" r="r" b="b"/>
              <a:pathLst>
                <a:path w="720" h="1121" extrusionOk="0">
                  <a:moveTo>
                    <a:pt x="68" y="1120"/>
                  </a:moveTo>
                  <a:cubicBezTo>
                    <a:pt x="185" y="1070"/>
                    <a:pt x="201" y="970"/>
                    <a:pt x="252" y="886"/>
                  </a:cubicBezTo>
                  <a:cubicBezTo>
                    <a:pt x="368" y="686"/>
                    <a:pt x="719" y="168"/>
                    <a:pt x="602" y="1"/>
                  </a:cubicBezTo>
                  <a:cubicBezTo>
                    <a:pt x="469" y="34"/>
                    <a:pt x="352" y="302"/>
                    <a:pt x="252" y="502"/>
                  </a:cubicBezTo>
                  <a:cubicBezTo>
                    <a:pt x="201" y="602"/>
                    <a:pt x="151" y="669"/>
                    <a:pt x="118" y="769"/>
                  </a:cubicBezTo>
                  <a:cubicBezTo>
                    <a:pt x="1" y="987"/>
                    <a:pt x="34" y="1053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562;p21">
              <a:extLst>
                <a:ext uri="{FF2B5EF4-FFF2-40B4-BE49-F238E27FC236}">
                  <a16:creationId xmlns:a16="http://schemas.microsoft.com/office/drawing/2014/main" id="{40D3C30C-72C3-4F4C-A232-86C8232C311B}"/>
                </a:ext>
              </a:extLst>
            </p:cNvPr>
            <p:cNvSpPr/>
            <p:nvPr/>
          </p:nvSpPr>
          <p:spPr>
            <a:xfrm>
              <a:off x="4531479" y="3554676"/>
              <a:ext cx="31265" cy="39260"/>
            </a:xfrm>
            <a:custGeom>
              <a:avLst/>
              <a:gdLst/>
              <a:ahLst/>
              <a:cxnLst/>
              <a:rect l="l" t="t" r="r" b="b"/>
              <a:pathLst>
                <a:path w="786" h="987" extrusionOk="0">
                  <a:moveTo>
                    <a:pt x="17" y="986"/>
                  </a:moveTo>
                  <a:cubicBezTo>
                    <a:pt x="184" y="986"/>
                    <a:pt x="351" y="702"/>
                    <a:pt x="452" y="552"/>
                  </a:cubicBezTo>
                  <a:cubicBezTo>
                    <a:pt x="602" y="335"/>
                    <a:pt x="786" y="168"/>
                    <a:pt x="786" y="1"/>
                  </a:cubicBezTo>
                  <a:cubicBezTo>
                    <a:pt x="585" y="17"/>
                    <a:pt x="418" y="268"/>
                    <a:pt x="301" y="418"/>
                  </a:cubicBezTo>
                  <a:cubicBezTo>
                    <a:pt x="234" y="535"/>
                    <a:pt x="0" y="836"/>
                    <a:pt x="17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563;p21">
              <a:extLst>
                <a:ext uri="{FF2B5EF4-FFF2-40B4-BE49-F238E27FC236}">
                  <a16:creationId xmlns:a16="http://schemas.microsoft.com/office/drawing/2014/main" id="{533E9542-0CB4-4B3E-86FA-4F405F68F4EE}"/>
                </a:ext>
              </a:extLst>
            </p:cNvPr>
            <p:cNvSpPr/>
            <p:nvPr/>
          </p:nvSpPr>
          <p:spPr>
            <a:xfrm>
              <a:off x="5190119" y="2663415"/>
              <a:ext cx="42562" cy="27287"/>
            </a:xfrm>
            <a:custGeom>
              <a:avLst/>
              <a:gdLst/>
              <a:ahLst/>
              <a:cxnLst/>
              <a:rect l="l" t="t" r="r" b="b"/>
              <a:pathLst>
                <a:path w="1070" h="686" extrusionOk="0">
                  <a:moveTo>
                    <a:pt x="17" y="686"/>
                  </a:moveTo>
                  <a:cubicBezTo>
                    <a:pt x="151" y="669"/>
                    <a:pt x="218" y="518"/>
                    <a:pt x="519" y="368"/>
                  </a:cubicBezTo>
                  <a:lnTo>
                    <a:pt x="953" y="168"/>
                  </a:lnTo>
                  <a:cubicBezTo>
                    <a:pt x="1070" y="117"/>
                    <a:pt x="1037" y="168"/>
                    <a:pt x="1070" y="51"/>
                  </a:cubicBezTo>
                  <a:cubicBezTo>
                    <a:pt x="1020" y="17"/>
                    <a:pt x="1070" y="34"/>
                    <a:pt x="986" y="17"/>
                  </a:cubicBezTo>
                  <a:cubicBezTo>
                    <a:pt x="853" y="0"/>
                    <a:pt x="1" y="268"/>
                    <a:pt x="17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564;p21">
              <a:extLst>
                <a:ext uri="{FF2B5EF4-FFF2-40B4-BE49-F238E27FC236}">
                  <a16:creationId xmlns:a16="http://schemas.microsoft.com/office/drawing/2014/main" id="{D70907BB-CC32-4FFC-95FC-0B7F6390787C}"/>
                </a:ext>
              </a:extLst>
            </p:cNvPr>
            <p:cNvSpPr/>
            <p:nvPr/>
          </p:nvSpPr>
          <p:spPr>
            <a:xfrm>
              <a:off x="4601925" y="2995082"/>
              <a:ext cx="29276" cy="41209"/>
            </a:xfrm>
            <a:custGeom>
              <a:avLst/>
              <a:gdLst/>
              <a:ahLst/>
              <a:cxnLst/>
              <a:rect l="l" t="t" r="r" b="b"/>
              <a:pathLst>
                <a:path w="736" h="1036" extrusionOk="0">
                  <a:moveTo>
                    <a:pt x="17" y="1036"/>
                  </a:moveTo>
                  <a:cubicBezTo>
                    <a:pt x="184" y="1019"/>
                    <a:pt x="218" y="852"/>
                    <a:pt x="418" y="585"/>
                  </a:cubicBezTo>
                  <a:cubicBezTo>
                    <a:pt x="502" y="468"/>
                    <a:pt x="736" y="184"/>
                    <a:pt x="702" y="17"/>
                  </a:cubicBezTo>
                  <a:cubicBezTo>
                    <a:pt x="569" y="0"/>
                    <a:pt x="535" y="100"/>
                    <a:pt x="485" y="184"/>
                  </a:cubicBezTo>
                  <a:cubicBezTo>
                    <a:pt x="318" y="384"/>
                    <a:pt x="1" y="769"/>
                    <a:pt x="17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565;p21">
              <a:extLst>
                <a:ext uri="{FF2B5EF4-FFF2-40B4-BE49-F238E27FC236}">
                  <a16:creationId xmlns:a16="http://schemas.microsoft.com/office/drawing/2014/main" id="{08BB3897-570D-488D-A619-AC4D1BE8F01E}"/>
                </a:ext>
              </a:extLst>
            </p:cNvPr>
            <p:cNvSpPr/>
            <p:nvPr/>
          </p:nvSpPr>
          <p:spPr>
            <a:xfrm>
              <a:off x="4704273" y="3605870"/>
              <a:ext cx="32618" cy="39897"/>
            </a:xfrm>
            <a:custGeom>
              <a:avLst/>
              <a:gdLst/>
              <a:ahLst/>
              <a:cxnLst/>
              <a:rect l="l" t="t" r="r" b="b"/>
              <a:pathLst>
                <a:path w="820" h="1003" extrusionOk="0">
                  <a:moveTo>
                    <a:pt x="1" y="1003"/>
                  </a:moveTo>
                  <a:cubicBezTo>
                    <a:pt x="218" y="986"/>
                    <a:pt x="368" y="735"/>
                    <a:pt x="468" y="602"/>
                  </a:cubicBezTo>
                  <a:cubicBezTo>
                    <a:pt x="569" y="485"/>
                    <a:pt x="819" y="167"/>
                    <a:pt x="719" y="17"/>
                  </a:cubicBezTo>
                  <a:cubicBezTo>
                    <a:pt x="619" y="0"/>
                    <a:pt x="585" y="100"/>
                    <a:pt x="519" y="201"/>
                  </a:cubicBezTo>
                  <a:cubicBezTo>
                    <a:pt x="452" y="301"/>
                    <a:pt x="402" y="384"/>
                    <a:pt x="335" y="468"/>
                  </a:cubicBezTo>
                  <a:cubicBezTo>
                    <a:pt x="268" y="552"/>
                    <a:pt x="218" y="635"/>
                    <a:pt x="151" y="719"/>
                  </a:cubicBezTo>
                  <a:cubicBezTo>
                    <a:pt x="84" y="802"/>
                    <a:pt x="1" y="869"/>
                    <a:pt x="1" y="10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566;p21">
              <a:extLst>
                <a:ext uri="{FF2B5EF4-FFF2-40B4-BE49-F238E27FC236}">
                  <a16:creationId xmlns:a16="http://schemas.microsoft.com/office/drawing/2014/main" id="{2499B91C-14B6-42B1-8509-944E4F818F29}"/>
                </a:ext>
              </a:extLst>
            </p:cNvPr>
            <p:cNvSpPr/>
            <p:nvPr/>
          </p:nvSpPr>
          <p:spPr>
            <a:xfrm>
              <a:off x="4316799" y="3993345"/>
              <a:ext cx="30629" cy="43238"/>
            </a:xfrm>
            <a:custGeom>
              <a:avLst/>
              <a:gdLst/>
              <a:ahLst/>
              <a:cxnLst/>
              <a:rect l="l" t="t" r="r" b="b"/>
              <a:pathLst>
                <a:path w="770" h="1087" extrusionOk="0">
                  <a:moveTo>
                    <a:pt x="17" y="1086"/>
                  </a:moveTo>
                  <a:cubicBezTo>
                    <a:pt x="168" y="1070"/>
                    <a:pt x="168" y="1003"/>
                    <a:pt x="251" y="869"/>
                  </a:cubicBezTo>
                  <a:cubicBezTo>
                    <a:pt x="368" y="685"/>
                    <a:pt x="769" y="167"/>
                    <a:pt x="686" y="84"/>
                  </a:cubicBezTo>
                  <a:cubicBezTo>
                    <a:pt x="619" y="0"/>
                    <a:pt x="502" y="184"/>
                    <a:pt x="468" y="234"/>
                  </a:cubicBezTo>
                  <a:cubicBezTo>
                    <a:pt x="301" y="451"/>
                    <a:pt x="1" y="752"/>
                    <a:pt x="17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567;p21">
              <a:extLst>
                <a:ext uri="{FF2B5EF4-FFF2-40B4-BE49-F238E27FC236}">
                  <a16:creationId xmlns:a16="http://schemas.microsoft.com/office/drawing/2014/main" id="{543AA825-DB61-4AD2-8D16-2D5AFB17DC87}"/>
                </a:ext>
              </a:extLst>
            </p:cNvPr>
            <p:cNvSpPr/>
            <p:nvPr/>
          </p:nvSpPr>
          <p:spPr>
            <a:xfrm>
              <a:off x="4320776" y="3670986"/>
              <a:ext cx="30629" cy="42562"/>
            </a:xfrm>
            <a:custGeom>
              <a:avLst/>
              <a:gdLst/>
              <a:ahLst/>
              <a:cxnLst/>
              <a:rect l="l" t="t" r="r" b="b"/>
              <a:pathLst>
                <a:path w="770" h="1070" extrusionOk="0">
                  <a:moveTo>
                    <a:pt x="51" y="1053"/>
                  </a:moveTo>
                  <a:cubicBezTo>
                    <a:pt x="201" y="1070"/>
                    <a:pt x="268" y="853"/>
                    <a:pt x="452" y="585"/>
                  </a:cubicBezTo>
                  <a:cubicBezTo>
                    <a:pt x="535" y="452"/>
                    <a:pt x="769" y="168"/>
                    <a:pt x="652" y="1"/>
                  </a:cubicBezTo>
                  <a:cubicBezTo>
                    <a:pt x="519" y="34"/>
                    <a:pt x="1" y="869"/>
                    <a:pt x="51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568;p21">
              <a:extLst>
                <a:ext uri="{FF2B5EF4-FFF2-40B4-BE49-F238E27FC236}">
                  <a16:creationId xmlns:a16="http://schemas.microsoft.com/office/drawing/2014/main" id="{8B169043-CA42-4DB3-8F9F-D5149F134032}"/>
                </a:ext>
              </a:extLst>
            </p:cNvPr>
            <p:cNvSpPr/>
            <p:nvPr/>
          </p:nvSpPr>
          <p:spPr>
            <a:xfrm>
              <a:off x="4524160" y="3492861"/>
              <a:ext cx="33930" cy="39260"/>
            </a:xfrm>
            <a:custGeom>
              <a:avLst/>
              <a:gdLst/>
              <a:ahLst/>
              <a:cxnLst/>
              <a:rect l="l" t="t" r="r" b="b"/>
              <a:pathLst>
                <a:path w="853" h="987" extrusionOk="0">
                  <a:moveTo>
                    <a:pt x="118" y="987"/>
                  </a:moveTo>
                  <a:cubicBezTo>
                    <a:pt x="268" y="970"/>
                    <a:pt x="318" y="769"/>
                    <a:pt x="519" y="535"/>
                  </a:cubicBezTo>
                  <a:cubicBezTo>
                    <a:pt x="602" y="418"/>
                    <a:pt x="853" y="168"/>
                    <a:pt x="803" y="1"/>
                  </a:cubicBezTo>
                  <a:cubicBezTo>
                    <a:pt x="619" y="1"/>
                    <a:pt x="1" y="769"/>
                    <a:pt x="118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569;p21">
              <a:extLst>
                <a:ext uri="{FF2B5EF4-FFF2-40B4-BE49-F238E27FC236}">
                  <a16:creationId xmlns:a16="http://schemas.microsoft.com/office/drawing/2014/main" id="{A6854509-44C1-494B-9B55-207CB4961C8E}"/>
                </a:ext>
              </a:extLst>
            </p:cNvPr>
            <p:cNvSpPr/>
            <p:nvPr/>
          </p:nvSpPr>
          <p:spPr>
            <a:xfrm>
              <a:off x="4747472" y="2169614"/>
              <a:ext cx="35919" cy="34567"/>
            </a:xfrm>
            <a:custGeom>
              <a:avLst/>
              <a:gdLst/>
              <a:ahLst/>
              <a:cxnLst/>
              <a:rect l="l" t="t" r="r" b="b"/>
              <a:pathLst>
                <a:path w="903" h="869" extrusionOk="0">
                  <a:moveTo>
                    <a:pt x="1" y="869"/>
                  </a:moveTo>
                  <a:cubicBezTo>
                    <a:pt x="168" y="852"/>
                    <a:pt x="903" y="184"/>
                    <a:pt x="903" y="17"/>
                  </a:cubicBezTo>
                  <a:cubicBezTo>
                    <a:pt x="669" y="0"/>
                    <a:pt x="34" y="602"/>
                    <a:pt x="1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570;p21">
              <a:extLst>
                <a:ext uri="{FF2B5EF4-FFF2-40B4-BE49-F238E27FC236}">
                  <a16:creationId xmlns:a16="http://schemas.microsoft.com/office/drawing/2014/main" id="{716593D9-0584-4169-9B93-1CED734FAEE9}"/>
                </a:ext>
              </a:extLst>
            </p:cNvPr>
            <p:cNvSpPr/>
            <p:nvPr/>
          </p:nvSpPr>
          <p:spPr>
            <a:xfrm>
              <a:off x="4681680" y="3197790"/>
              <a:ext cx="25298" cy="41249"/>
            </a:xfrm>
            <a:custGeom>
              <a:avLst/>
              <a:gdLst/>
              <a:ahLst/>
              <a:cxnLst/>
              <a:rect l="l" t="t" r="r" b="b"/>
              <a:pathLst>
                <a:path w="636" h="1037" extrusionOk="0">
                  <a:moveTo>
                    <a:pt x="51" y="1036"/>
                  </a:moveTo>
                  <a:cubicBezTo>
                    <a:pt x="184" y="1019"/>
                    <a:pt x="251" y="802"/>
                    <a:pt x="385" y="568"/>
                  </a:cubicBezTo>
                  <a:cubicBezTo>
                    <a:pt x="452" y="435"/>
                    <a:pt x="635" y="201"/>
                    <a:pt x="619" y="34"/>
                  </a:cubicBezTo>
                  <a:cubicBezTo>
                    <a:pt x="452" y="0"/>
                    <a:pt x="351" y="234"/>
                    <a:pt x="218" y="468"/>
                  </a:cubicBezTo>
                  <a:lnTo>
                    <a:pt x="17" y="886"/>
                  </a:lnTo>
                  <a:cubicBezTo>
                    <a:pt x="1" y="1003"/>
                    <a:pt x="17" y="986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571;p21">
              <a:extLst>
                <a:ext uri="{FF2B5EF4-FFF2-40B4-BE49-F238E27FC236}">
                  <a16:creationId xmlns:a16="http://schemas.microsoft.com/office/drawing/2014/main" id="{06D181BB-E6AB-4A0E-98AA-391403CB875C}"/>
                </a:ext>
              </a:extLst>
            </p:cNvPr>
            <p:cNvSpPr/>
            <p:nvPr/>
          </p:nvSpPr>
          <p:spPr>
            <a:xfrm>
              <a:off x="4302160" y="3878348"/>
              <a:ext cx="35283" cy="39937"/>
            </a:xfrm>
            <a:custGeom>
              <a:avLst/>
              <a:gdLst/>
              <a:ahLst/>
              <a:cxnLst/>
              <a:rect l="l" t="t" r="r" b="b"/>
              <a:pathLst>
                <a:path w="887" h="1004" extrusionOk="0">
                  <a:moveTo>
                    <a:pt x="1" y="986"/>
                  </a:moveTo>
                  <a:cubicBezTo>
                    <a:pt x="135" y="1003"/>
                    <a:pt x="185" y="903"/>
                    <a:pt x="252" y="819"/>
                  </a:cubicBezTo>
                  <a:cubicBezTo>
                    <a:pt x="419" y="602"/>
                    <a:pt x="887" y="201"/>
                    <a:pt x="803" y="118"/>
                  </a:cubicBezTo>
                  <a:cubicBezTo>
                    <a:pt x="686" y="1"/>
                    <a:pt x="1" y="702"/>
                    <a:pt x="1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572;p21">
              <a:extLst>
                <a:ext uri="{FF2B5EF4-FFF2-40B4-BE49-F238E27FC236}">
                  <a16:creationId xmlns:a16="http://schemas.microsoft.com/office/drawing/2014/main" id="{84569FBB-4352-478E-B177-39DD3B65E93C}"/>
                </a:ext>
              </a:extLst>
            </p:cNvPr>
            <p:cNvSpPr/>
            <p:nvPr/>
          </p:nvSpPr>
          <p:spPr>
            <a:xfrm>
              <a:off x="4894371" y="3317402"/>
              <a:ext cx="46540" cy="25975"/>
            </a:xfrm>
            <a:custGeom>
              <a:avLst/>
              <a:gdLst/>
              <a:ahLst/>
              <a:cxnLst/>
              <a:rect l="l" t="t" r="r" b="b"/>
              <a:pathLst>
                <a:path w="1170" h="653" extrusionOk="0">
                  <a:moveTo>
                    <a:pt x="0" y="602"/>
                  </a:moveTo>
                  <a:cubicBezTo>
                    <a:pt x="101" y="652"/>
                    <a:pt x="184" y="619"/>
                    <a:pt x="301" y="569"/>
                  </a:cubicBezTo>
                  <a:cubicBezTo>
                    <a:pt x="401" y="535"/>
                    <a:pt x="485" y="485"/>
                    <a:pt x="585" y="435"/>
                  </a:cubicBezTo>
                  <a:cubicBezTo>
                    <a:pt x="836" y="318"/>
                    <a:pt x="819" y="368"/>
                    <a:pt x="1020" y="301"/>
                  </a:cubicBezTo>
                  <a:cubicBezTo>
                    <a:pt x="1170" y="268"/>
                    <a:pt x="1103" y="318"/>
                    <a:pt x="1136" y="218"/>
                  </a:cubicBezTo>
                  <a:cubicBezTo>
                    <a:pt x="936" y="1"/>
                    <a:pt x="101" y="402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573;p21">
              <a:extLst>
                <a:ext uri="{FF2B5EF4-FFF2-40B4-BE49-F238E27FC236}">
                  <a16:creationId xmlns:a16="http://schemas.microsoft.com/office/drawing/2014/main" id="{CC831C3F-6560-462F-9376-E42AC38D73F6}"/>
                </a:ext>
              </a:extLst>
            </p:cNvPr>
            <p:cNvSpPr/>
            <p:nvPr/>
          </p:nvSpPr>
          <p:spPr>
            <a:xfrm>
              <a:off x="4530803" y="3412431"/>
              <a:ext cx="31305" cy="37272"/>
            </a:xfrm>
            <a:custGeom>
              <a:avLst/>
              <a:gdLst/>
              <a:ahLst/>
              <a:cxnLst/>
              <a:rect l="l" t="t" r="r" b="b"/>
              <a:pathLst>
                <a:path w="787" h="937" extrusionOk="0">
                  <a:moveTo>
                    <a:pt x="84" y="937"/>
                  </a:moveTo>
                  <a:cubicBezTo>
                    <a:pt x="235" y="937"/>
                    <a:pt x="235" y="870"/>
                    <a:pt x="301" y="753"/>
                  </a:cubicBezTo>
                  <a:lnTo>
                    <a:pt x="636" y="268"/>
                  </a:lnTo>
                  <a:cubicBezTo>
                    <a:pt x="702" y="201"/>
                    <a:pt x="786" y="151"/>
                    <a:pt x="753" y="18"/>
                  </a:cubicBezTo>
                  <a:cubicBezTo>
                    <a:pt x="552" y="1"/>
                    <a:pt x="1" y="719"/>
                    <a:pt x="84" y="9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574;p21">
              <a:extLst>
                <a:ext uri="{FF2B5EF4-FFF2-40B4-BE49-F238E27FC236}">
                  <a16:creationId xmlns:a16="http://schemas.microsoft.com/office/drawing/2014/main" id="{4F5703BC-B09E-4D3E-AF98-B8DD64E04D90}"/>
                </a:ext>
              </a:extLst>
            </p:cNvPr>
            <p:cNvSpPr/>
            <p:nvPr/>
          </p:nvSpPr>
          <p:spPr>
            <a:xfrm>
              <a:off x="4527501" y="3514142"/>
              <a:ext cx="29952" cy="38584"/>
            </a:xfrm>
            <a:custGeom>
              <a:avLst/>
              <a:gdLst/>
              <a:ahLst/>
              <a:cxnLst/>
              <a:rect l="l" t="t" r="r" b="b"/>
              <a:pathLst>
                <a:path w="753" h="970" extrusionOk="0">
                  <a:moveTo>
                    <a:pt x="0" y="969"/>
                  </a:moveTo>
                  <a:cubicBezTo>
                    <a:pt x="184" y="936"/>
                    <a:pt x="334" y="702"/>
                    <a:pt x="435" y="568"/>
                  </a:cubicBezTo>
                  <a:cubicBezTo>
                    <a:pt x="518" y="452"/>
                    <a:pt x="752" y="167"/>
                    <a:pt x="685" y="0"/>
                  </a:cubicBezTo>
                  <a:cubicBezTo>
                    <a:pt x="518" y="17"/>
                    <a:pt x="17" y="752"/>
                    <a:pt x="0" y="9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575;p21">
              <a:extLst>
                <a:ext uri="{FF2B5EF4-FFF2-40B4-BE49-F238E27FC236}">
                  <a16:creationId xmlns:a16="http://schemas.microsoft.com/office/drawing/2014/main" id="{DE26656D-FDB4-4045-85E4-43557B75920D}"/>
                </a:ext>
              </a:extLst>
            </p:cNvPr>
            <p:cNvSpPr/>
            <p:nvPr/>
          </p:nvSpPr>
          <p:spPr>
            <a:xfrm>
              <a:off x="4617200" y="3609848"/>
              <a:ext cx="30629" cy="37272"/>
            </a:xfrm>
            <a:custGeom>
              <a:avLst/>
              <a:gdLst/>
              <a:ahLst/>
              <a:cxnLst/>
              <a:rect l="l" t="t" r="r" b="b"/>
              <a:pathLst>
                <a:path w="770" h="937" extrusionOk="0">
                  <a:moveTo>
                    <a:pt x="1" y="936"/>
                  </a:moveTo>
                  <a:cubicBezTo>
                    <a:pt x="168" y="919"/>
                    <a:pt x="185" y="853"/>
                    <a:pt x="268" y="752"/>
                  </a:cubicBezTo>
                  <a:cubicBezTo>
                    <a:pt x="402" y="602"/>
                    <a:pt x="769" y="201"/>
                    <a:pt x="719" y="0"/>
                  </a:cubicBezTo>
                  <a:cubicBezTo>
                    <a:pt x="586" y="0"/>
                    <a:pt x="552" y="101"/>
                    <a:pt x="485" y="184"/>
                  </a:cubicBezTo>
                  <a:cubicBezTo>
                    <a:pt x="419" y="268"/>
                    <a:pt x="368" y="301"/>
                    <a:pt x="302" y="401"/>
                  </a:cubicBezTo>
                  <a:cubicBezTo>
                    <a:pt x="201" y="535"/>
                    <a:pt x="18" y="736"/>
                    <a:pt x="1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576;p21">
              <a:extLst>
                <a:ext uri="{FF2B5EF4-FFF2-40B4-BE49-F238E27FC236}">
                  <a16:creationId xmlns:a16="http://schemas.microsoft.com/office/drawing/2014/main" id="{0D49F402-8FE7-4082-8CA1-6C9F3D0BC9D4}"/>
                </a:ext>
              </a:extLst>
            </p:cNvPr>
            <p:cNvSpPr/>
            <p:nvPr/>
          </p:nvSpPr>
          <p:spPr>
            <a:xfrm>
              <a:off x="4529490" y="3470944"/>
              <a:ext cx="32618" cy="37232"/>
            </a:xfrm>
            <a:custGeom>
              <a:avLst/>
              <a:gdLst/>
              <a:ahLst/>
              <a:cxnLst/>
              <a:rect l="l" t="t" r="r" b="b"/>
              <a:pathLst>
                <a:path w="820" h="936" extrusionOk="0">
                  <a:moveTo>
                    <a:pt x="0" y="936"/>
                  </a:moveTo>
                  <a:cubicBezTo>
                    <a:pt x="201" y="936"/>
                    <a:pt x="318" y="685"/>
                    <a:pt x="435" y="568"/>
                  </a:cubicBezTo>
                  <a:cubicBezTo>
                    <a:pt x="485" y="502"/>
                    <a:pt x="819" y="201"/>
                    <a:pt x="735" y="117"/>
                  </a:cubicBezTo>
                  <a:cubicBezTo>
                    <a:pt x="635" y="0"/>
                    <a:pt x="351" y="368"/>
                    <a:pt x="301" y="435"/>
                  </a:cubicBezTo>
                  <a:cubicBezTo>
                    <a:pt x="201" y="552"/>
                    <a:pt x="0" y="736"/>
                    <a:pt x="0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577;p21">
              <a:extLst>
                <a:ext uri="{FF2B5EF4-FFF2-40B4-BE49-F238E27FC236}">
                  <a16:creationId xmlns:a16="http://schemas.microsoft.com/office/drawing/2014/main" id="{965F1565-9EFE-4E7C-9B28-0365685C8FE7}"/>
                </a:ext>
              </a:extLst>
            </p:cNvPr>
            <p:cNvSpPr/>
            <p:nvPr/>
          </p:nvSpPr>
          <p:spPr>
            <a:xfrm>
              <a:off x="4658410" y="3543379"/>
              <a:ext cx="28640" cy="37272"/>
            </a:xfrm>
            <a:custGeom>
              <a:avLst/>
              <a:gdLst/>
              <a:ahLst/>
              <a:cxnLst/>
              <a:rect l="l" t="t" r="r" b="b"/>
              <a:pathLst>
                <a:path w="720" h="937" extrusionOk="0">
                  <a:moveTo>
                    <a:pt x="1" y="920"/>
                  </a:moveTo>
                  <a:cubicBezTo>
                    <a:pt x="151" y="936"/>
                    <a:pt x="719" y="151"/>
                    <a:pt x="652" y="1"/>
                  </a:cubicBezTo>
                  <a:cubicBezTo>
                    <a:pt x="485" y="1"/>
                    <a:pt x="352" y="234"/>
                    <a:pt x="251" y="402"/>
                  </a:cubicBezTo>
                  <a:cubicBezTo>
                    <a:pt x="201" y="468"/>
                    <a:pt x="1" y="73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578;p21">
              <a:extLst>
                <a:ext uri="{FF2B5EF4-FFF2-40B4-BE49-F238E27FC236}">
                  <a16:creationId xmlns:a16="http://schemas.microsoft.com/office/drawing/2014/main" id="{9DBE0A8A-74D1-4B91-A334-22E99C7D521B}"/>
                </a:ext>
              </a:extLst>
            </p:cNvPr>
            <p:cNvSpPr/>
            <p:nvPr/>
          </p:nvSpPr>
          <p:spPr>
            <a:xfrm>
              <a:off x="4656421" y="3512790"/>
              <a:ext cx="33294" cy="36595"/>
            </a:xfrm>
            <a:custGeom>
              <a:avLst/>
              <a:gdLst/>
              <a:ahLst/>
              <a:cxnLst/>
              <a:rect l="l" t="t" r="r" b="b"/>
              <a:pathLst>
                <a:path w="837" h="920" extrusionOk="0">
                  <a:moveTo>
                    <a:pt x="17" y="920"/>
                  </a:moveTo>
                  <a:cubicBezTo>
                    <a:pt x="268" y="903"/>
                    <a:pt x="836" y="201"/>
                    <a:pt x="753" y="118"/>
                  </a:cubicBezTo>
                  <a:cubicBezTo>
                    <a:pt x="652" y="1"/>
                    <a:pt x="402" y="369"/>
                    <a:pt x="335" y="435"/>
                  </a:cubicBezTo>
                  <a:cubicBezTo>
                    <a:pt x="235" y="552"/>
                    <a:pt x="1" y="736"/>
                    <a:pt x="17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579;p21">
              <a:extLst>
                <a:ext uri="{FF2B5EF4-FFF2-40B4-BE49-F238E27FC236}">
                  <a16:creationId xmlns:a16="http://schemas.microsoft.com/office/drawing/2014/main" id="{3DAB703B-6134-4B42-9EDD-D05CF5EA1847}"/>
                </a:ext>
              </a:extLst>
            </p:cNvPr>
            <p:cNvSpPr/>
            <p:nvPr/>
          </p:nvSpPr>
          <p:spPr>
            <a:xfrm>
              <a:off x="4330084" y="3887656"/>
              <a:ext cx="36595" cy="37908"/>
            </a:xfrm>
            <a:custGeom>
              <a:avLst/>
              <a:gdLst/>
              <a:ahLst/>
              <a:cxnLst/>
              <a:rect l="l" t="t" r="r" b="b"/>
              <a:pathLst>
                <a:path w="920" h="953" extrusionOk="0">
                  <a:moveTo>
                    <a:pt x="134" y="953"/>
                  </a:moveTo>
                  <a:cubicBezTo>
                    <a:pt x="285" y="936"/>
                    <a:pt x="201" y="936"/>
                    <a:pt x="335" y="736"/>
                  </a:cubicBezTo>
                  <a:cubicBezTo>
                    <a:pt x="402" y="652"/>
                    <a:pt x="469" y="602"/>
                    <a:pt x="519" y="519"/>
                  </a:cubicBezTo>
                  <a:cubicBezTo>
                    <a:pt x="569" y="452"/>
                    <a:pt x="920" y="134"/>
                    <a:pt x="786" y="67"/>
                  </a:cubicBezTo>
                  <a:cubicBezTo>
                    <a:pt x="669" y="1"/>
                    <a:pt x="1" y="702"/>
                    <a:pt x="134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580;p21">
              <a:extLst>
                <a:ext uri="{FF2B5EF4-FFF2-40B4-BE49-F238E27FC236}">
                  <a16:creationId xmlns:a16="http://schemas.microsoft.com/office/drawing/2014/main" id="{3A25199A-F7A3-4653-9C28-80ACEF3B08E0}"/>
                </a:ext>
              </a:extLst>
            </p:cNvPr>
            <p:cNvSpPr/>
            <p:nvPr/>
          </p:nvSpPr>
          <p:spPr>
            <a:xfrm>
              <a:off x="4746159" y="3645727"/>
              <a:ext cx="25935" cy="37948"/>
            </a:xfrm>
            <a:custGeom>
              <a:avLst/>
              <a:gdLst/>
              <a:ahLst/>
              <a:cxnLst/>
              <a:rect l="l" t="t" r="r" b="b"/>
              <a:pathLst>
                <a:path w="652" h="954" extrusionOk="0">
                  <a:moveTo>
                    <a:pt x="50" y="953"/>
                  </a:moveTo>
                  <a:cubicBezTo>
                    <a:pt x="268" y="953"/>
                    <a:pt x="635" y="168"/>
                    <a:pt x="652" y="1"/>
                  </a:cubicBezTo>
                  <a:cubicBezTo>
                    <a:pt x="401" y="17"/>
                    <a:pt x="0" y="819"/>
                    <a:pt x="50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581;p21">
              <a:extLst>
                <a:ext uri="{FF2B5EF4-FFF2-40B4-BE49-F238E27FC236}">
                  <a16:creationId xmlns:a16="http://schemas.microsoft.com/office/drawing/2014/main" id="{E38B6AEC-5F10-4C19-9E60-991901A86E10}"/>
                </a:ext>
              </a:extLst>
            </p:cNvPr>
            <p:cNvSpPr/>
            <p:nvPr/>
          </p:nvSpPr>
          <p:spPr>
            <a:xfrm>
              <a:off x="4481637" y="4058462"/>
              <a:ext cx="25298" cy="38584"/>
            </a:xfrm>
            <a:custGeom>
              <a:avLst/>
              <a:gdLst/>
              <a:ahLst/>
              <a:cxnLst/>
              <a:rect l="l" t="t" r="r" b="b"/>
              <a:pathLst>
                <a:path w="636" h="970" extrusionOk="0">
                  <a:moveTo>
                    <a:pt x="84" y="970"/>
                  </a:moveTo>
                  <a:cubicBezTo>
                    <a:pt x="234" y="970"/>
                    <a:pt x="334" y="669"/>
                    <a:pt x="401" y="535"/>
                  </a:cubicBezTo>
                  <a:cubicBezTo>
                    <a:pt x="468" y="402"/>
                    <a:pt x="635" y="184"/>
                    <a:pt x="618" y="17"/>
                  </a:cubicBezTo>
                  <a:cubicBezTo>
                    <a:pt x="401" y="1"/>
                    <a:pt x="0" y="753"/>
                    <a:pt x="84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582;p21">
              <a:extLst>
                <a:ext uri="{FF2B5EF4-FFF2-40B4-BE49-F238E27FC236}">
                  <a16:creationId xmlns:a16="http://schemas.microsoft.com/office/drawing/2014/main" id="{F42BCFB5-37A8-4E1D-A4D7-CBEDD16A1175}"/>
                </a:ext>
              </a:extLst>
            </p:cNvPr>
            <p:cNvSpPr/>
            <p:nvPr/>
          </p:nvSpPr>
          <p:spPr>
            <a:xfrm>
              <a:off x="4845166" y="3629776"/>
              <a:ext cx="33294" cy="33294"/>
            </a:xfrm>
            <a:custGeom>
              <a:avLst/>
              <a:gdLst/>
              <a:ahLst/>
              <a:cxnLst/>
              <a:rect l="l" t="t" r="r" b="b"/>
              <a:pathLst>
                <a:path w="837" h="837" extrusionOk="0">
                  <a:moveTo>
                    <a:pt x="652" y="535"/>
                  </a:moveTo>
                  <a:cubicBezTo>
                    <a:pt x="452" y="352"/>
                    <a:pt x="251" y="1"/>
                    <a:pt x="34" y="1"/>
                  </a:cubicBezTo>
                  <a:cubicBezTo>
                    <a:pt x="1" y="118"/>
                    <a:pt x="101" y="201"/>
                    <a:pt x="151" y="268"/>
                  </a:cubicBezTo>
                  <a:cubicBezTo>
                    <a:pt x="285" y="435"/>
                    <a:pt x="619" y="836"/>
                    <a:pt x="836" y="753"/>
                  </a:cubicBezTo>
                  <a:cubicBezTo>
                    <a:pt x="836" y="619"/>
                    <a:pt x="753" y="619"/>
                    <a:pt x="652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583;p21">
              <a:extLst>
                <a:ext uri="{FF2B5EF4-FFF2-40B4-BE49-F238E27FC236}">
                  <a16:creationId xmlns:a16="http://schemas.microsoft.com/office/drawing/2014/main" id="{55AEE949-B6D3-44C2-BAE2-683F0515FDCC}"/>
                </a:ext>
              </a:extLst>
            </p:cNvPr>
            <p:cNvSpPr/>
            <p:nvPr/>
          </p:nvSpPr>
          <p:spPr>
            <a:xfrm>
              <a:off x="4807974" y="3648392"/>
              <a:ext cx="33930" cy="30629"/>
            </a:xfrm>
            <a:custGeom>
              <a:avLst/>
              <a:gdLst/>
              <a:ahLst/>
              <a:cxnLst/>
              <a:rect l="l" t="t" r="r" b="b"/>
              <a:pathLst>
                <a:path w="853" h="770" extrusionOk="0">
                  <a:moveTo>
                    <a:pt x="451" y="351"/>
                  </a:moveTo>
                  <a:cubicBezTo>
                    <a:pt x="100" y="134"/>
                    <a:pt x="217" y="17"/>
                    <a:pt x="0" y="1"/>
                  </a:cubicBezTo>
                  <a:cubicBezTo>
                    <a:pt x="34" y="468"/>
                    <a:pt x="735" y="769"/>
                    <a:pt x="852" y="736"/>
                  </a:cubicBezTo>
                  <a:cubicBezTo>
                    <a:pt x="802" y="535"/>
                    <a:pt x="635" y="468"/>
                    <a:pt x="4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584;p21">
              <a:extLst>
                <a:ext uri="{FF2B5EF4-FFF2-40B4-BE49-F238E27FC236}">
                  <a16:creationId xmlns:a16="http://schemas.microsoft.com/office/drawing/2014/main" id="{FF9E5F67-ED6C-488E-903E-622674CABB7A}"/>
                </a:ext>
              </a:extLst>
            </p:cNvPr>
            <p:cNvSpPr/>
            <p:nvPr/>
          </p:nvSpPr>
          <p:spPr>
            <a:xfrm>
              <a:off x="4425790" y="3686937"/>
              <a:ext cx="27964" cy="37272"/>
            </a:xfrm>
            <a:custGeom>
              <a:avLst/>
              <a:gdLst/>
              <a:ahLst/>
              <a:cxnLst/>
              <a:rect l="l" t="t" r="r" b="b"/>
              <a:pathLst>
                <a:path w="703" h="937" extrusionOk="0">
                  <a:moveTo>
                    <a:pt x="118" y="936"/>
                  </a:moveTo>
                  <a:cubicBezTo>
                    <a:pt x="251" y="886"/>
                    <a:pt x="235" y="786"/>
                    <a:pt x="435" y="502"/>
                  </a:cubicBezTo>
                  <a:cubicBezTo>
                    <a:pt x="502" y="402"/>
                    <a:pt x="703" y="168"/>
                    <a:pt x="703" y="51"/>
                  </a:cubicBezTo>
                  <a:cubicBezTo>
                    <a:pt x="552" y="1"/>
                    <a:pt x="502" y="101"/>
                    <a:pt x="452" y="168"/>
                  </a:cubicBezTo>
                  <a:cubicBezTo>
                    <a:pt x="302" y="351"/>
                    <a:pt x="1" y="686"/>
                    <a:pt x="118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585;p21">
              <a:extLst>
                <a:ext uri="{FF2B5EF4-FFF2-40B4-BE49-F238E27FC236}">
                  <a16:creationId xmlns:a16="http://schemas.microsoft.com/office/drawing/2014/main" id="{315A8C52-4372-4BAB-B539-34B6D7634256}"/>
                </a:ext>
              </a:extLst>
            </p:cNvPr>
            <p:cNvSpPr/>
            <p:nvPr/>
          </p:nvSpPr>
          <p:spPr>
            <a:xfrm>
              <a:off x="5115018" y="2942576"/>
              <a:ext cx="32618" cy="31265"/>
            </a:xfrm>
            <a:custGeom>
              <a:avLst/>
              <a:gdLst/>
              <a:ahLst/>
              <a:cxnLst/>
              <a:rect l="l" t="t" r="r" b="b"/>
              <a:pathLst>
                <a:path w="820" h="786" extrusionOk="0">
                  <a:moveTo>
                    <a:pt x="34" y="785"/>
                  </a:moveTo>
                  <a:cubicBezTo>
                    <a:pt x="218" y="785"/>
                    <a:pt x="786" y="217"/>
                    <a:pt x="819" y="0"/>
                  </a:cubicBezTo>
                  <a:cubicBezTo>
                    <a:pt x="669" y="0"/>
                    <a:pt x="635" y="50"/>
                    <a:pt x="552" y="134"/>
                  </a:cubicBezTo>
                  <a:cubicBezTo>
                    <a:pt x="418" y="251"/>
                    <a:pt x="1" y="585"/>
                    <a:pt x="34" y="7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586;p21">
              <a:extLst>
                <a:ext uri="{FF2B5EF4-FFF2-40B4-BE49-F238E27FC236}">
                  <a16:creationId xmlns:a16="http://schemas.microsoft.com/office/drawing/2014/main" id="{C304FD07-DA82-4FA5-BAA6-274989974DA9}"/>
                </a:ext>
              </a:extLst>
            </p:cNvPr>
            <p:cNvSpPr/>
            <p:nvPr/>
          </p:nvSpPr>
          <p:spPr>
            <a:xfrm>
              <a:off x="4371294" y="3894299"/>
              <a:ext cx="33930" cy="31941"/>
            </a:xfrm>
            <a:custGeom>
              <a:avLst/>
              <a:gdLst/>
              <a:ahLst/>
              <a:cxnLst/>
              <a:rect l="l" t="t" r="r" b="b"/>
              <a:pathLst>
                <a:path w="853" h="803" extrusionOk="0">
                  <a:moveTo>
                    <a:pt x="1" y="803"/>
                  </a:moveTo>
                  <a:cubicBezTo>
                    <a:pt x="201" y="786"/>
                    <a:pt x="803" y="201"/>
                    <a:pt x="853" y="34"/>
                  </a:cubicBezTo>
                  <a:cubicBezTo>
                    <a:pt x="602" y="1"/>
                    <a:pt x="34" y="569"/>
                    <a:pt x="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587;p21">
              <a:extLst>
                <a:ext uri="{FF2B5EF4-FFF2-40B4-BE49-F238E27FC236}">
                  <a16:creationId xmlns:a16="http://schemas.microsoft.com/office/drawing/2014/main" id="{23252E57-97F4-4145-95F8-65D54FA1021A}"/>
                </a:ext>
              </a:extLst>
            </p:cNvPr>
            <p:cNvSpPr/>
            <p:nvPr/>
          </p:nvSpPr>
          <p:spPr>
            <a:xfrm>
              <a:off x="4520858" y="3225038"/>
              <a:ext cx="43875" cy="55171"/>
            </a:xfrm>
            <a:custGeom>
              <a:avLst/>
              <a:gdLst/>
              <a:ahLst/>
              <a:cxnLst/>
              <a:rect l="l" t="t" r="r" b="b"/>
              <a:pathLst>
                <a:path w="1103" h="1387" extrusionOk="0">
                  <a:moveTo>
                    <a:pt x="936" y="100"/>
                  </a:moveTo>
                  <a:cubicBezTo>
                    <a:pt x="368" y="418"/>
                    <a:pt x="0" y="1387"/>
                    <a:pt x="852" y="401"/>
                  </a:cubicBezTo>
                  <a:cubicBezTo>
                    <a:pt x="902" y="351"/>
                    <a:pt x="1019" y="234"/>
                    <a:pt x="1036" y="201"/>
                  </a:cubicBezTo>
                  <a:cubicBezTo>
                    <a:pt x="1103" y="100"/>
                    <a:pt x="1086" y="0"/>
                    <a:pt x="936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588;p21">
              <a:extLst>
                <a:ext uri="{FF2B5EF4-FFF2-40B4-BE49-F238E27FC236}">
                  <a16:creationId xmlns:a16="http://schemas.microsoft.com/office/drawing/2014/main" id="{21E23A00-A04A-46AB-ADCD-049AB01543D7}"/>
                </a:ext>
              </a:extLst>
            </p:cNvPr>
            <p:cNvSpPr/>
            <p:nvPr/>
          </p:nvSpPr>
          <p:spPr>
            <a:xfrm>
              <a:off x="4526149" y="3374562"/>
              <a:ext cx="29276" cy="33930"/>
            </a:xfrm>
            <a:custGeom>
              <a:avLst/>
              <a:gdLst/>
              <a:ahLst/>
              <a:cxnLst/>
              <a:rect l="l" t="t" r="r" b="b"/>
              <a:pathLst>
                <a:path w="736" h="853" extrusionOk="0">
                  <a:moveTo>
                    <a:pt x="1" y="836"/>
                  </a:moveTo>
                  <a:cubicBezTo>
                    <a:pt x="17" y="836"/>
                    <a:pt x="17" y="853"/>
                    <a:pt x="68" y="836"/>
                  </a:cubicBezTo>
                  <a:cubicBezTo>
                    <a:pt x="151" y="819"/>
                    <a:pt x="736" y="218"/>
                    <a:pt x="703" y="17"/>
                  </a:cubicBezTo>
                  <a:cubicBezTo>
                    <a:pt x="552" y="1"/>
                    <a:pt x="552" y="67"/>
                    <a:pt x="469" y="151"/>
                  </a:cubicBezTo>
                  <a:cubicBezTo>
                    <a:pt x="368" y="251"/>
                    <a:pt x="352" y="251"/>
                    <a:pt x="285" y="368"/>
                  </a:cubicBezTo>
                  <a:cubicBezTo>
                    <a:pt x="201" y="468"/>
                    <a:pt x="1" y="68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589;p21">
              <a:extLst>
                <a:ext uri="{FF2B5EF4-FFF2-40B4-BE49-F238E27FC236}">
                  <a16:creationId xmlns:a16="http://schemas.microsoft.com/office/drawing/2014/main" id="{8D5B13BB-D652-4B71-BC48-12F6BC498D2C}"/>
                </a:ext>
              </a:extLst>
            </p:cNvPr>
            <p:cNvSpPr/>
            <p:nvPr/>
          </p:nvSpPr>
          <p:spPr>
            <a:xfrm>
              <a:off x="4790034" y="3670986"/>
              <a:ext cx="37232" cy="20645"/>
            </a:xfrm>
            <a:custGeom>
              <a:avLst/>
              <a:gdLst/>
              <a:ahLst/>
              <a:cxnLst/>
              <a:rect l="l" t="t" r="r" b="b"/>
              <a:pathLst>
                <a:path w="936" h="519" extrusionOk="0">
                  <a:moveTo>
                    <a:pt x="384" y="268"/>
                  </a:moveTo>
                  <a:cubicBezTo>
                    <a:pt x="251" y="184"/>
                    <a:pt x="201" y="1"/>
                    <a:pt x="0" y="1"/>
                  </a:cubicBezTo>
                  <a:cubicBezTo>
                    <a:pt x="0" y="251"/>
                    <a:pt x="251" y="519"/>
                    <a:pt x="635" y="519"/>
                  </a:cubicBezTo>
                  <a:cubicBezTo>
                    <a:pt x="936" y="519"/>
                    <a:pt x="886" y="485"/>
                    <a:pt x="919" y="435"/>
                  </a:cubicBezTo>
                  <a:cubicBezTo>
                    <a:pt x="785" y="301"/>
                    <a:pt x="568" y="385"/>
                    <a:pt x="38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90;p21">
              <a:extLst>
                <a:ext uri="{FF2B5EF4-FFF2-40B4-BE49-F238E27FC236}">
                  <a16:creationId xmlns:a16="http://schemas.microsoft.com/office/drawing/2014/main" id="{7A200208-4155-4EC9-865B-860E5B67EB4B}"/>
                </a:ext>
              </a:extLst>
            </p:cNvPr>
            <p:cNvSpPr/>
            <p:nvPr/>
          </p:nvSpPr>
          <p:spPr>
            <a:xfrm>
              <a:off x="5201416" y="2589627"/>
              <a:ext cx="31941" cy="30629"/>
            </a:xfrm>
            <a:custGeom>
              <a:avLst/>
              <a:gdLst/>
              <a:ahLst/>
              <a:cxnLst/>
              <a:rect l="l" t="t" r="r" b="b"/>
              <a:pathLst>
                <a:path w="803" h="770" extrusionOk="0">
                  <a:moveTo>
                    <a:pt x="17" y="769"/>
                  </a:moveTo>
                  <a:cubicBezTo>
                    <a:pt x="251" y="736"/>
                    <a:pt x="769" y="268"/>
                    <a:pt x="803" y="1"/>
                  </a:cubicBezTo>
                  <a:cubicBezTo>
                    <a:pt x="619" y="1"/>
                    <a:pt x="502" y="218"/>
                    <a:pt x="352" y="335"/>
                  </a:cubicBezTo>
                  <a:cubicBezTo>
                    <a:pt x="235" y="419"/>
                    <a:pt x="1" y="586"/>
                    <a:pt x="17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591;p21">
              <a:extLst>
                <a:ext uri="{FF2B5EF4-FFF2-40B4-BE49-F238E27FC236}">
                  <a16:creationId xmlns:a16="http://schemas.microsoft.com/office/drawing/2014/main" id="{85AFA37F-1195-441F-B342-E218B55C63D6}"/>
                </a:ext>
              </a:extLst>
            </p:cNvPr>
            <p:cNvSpPr/>
            <p:nvPr/>
          </p:nvSpPr>
          <p:spPr>
            <a:xfrm>
              <a:off x="4389234" y="4093705"/>
              <a:ext cx="27287" cy="33930"/>
            </a:xfrm>
            <a:custGeom>
              <a:avLst/>
              <a:gdLst/>
              <a:ahLst/>
              <a:cxnLst/>
              <a:rect l="l" t="t" r="r" b="b"/>
              <a:pathLst>
                <a:path w="686" h="853" extrusionOk="0">
                  <a:moveTo>
                    <a:pt x="34" y="852"/>
                  </a:moveTo>
                  <a:cubicBezTo>
                    <a:pt x="185" y="836"/>
                    <a:pt x="302" y="585"/>
                    <a:pt x="402" y="468"/>
                  </a:cubicBezTo>
                  <a:cubicBezTo>
                    <a:pt x="535" y="301"/>
                    <a:pt x="686" y="167"/>
                    <a:pt x="652" y="17"/>
                  </a:cubicBezTo>
                  <a:cubicBezTo>
                    <a:pt x="519" y="0"/>
                    <a:pt x="485" y="67"/>
                    <a:pt x="418" y="151"/>
                  </a:cubicBezTo>
                  <a:cubicBezTo>
                    <a:pt x="268" y="334"/>
                    <a:pt x="1" y="602"/>
                    <a:pt x="34" y="8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592;p21">
              <a:extLst>
                <a:ext uri="{FF2B5EF4-FFF2-40B4-BE49-F238E27FC236}">
                  <a16:creationId xmlns:a16="http://schemas.microsoft.com/office/drawing/2014/main" id="{77902F5A-0601-4CE9-8748-8DD9705BFB76}"/>
                </a:ext>
              </a:extLst>
            </p:cNvPr>
            <p:cNvSpPr/>
            <p:nvPr/>
          </p:nvSpPr>
          <p:spPr>
            <a:xfrm>
              <a:off x="4529490" y="3314736"/>
              <a:ext cx="28600" cy="28640"/>
            </a:xfrm>
            <a:custGeom>
              <a:avLst/>
              <a:gdLst/>
              <a:ahLst/>
              <a:cxnLst/>
              <a:rect l="l" t="t" r="r" b="b"/>
              <a:pathLst>
                <a:path w="719" h="720" extrusionOk="0">
                  <a:moveTo>
                    <a:pt x="34" y="719"/>
                  </a:moveTo>
                  <a:cubicBezTo>
                    <a:pt x="201" y="719"/>
                    <a:pt x="334" y="519"/>
                    <a:pt x="401" y="419"/>
                  </a:cubicBezTo>
                  <a:cubicBezTo>
                    <a:pt x="535" y="268"/>
                    <a:pt x="685" y="201"/>
                    <a:pt x="719" y="1"/>
                  </a:cubicBezTo>
                  <a:cubicBezTo>
                    <a:pt x="451" y="1"/>
                    <a:pt x="0" y="519"/>
                    <a:pt x="34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593;p21">
              <a:extLst>
                <a:ext uri="{FF2B5EF4-FFF2-40B4-BE49-F238E27FC236}">
                  <a16:creationId xmlns:a16="http://schemas.microsoft.com/office/drawing/2014/main" id="{E160B53E-A643-49F7-AC96-BB10653FA013}"/>
                </a:ext>
              </a:extLst>
            </p:cNvPr>
            <p:cNvSpPr/>
            <p:nvPr/>
          </p:nvSpPr>
          <p:spPr>
            <a:xfrm>
              <a:off x="4849184" y="3565297"/>
              <a:ext cx="35243" cy="23986"/>
            </a:xfrm>
            <a:custGeom>
              <a:avLst/>
              <a:gdLst/>
              <a:ahLst/>
              <a:cxnLst/>
              <a:rect l="l" t="t" r="r" b="b"/>
              <a:pathLst>
                <a:path w="886" h="603" extrusionOk="0">
                  <a:moveTo>
                    <a:pt x="0" y="602"/>
                  </a:moveTo>
                  <a:cubicBezTo>
                    <a:pt x="150" y="602"/>
                    <a:pt x="819" y="268"/>
                    <a:pt x="886" y="84"/>
                  </a:cubicBezTo>
                  <a:cubicBezTo>
                    <a:pt x="735" y="1"/>
                    <a:pt x="0" y="369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594;p21">
              <a:extLst>
                <a:ext uri="{FF2B5EF4-FFF2-40B4-BE49-F238E27FC236}">
                  <a16:creationId xmlns:a16="http://schemas.microsoft.com/office/drawing/2014/main" id="{EF80A550-EB28-4155-B10B-70815B2BD0FC}"/>
                </a:ext>
              </a:extLst>
            </p:cNvPr>
            <p:cNvSpPr/>
            <p:nvPr/>
          </p:nvSpPr>
          <p:spPr>
            <a:xfrm>
              <a:off x="4546754" y="3687613"/>
              <a:ext cx="23986" cy="36595"/>
            </a:xfrm>
            <a:custGeom>
              <a:avLst/>
              <a:gdLst/>
              <a:ahLst/>
              <a:cxnLst/>
              <a:rect l="l" t="t" r="r" b="b"/>
              <a:pathLst>
                <a:path w="603" h="920" extrusionOk="0">
                  <a:moveTo>
                    <a:pt x="168" y="919"/>
                  </a:moveTo>
                  <a:cubicBezTo>
                    <a:pt x="268" y="869"/>
                    <a:pt x="318" y="568"/>
                    <a:pt x="385" y="468"/>
                  </a:cubicBezTo>
                  <a:cubicBezTo>
                    <a:pt x="452" y="351"/>
                    <a:pt x="602" y="151"/>
                    <a:pt x="569" y="50"/>
                  </a:cubicBezTo>
                  <a:cubicBezTo>
                    <a:pt x="535" y="17"/>
                    <a:pt x="519" y="0"/>
                    <a:pt x="452" y="50"/>
                  </a:cubicBezTo>
                  <a:cubicBezTo>
                    <a:pt x="452" y="50"/>
                    <a:pt x="368" y="151"/>
                    <a:pt x="352" y="151"/>
                  </a:cubicBezTo>
                  <a:cubicBezTo>
                    <a:pt x="218" y="334"/>
                    <a:pt x="1" y="719"/>
                    <a:pt x="168" y="9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595;p21">
              <a:extLst>
                <a:ext uri="{FF2B5EF4-FFF2-40B4-BE49-F238E27FC236}">
                  <a16:creationId xmlns:a16="http://schemas.microsoft.com/office/drawing/2014/main" id="{43EE9714-F7D9-40CF-9006-2E487C28ED68}"/>
                </a:ext>
              </a:extLst>
            </p:cNvPr>
            <p:cNvSpPr/>
            <p:nvPr/>
          </p:nvSpPr>
          <p:spPr>
            <a:xfrm>
              <a:off x="4932916" y="3582600"/>
              <a:ext cx="27287" cy="31265"/>
            </a:xfrm>
            <a:custGeom>
              <a:avLst/>
              <a:gdLst/>
              <a:ahLst/>
              <a:cxnLst/>
              <a:rect l="l" t="t" r="r" b="b"/>
              <a:pathLst>
                <a:path w="686" h="786" extrusionOk="0">
                  <a:moveTo>
                    <a:pt x="568" y="535"/>
                  </a:moveTo>
                  <a:cubicBezTo>
                    <a:pt x="368" y="318"/>
                    <a:pt x="218" y="0"/>
                    <a:pt x="34" y="67"/>
                  </a:cubicBezTo>
                  <a:cubicBezTo>
                    <a:pt x="0" y="167"/>
                    <a:pt x="418" y="769"/>
                    <a:pt x="685" y="786"/>
                  </a:cubicBezTo>
                  <a:cubicBezTo>
                    <a:pt x="685" y="619"/>
                    <a:pt x="652" y="619"/>
                    <a:pt x="56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596;p21">
              <a:extLst>
                <a:ext uri="{FF2B5EF4-FFF2-40B4-BE49-F238E27FC236}">
                  <a16:creationId xmlns:a16="http://schemas.microsoft.com/office/drawing/2014/main" id="{79D7AD1A-07C9-49D8-9FC9-E1B1F59033FA}"/>
                </a:ext>
              </a:extLst>
            </p:cNvPr>
            <p:cNvSpPr/>
            <p:nvPr/>
          </p:nvSpPr>
          <p:spPr>
            <a:xfrm>
              <a:off x="5116331" y="2144991"/>
              <a:ext cx="26651" cy="31941"/>
            </a:xfrm>
            <a:custGeom>
              <a:avLst/>
              <a:gdLst/>
              <a:ahLst/>
              <a:cxnLst/>
              <a:rect l="l" t="t" r="r" b="b"/>
              <a:pathLst>
                <a:path w="670" h="803" extrusionOk="0">
                  <a:moveTo>
                    <a:pt x="1" y="786"/>
                  </a:moveTo>
                  <a:cubicBezTo>
                    <a:pt x="318" y="803"/>
                    <a:pt x="669" y="185"/>
                    <a:pt x="653" y="1"/>
                  </a:cubicBezTo>
                  <a:cubicBezTo>
                    <a:pt x="486" y="18"/>
                    <a:pt x="369" y="251"/>
                    <a:pt x="285" y="368"/>
                  </a:cubicBezTo>
                  <a:cubicBezTo>
                    <a:pt x="185" y="502"/>
                    <a:pt x="18" y="636"/>
                    <a:pt x="1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97;p21">
              <a:extLst>
                <a:ext uri="{FF2B5EF4-FFF2-40B4-BE49-F238E27FC236}">
                  <a16:creationId xmlns:a16="http://schemas.microsoft.com/office/drawing/2014/main" id="{BFC1BBBD-DCBD-44FA-8F83-F669B6D00326}"/>
                </a:ext>
              </a:extLst>
            </p:cNvPr>
            <p:cNvSpPr/>
            <p:nvPr/>
          </p:nvSpPr>
          <p:spPr>
            <a:xfrm>
              <a:off x="4311468" y="3937497"/>
              <a:ext cx="25298" cy="37948"/>
            </a:xfrm>
            <a:custGeom>
              <a:avLst/>
              <a:gdLst/>
              <a:ahLst/>
              <a:cxnLst/>
              <a:rect l="l" t="t" r="r" b="b"/>
              <a:pathLst>
                <a:path w="636" h="954" extrusionOk="0">
                  <a:moveTo>
                    <a:pt x="586" y="101"/>
                  </a:moveTo>
                  <a:cubicBezTo>
                    <a:pt x="586" y="101"/>
                    <a:pt x="569" y="1"/>
                    <a:pt x="452" y="101"/>
                  </a:cubicBezTo>
                  <a:cubicBezTo>
                    <a:pt x="452" y="101"/>
                    <a:pt x="1" y="736"/>
                    <a:pt x="101" y="836"/>
                  </a:cubicBezTo>
                  <a:cubicBezTo>
                    <a:pt x="218" y="953"/>
                    <a:pt x="352" y="652"/>
                    <a:pt x="419" y="535"/>
                  </a:cubicBezTo>
                  <a:cubicBezTo>
                    <a:pt x="502" y="402"/>
                    <a:pt x="636" y="218"/>
                    <a:pt x="586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598;p21">
              <a:extLst>
                <a:ext uri="{FF2B5EF4-FFF2-40B4-BE49-F238E27FC236}">
                  <a16:creationId xmlns:a16="http://schemas.microsoft.com/office/drawing/2014/main" id="{BA28425F-D1FC-4457-9C39-93D43ECDA7E6}"/>
                </a:ext>
              </a:extLst>
            </p:cNvPr>
            <p:cNvSpPr/>
            <p:nvPr/>
          </p:nvSpPr>
          <p:spPr>
            <a:xfrm>
              <a:off x="5119672" y="2886728"/>
              <a:ext cx="32618" cy="30629"/>
            </a:xfrm>
            <a:custGeom>
              <a:avLst/>
              <a:gdLst/>
              <a:ahLst/>
              <a:cxnLst/>
              <a:rect l="l" t="t" r="r" b="b"/>
              <a:pathLst>
                <a:path w="820" h="770" extrusionOk="0">
                  <a:moveTo>
                    <a:pt x="285" y="769"/>
                  </a:moveTo>
                  <a:cubicBezTo>
                    <a:pt x="402" y="736"/>
                    <a:pt x="351" y="736"/>
                    <a:pt x="402" y="585"/>
                  </a:cubicBezTo>
                  <a:cubicBezTo>
                    <a:pt x="435" y="502"/>
                    <a:pt x="485" y="435"/>
                    <a:pt x="535" y="385"/>
                  </a:cubicBezTo>
                  <a:cubicBezTo>
                    <a:pt x="635" y="285"/>
                    <a:pt x="819" y="184"/>
                    <a:pt x="803" y="1"/>
                  </a:cubicBezTo>
                  <a:cubicBezTo>
                    <a:pt x="585" y="1"/>
                    <a:pt x="1" y="519"/>
                    <a:pt x="285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599;p21">
              <a:extLst>
                <a:ext uri="{FF2B5EF4-FFF2-40B4-BE49-F238E27FC236}">
                  <a16:creationId xmlns:a16="http://schemas.microsoft.com/office/drawing/2014/main" id="{32ADDDA7-1DA7-4C2B-A2D2-8738AE088855}"/>
                </a:ext>
              </a:extLst>
            </p:cNvPr>
            <p:cNvSpPr/>
            <p:nvPr/>
          </p:nvSpPr>
          <p:spPr>
            <a:xfrm>
              <a:off x="4659762" y="3279533"/>
              <a:ext cx="23946" cy="35919"/>
            </a:xfrm>
            <a:custGeom>
              <a:avLst/>
              <a:gdLst/>
              <a:ahLst/>
              <a:cxnLst/>
              <a:rect l="l" t="t" r="r" b="b"/>
              <a:pathLst>
                <a:path w="602" h="903" extrusionOk="0">
                  <a:moveTo>
                    <a:pt x="34" y="903"/>
                  </a:moveTo>
                  <a:cubicBezTo>
                    <a:pt x="217" y="869"/>
                    <a:pt x="184" y="769"/>
                    <a:pt x="334" y="502"/>
                  </a:cubicBezTo>
                  <a:cubicBezTo>
                    <a:pt x="384" y="418"/>
                    <a:pt x="602" y="117"/>
                    <a:pt x="501" y="67"/>
                  </a:cubicBezTo>
                  <a:cubicBezTo>
                    <a:pt x="368" y="0"/>
                    <a:pt x="0" y="635"/>
                    <a:pt x="34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00;p21">
              <a:extLst>
                <a:ext uri="{FF2B5EF4-FFF2-40B4-BE49-F238E27FC236}">
                  <a16:creationId xmlns:a16="http://schemas.microsoft.com/office/drawing/2014/main" id="{65EAE6EC-B797-4776-AB94-F03DEB3CE992}"/>
                </a:ext>
              </a:extLst>
            </p:cNvPr>
            <p:cNvSpPr/>
            <p:nvPr/>
          </p:nvSpPr>
          <p:spPr>
            <a:xfrm>
              <a:off x="4529490" y="3542066"/>
              <a:ext cx="22633" cy="31941"/>
            </a:xfrm>
            <a:custGeom>
              <a:avLst/>
              <a:gdLst/>
              <a:ahLst/>
              <a:cxnLst/>
              <a:rect l="l" t="t" r="r" b="b"/>
              <a:pathLst>
                <a:path w="569" h="803" extrusionOk="0">
                  <a:moveTo>
                    <a:pt x="34" y="769"/>
                  </a:moveTo>
                  <a:cubicBezTo>
                    <a:pt x="268" y="802"/>
                    <a:pt x="568" y="167"/>
                    <a:pt x="568" y="0"/>
                  </a:cubicBezTo>
                  <a:cubicBezTo>
                    <a:pt x="334" y="17"/>
                    <a:pt x="0" y="635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01;p21">
              <a:extLst>
                <a:ext uri="{FF2B5EF4-FFF2-40B4-BE49-F238E27FC236}">
                  <a16:creationId xmlns:a16="http://schemas.microsoft.com/office/drawing/2014/main" id="{EE285196-BF71-4235-A2D1-9AD34E2EFB95}"/>
                </a:ext>
              </a:extLst>
            </p:cNvPr>
            <p:cNvSpPr/>
            <p:nvPr/>
          </p:nvSpPr>
          <p:spPr>
            <a:xfrm>
              <a:off x="4889041" y="3615178"/>
              <a:ext cx="29276" cy="25935"/>
            </a:xfrm>
            <a:custGeom>
              <a:avLst/>
              <a:gdLst/>
              <a:ahLst/>
              <a:cxnLst/>
              <a:rect l="l" t="t" r="r" b="b"/>
              <a:pathLst>
                <a:path w="736" h="652" extrusionOk="0">
                  <a:moveTo>
                    <a:pt x="435" y="251"/>
                  </a:moveTo>
                  <a:cubicBezTo>
                    <a:pt x="301" y="150"/>
                    <a:pt x="235" y="0"/>
                    <a:pt x="67" y="0"/>
                  </a:cubicBezTo>
                  <a:cubicBezTo>
                    <a:pt x="1" y="217"/>
                    <a:pt x="552" y="652"/>
                    <a:pt x="736" y="635"/>
                  </a:cubicBezTo>
                  <a:cubicBezTo>
                    <a:pt x="736" y="485"/>
                    <a:pt x="535" y="334"/>
                    <a:pt x="43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02;p21">
              <a:extLst>
                <a:ext uri="{FF2B5EF4-FFF2-40B4-BE49-F238E27FC236}">
                  <a16:creationId xmlns:a16="http://schemas.microsoft.com/office/drawing/2014/main" id="{C1DAD6D3-0B09-44FE-9CFE-F2730FA9CE3B}"/>
                </a:ext>
              </a:extLst>
            </p:cNvPr>
            <p:cNvSpPr/>
            <p:nvPr/>
          </p:nvSpPr>
          <p:spPr>
            <a:xfrm>
              <a:off x="4916965" y="3593221"/>
              <a:ext cx="29276" cy="27964"/>
            </a:xfrm>
            <a:custGeom>
              <a:avLst/>
              <a:gdLst/>
              <a:ahLst/>
              <a:cxnLst/>
              <a:rect l="l" t="t" r="r" b="b"/>
              <a:pathLst>
                <a:path w="736" h="703" extrusionOk="0">
                  <a:moveTo>
                    <a:pt x="518" y="602"/>
                  </a:moveTo>
                  <a:cubicBezTo>
                    <a:pt x="585" y="669"/>
                    <a:pt x="602" y="702"/>
                    <a:pt x="719" y="669"/>
                  </a:cubicBezTo>
                  <a:cubicBezTo>
                    <a:pt x="736" y="552"/>
                    <a:pt x="702" y="519"/>
                    <a:pt x="619" y="452"/>
                  </a:cubicBezTo>
                  <a:cubicBezTo>
                    <a:pt x="552" y="402"/>
                    <a:pt x="184" y="1"/>
                    <a:pt x="84" y="101"/>
                  </a:cubicBezTo>
                  <a:cubicBezTo>
                    <a:pt x="0" y="184"/>
                    <a:pt x="101" y="251"/>
                    <a:pt x="151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03;p21">
              <a:extLst>
                <a:ext uri="{FF2B5EF4-FFF2-40B4-BE49-F238E27FC236}">
                  <a16:creationId xmlns:a16="http://schemas.microsoft.com/office/drawing/2014/main" id="{03D43B34-9B68-4A90-84CD-C0EA2BBE0AFE}"/>
                </a:ext>
              </a:extLst>
            </p:cNvPr>
            <p:cNvSpPr/>
            <p:nvPr/>
          </p:nvSpPr>
          <p:spPr>
            <a:xfrm>
              <a:off x="4524160" y="3695569"/>
              <a:ext cx="21321" cy="33294"/>
            </a:xfrm>
            <a:custGeom>
              <a:avLst/>
              <a:gdLst/>
              <a:ahLst/>
              <a:cxnLst/>
              <a:rect l="l" t="t" r="r" b="b"/>
              <a:pathLst>
                <a:path w="536" h="837" extrusionOk="0">
                  <a:moveTo>
                    <a:pt x="84" y="836"/>
                  </a:moveTo>
                  <a:cubicBezTo>
                    <a:pt x="218" y="836"/>
                    <a:pt x="268" y="602"/>
                    <a:pt x="318" y="485"/>
                  </a:cubicBezTo>
                  <a:cubicBezTo>
                    <a:pt x="352" y="402"/>
                    <a:pt x="535" y="134"/>
                    <a:pt x="418" y="84"/>
                  </a:cubicBezTo>
                  <a:cubicBezTo>
                    <a:pt x="285" y="1"/>
                    <a:pt x="101" y="502"/>
                    <a:pt x="67" y="636"/>
                  </a:cubicBezTo>
                  <a:cubicBezTo>
                    <a:pt x="1" y="836"/>
                    <a:pt x="84" y="836"/>
                    <a:pt x="84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04;p21">
              <a:extLst>
                <a:ext uri="{FF2B5EF4-FFF2-40B4-BE49-F238E27FC236}">
                  <a16:creationId xmlns:a16="http://schemas.microsoft.com/office/drawing/2014/main" id="{6839F5C1-85A0-475F-9DA4-02C15A741721}"/>
                </a:ext>
              </a:extLst>
            </p:cNvPr>
            <p:cNvSpPr/>
            <p:nvPr/>
          </p:nvSpPr>
          <p:spPr>
            <a:xfrm>
              <a:off x="4477660" y="3164536"/>
              <a:ext cx="24622" cy="32618"/>
            </a:xfrm>
            <a:custGeom>
              <a:avLst/>
              <a:gdLst/>
              <a:ahLst/>
              <a:cxnLst/>
              <a:rect l="l" t="t" r="r" b="b"/>
              <a:pathLst>
                <a:path w="619" h="820" extrusionOk="0">
                  <a:moveTo>
                    <a:pt x="618" y="769"/>
                  </a:moveTo>
                  <a:cubicBezTo>
                    <a:pt x="618" y="669"/>
                    <a:pt x="167" y="1"/>
                    <a:pt x="67" y="185"/>
                  </a:cubicBezTo>
                  <a:cubicBezTo>
                    <a:pt x="0" y="285"/>
                    <a:pt x="351" y="652"/>
                    <a:pt x="418" y="736"/>
                  </a:cubicBezTo>
                  <a:cubicBezTo>
                    <a:pt x="468" y="786"/>
                    <a:pt x="485" y="819"/>
                    <a:pt x="568" y="803"/>
                  </a:cubicBezTo>
                  <a:cubicBezTo>
                    <a:pt x="618" y="786"/>
                    <a:pt x="585" y="803"/>
                    <a:pt x="618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05;p21">
              <a:extLst>
                <a:ext uri="{FF2B5EF4-FFF2-40B4-BE49-F238E27FC236}">
                  <a16:creationId xmlns:a16="http://schemas.microsoft.com/office/drawing/2014/main" id="{92EEB563-78B0-4D5A-BB44-D5ECC4DE2FEF}"/>
                </a:ext>
              </a:extLst>
            </p:cNvPr>
            <p:cNvSpPr/>
            <p:nvPr/>
          </p:nvSpPr>
          <p:spPr>
            <a:xfrm>
              <a:off x="4331437" y="3750741"/>
              <a:ext cx="17979" cy="33930"/>
            </a:xfrm>
            <a:custGeom>
              <a:avLst/>
              <a:gdLst/>
              <a:ahLst/>
              <a:cxnLst/>
              <a:rect l="l" t="t" r="r" b="b"/>
              <a:pathLst>
                <a:path w="452" h="853" extrusionOk="0">
                  <a:moveTo>
                    <a:pt x="84" y="853"/>
                  </a:moveTo>
                  <a:cubicBezTo>
                    <a:pt x="217" y="819"/>
                    <a:pt x="201" y="836"/>
                    <a:pt x="234" y="652"/>
                  </a:cubicBezTo>
                  <a:cubicBezTo>
                    <a:pt x="301" y="318"/>
                    <a:pt x="451" y="151"/>
                    <a:pt x="384" y="1"/>
                  </a:cubicBezTo>
                  <a:cubicBezTo>
                    <a:pt x="167" y="67"/>
                    <a:pt x="0" y="552"/>
                    <a:pt x="84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06;p21">
              <a:extLst>
                <a:ext uri="{FF2B5EF4-FFF2-40B4-BE49-F238E27FC236}">
                  <a16:creationId xmlns:a16="http://schemas.microsoft.com/office/drawing/2014/main" id="{E5C33C63-3803-4B4A-B477-ED4EC5BB6D61}"/>
                </a:ext>
              </a:extLst>
            </p:cNvPr>
            <p:cNvSpPr/>
            <p:nvPr/>
          </p:nvSpPr>
          <p:spPr>
            <a:xfrm>
              <a:off x="4870425" y="3620468"/>
              <a:ext cx="26651" cy="23310"/>
            </a:xfrm>
            <a:custGeom>
              <a:avLst/>
              <a:gdLst/>
              <a:ahLst/>
              <a:cxnLst/>
              <a:rect l="l" t="t" r="r" b="b"/>
              <a:pathLst>
                <a:path w="670" h="586" extrusionOk="0">
                  <a:moveTo>
                    <a:pt x="118" y="251"/>
                  </a:moveTo>
                  <a:cubicBezTo>
                    <a:pt x="268" y="385"/>
                    <a:pt x="469" y="586"/>
                    <a:pt x="669" y="586"/>
                  </a:cubicBezTo>
                  <a:cubicBezTo>
                    <a:pt x="669" y="368"/>
                    <a:pt x="168" y="1"/>
                    <a:pt x="34" y="51"/>
                  </a:cubicBezTo>
                  <a:cubicBezTo>
                    <a:pt x="1" y="168"/>
                    <a:pt x="68" y="201"/>
                    <a:pt x="11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07;p21">
              <a:extLst>
                <a:ext uri="{FF2B5EF4-FFF2-40B4-BE49-F238E27FC236}">
                  <a16:creationId xmlns:a16="http://schemas.microsoft.com/office/drawing/2014/main" id="{CBA07BF8-5F61-408A-AB5A-0E91EAB00CC8}"/>
                </a:ext>
              </a:extLst>
            </p:cNvPr>
            <p:cNvSpPr/>
            <p:nvPr/>
          </p:nvSpPr>
          <p:spPr>
            <a:xfrm>
              <a:off x="4539435" y="3289478"/>
              <a:ext cx="24662" cy="29316"/>
            </a:xfrm>
            <a:custGeom>
              <a:avLst/>
              <a:gdLst/>
              <a:ahLst/>
              <a:cxnLst/>
              <a:rect l="l" t="t" r="r" b="b"/>
              <a:pathLst>
                <a:path w="620" h="737" extrusionOk="0">
                  <a:moveTo>
                    <a:pt x="1" y="686"/>
                  </a:moveTo>
                  <a:cubicBezTo>
                    <a:pt x="201" y="736"/>
                    <a:pt x="619" y="201"/>
                    <a:pt x="552" y="68"/>
                  </a:cubicBezTo>
                  <a:cubicBezTo>
                    <a:pt x="369" y="1"/>
                    <a:pt x="18" y="536"/>
                    <a:pt x="1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08;p21">
              <a:extLst>
                <a:ext uri="{FF2B5EF4-FFF2-40B4-BE49-F238E27FC236}">
                  <a16:creationId xmlns:a16="http://schemas.microsoft.com/office/drawing/2014/main" id="{548C9543-F7C0-4087-B4FC-932E3FB9BD50}"/>
                </a:ext>
              </a:extLst>
            </p:cNvPr>
            <p:cNvSpPr/>
            <p:nvPr/>
          </p:nvSpPr>
          <p:spPr>
            <a:xfrm>
              <a:off x="5070507" y="2206806"/>
              <a:ext cx="35243" cy="32618"/>
            </a:xfrm>
            <a:custGeom>
              <a:avLst/>
              <a:gdLst/>
              <a:ahLst/>
              <a:cxnLst/>
              <a:rect l="l" t="t" r="r" b="b"/>
              <a:pathLst>
                <a:path w="886" h="820" extrusionOk="0">
                  <a:moveTo>
                    <a:pt x="585" y="101"/>
                  </a:moveTo>
                  <a:cubicBezTo>
                    <a:pt x="434" y="168"/>
                    <a:pt x="368" y="285"/>
                    <a:pt x="267" y="418"/>
                  </a:cubicBezTo>
                  <a:cubicBezTo>
                    <a:pt x="234" y="452"/>
                    <a:pt x="0" y="819"/>
                    <a:pt x="217" y="736"/>
                  </a:cubicBezTo>
                  <a:cubicBezTo>
                    <a:pt x="318" y="702"/>
                    <a:pt x="886" y="1"/>
                    <a:pt x="58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09;p21">
              <a:extLst>
                <a:ext uri="{FF2B5EF4-FFF2-40B4-BE49-F238E27FC236}">
                  <a16:creationId xmlns:a16="http://schemas.microsoft.com/office/drawing/2014/main" id="{8C57878E-7709-4A20-87ED-84672AD88F48}"/>
                </a:ext>
              </a:extLst>
            </p:cNvPr>
            <p:cNvSpPr/>
            <p:nvPr/>
          </p:nvSpPr>
          <p:spPr>
            <a:xfrm>
              <a:off x="4348700" y="3750064"/>
              <a:ext cx="18656" cy="31941"/>
            </a:xfrm>
            <a:custGeom>
              <a:avLst/>
              <a:gdLst/>
              <a:ahLst/>
              <a:cxnLst/>
              <a:rect l="l" t="t" r="r" b="b"/>
              <a:pathLst>
                <a:path w="469" h="803" extrusionOk="0">
                  <a:moveTo>
                    <a:pt x="101" y="803"/>
                  </a:moveTo>
                  <a:cubicBezTo>
                    <a:pt x="285" y="770"/>
                    <a:pt x="168" y="786"/>
                    <a:pt x="301" y="435"/>
                  </a:cubicBezTo>
                  <a:cubicBezTo>
                    <a:pt x="335" y="352"/>
                    <a:pt x="368" y="302"/>
                    <a:pt x="385" y="235"/>
                  </a:cubicBezTo>
                  <a:cubicBezTo>
                    <a:pt x="468" y="34"/>
                    <a:pt x="402" y="51"/>
                    <a:pt x="385" y="34"/>
                  </a:cubicBezTo>
                  <a:cubicBezTo>
                    <a:pt x="218" y="1"/>
                    <a:pt x="1" y="519"/>
                    <a:pt x="10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10;p21">
              <a:extLst>
                <a:ext uri="{FF2B5EF4-FFF2-40B4-BE49-F238E27FC236}">
                  <a16:creationId xmlns:a16="http://schemas.microsoft.com/office/drawing/2014/main" id="{3EA03814-9963-42D3-8741-797300A89D22}"/>
                </a:ext>
              </a:extLst>
            </p:cNvPr>
            <p:cNvSpPr/>
            <p:nvPr/>
          </p:nvSpPr>
          <p:spPr>
            <a:xfrm>
              <a:off x="4499577" y="3698234"/>
              <a:ext cx="20645" cy="28640"/>
            </a:xfrm>
            <a:custGeom>
              <a:avLst/>
              <a:gdLst/>
              <a:ahLst/>
              <a:cxnLst/>
              <a:rect l="l" t="t" r="r" b="b"/>
              <a:pathLst>
                <a:path w="519" h="720" extrusionOk="0">
                  <a:moveTo>
                    <a:pt x="34" y="702"/>
                  </a:moveTo>
                  <a:cubicBezTo>
                    <a:pt x="201" y="686"/>
                    <a:pt x="151" y="719"/>
                    <a:pt x="218" y="569"/>
                  </a:cubicBezTo>
                  <a:cubicBezTo>
                    <a:pt x="335" y="335"/>
                    <a:pt x="518" y="201"/>
                    <a:pt x="485" y="1"/>
                  </a:cubicBezTo>
                  <a:cubicBezTo>
                    <a:pt x="284" y="1"/>
                    <a:pt x="0" y="452"/>
                    <a:pt x="34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11;p21">
              <a:extLst>
                <a:ext uri="{FF2B5EF4-FFF2-40B4-BE49-F238E27FC236}">
                  <a16:creationId xmlns:a16="http://schemas.microsoft.com/office/drawing/2014/main" id="{C8792389-27D4-4622-AF12-C8D91ABAA770}"/>
                </a:ext>
              </a:extLst>
            </p:cNvPr>
            <p:cNvSpPr/>
            <p:nvPr/>
          </p:nvSpPr>
          <p:spPr>
            <a:xfrm>
              <a:off x="5190795" y="2341732"/>
              <a:ext cx="26611" cy="21321"/>
            </a:xfrm>
            <a:custGeom>
              <a:avLst/>
              <a:gdLst/>
              <a:ahLst/>
              <a:cxnLst/>
              <a:rect l="l" t="t" r="r" b="b"/>
              <a:pathLst>
                <a:path w="669" h="536" extrusionOk="0">
                  <a:moveTo>
                    <a:pt x="34" y="535"/>
                  </a:moveTo>
                  <a:cubicBezTo>
                    <a:pt x="184" y="519"/>
                    <a:pt x="284" y="402"/>
                    <a:pt x="368" y="318"/>
                  </a:cubicBezTo>
                  <a:cubicBezTo>
                    <a:pt x="502" y="218"/>
                    <a:pt x="635" y="168"/>
                    <a:pt x="669" y="1"/>
                  </a:cubicBezTo>
                  <a:cubicBezTo>
                    <a:pt x="401" y="17"/>
                    <a:pt x="0" y="285"/>
                    <a:pt x="34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12;p21">
              <a:extLst>
                <a:ext uri="{FF2B5EF4-FFF2-40B4-BE49-F238E27FC236}">
                  <a16:creationId xmlns:a16="http://schemas.microsoft.com/office/drawing/2014/main" id="{26D5016B-63F3-464C-BE2E-010ACFE84D2A}"/>
                </a:ext>
              </a:extLst>
            </p:cNvPr>
            <p:cNvSpPr/>
            <p:nvPr/>
          </p:nvSpPr>
          <p:spPr>
            <a:xfrm>
              <a:off x="4924284" y="3218395"/>
              <a:ext cx="33930" cy="25935"/>
            </a:xfrm>
            <a:custGeom>
              <a:avLst/>
              <a:gdLst/>
              <a:ahLst/>
              <a:cxnLst/>
              <a:rect l="l" t="t" r="r" b="b"/>
              <a:pathLst>
                <a:path w="853" h="652" extrusionOk="0">
                  <a:moveTo>
                    <a:pt x="0" y="551"/>
                  </a:moveTo>
                  <a:cubicBezTo>
                    <a:pt x="0" y="551"/>
                    <a:pt x="0" y="652"/>
                    <a:pt x="234" y="535"/>
                  </a:cubicBezTo>
                  <a:cubicBezTo>
                    <a:pt x="301" y="518"/>
                    <a:pt x="351" y="468"/>
                    <a:pt x="418" y="435"/>
                  </a:cubicBezTo>
                  <a:cubicBezTo>
                    <a:pt x="735" y="267"/>
                    <a:pt x="852" y="0"/>
                    <a:pt x="268" y="301"/>
                  </a:cubicBezTo>
                  <a:cubicBezTo>
                    <a:pt x="151" y="368"/>
                    <a:pt x="0" y="435"/>
                    <a:pt x="0" y="5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13;p21">
              <a:extLst>
                <a:ext uri="{FF2B5EF4-FFF2-40B4-BE49-F238E27FC236}">
                  <a16:creationId xmlns:a16="http://schemas.microsoft.com/office/drawing/2014/main" id="{96136157-68D3-4B47-B6A2-8C0B523A083A}"/>
                </a:ext>
              </a:extLst>
            </p:cNvPr>
            <p:cNvSpPr/>
            <p:nvPr/>
          </p:nvSpPr>
          <p:spPr>
            <a:xfrm>
              <a:off x="4665053" y="3313424"/>
              <a:ext cx="19332" cy="24622"/>
            </a:xfrm>
            <a:custGeom>
              <a:avLst/>
              <a:gdLst/>
              <a:ahLst/>
              <a:cxnLst/>
              <a:rect l="l" t="t" r="r" b="b"/>
              <a:pathLst>
                <a:path w="486" h="619" extrusionOk="0">
                  <a:moveTo>
                    <a:pt x="1" y="619"/>
                  </a:moveTo>
                  <a:cubicBezTo>
                    <a:pt x="135" y="602"/>
                    <a:pt x="101" y="602"/>
                    <a:pt x="168" y="518"/>
                  </a:cubicBezTo>
                  <a:cubicBezTo>
                    <a:pt x="285" y="368"/>
                    <a:pt x="469" y="218"/>
                    <a:pt x="485" y="17"/>
                  </a:cubicBezTo>
                  <a:cubicBezTo>
                    <a:pt x="352" y="0"/>
                    <a:pt x="368" y="0"/>
                    <a:pt x="151" y="218"/>
                  </a:cubicBezTo>
                  <a:cubicBezTo>
                    <a:pt x="68" y="318"/>
                    <a:pt x="1" y="435"/>
                    <a:pt x="1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14;p21">
              <a:extLst>
                <a:ext uri="{FF2B5EF4-FFF2-40B4-BE49-F238E27FC236}">
                  <a16:creationId xmlns:a16="http://schemas.microsoft.com/office/drawing/2014/main" id="{1F474F7A-7118-4BF0-944D-C06CA6C45589}"/>
                </a:ext>
              </a:extLst>
            </p:cNvPr>
            <p:cNvSpPr/>
            <p:nvPr/>
          </p:nvSpPr>
          <p:spPr>
            <a:xfrm>
              <a:off x="4906981" y="3605870"/>
              <a:ext cx="24622" cy="23946"/>
            </a:xfrm>
            <a:custGeom>
              <a:avLst/>
              <a:gdLst/>
              <a:ahLst/>
              <a:cxnLst/>
              <a:rect l="l" t="t" r="r" b="b"/>
              <a:pathLst>
                <a:path w="619" h="602" extrusionOk="0">
                  <a:moveTo>
                    <a:pt x="586" y="552"/>
                  </a:moveTo>
                  <a:cubicBezTo>
                    <a:pt x="619" y="384"/>
                    <a:pt x="251" y="0"/>
                    <a:pt x="51" y="34"/>
                  </a:cubicBezTo>
                  <a:cubicBezTo>
                    <a:pt x="1" y="201"/>
                    <a:pt x="435" y="602"/>
                    <a:pt x="586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615;p21">
              <a:extLst>
                <a:ext uri="{FF2B5EF4-FFF2-40B4-BE49-F238E27FC236}">
                  <a16:creationId xmlns:a16="http://schemas.microsoft.com/office/drawing/2014/main" id="{17EB7386-6031-4281-A208-CD83F63769A1}"/>
                </a:ext>
              </a:extLst>
            </p:cNvPr>
            <p:cNvSpPr/>
            <p:nvPr/>
          </p:nvSpPr>
          <p:spPr>
            <a:xfrm>
              <a:off x="4609921" y="3009681"/>
              <a:ext cx="25259" cy="31265"/>
            </a:xfrm>
            <a:custGeom>
              <a:avLst/>
              <a:gdLst/>
              <a:ahLst/>
              <a:cxnLst/>
              <a:rect l="l" t="t" r="r" b="b"/>
              <a:pathLst>
                <a:path w="635" h="786" extrusionOk="0">
                  <a:moveTo>
                    <a:pt x="33" y="769"/>
                  </a:moveTo>
                  <a:cubicBezTo>
                    <a:pt x="33" y="786"/>
                    <a:pt x="50" y="769"/>
                    <a:pt x="50" y="786"/>
                  </a:cubicBezTo>
                  <a:lnTo>
                    <a:pt x="117" y="786"/>
                  </a:lnTo>
                  <a:cubicBezTo>
                    <a:pt x="117" y="786"/>
                    <a:pt x="201" y="719"/>
                    <a:pt x="217" y="719"/>
                  </a:cubicBezTo>
                  <a:cubicBezTo>
                    <a:pt x="267" y="669"/>
                    <a:pt x="551" y="385"/>
                    <a:pt x="568" y="301"/>
                  </a:cubicBezTo>
                  <a:cubicBezTo>
                    <a:pt x="635" y="1"/>
                    <a:pt x="0" y="552"/>
                    <a:pt x="33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616;p21">
              <a:extLst>
                <a:ext uri="{FF2B5EF4-FFF2-40B4-BE49-F238E27FC236}">
                  <a16:creationId xmlns:a16="http://schemas.microsoft.com/office/drawing/2014/main" id="{F9D9876C-F85A-4E33-9242-82287B83E9DC}"/>
                </a:ext>
              </a:extLst>
            </p:cNvPr>
            <p:cNvSpPr/>
            <p:nvPr/>
          </p:nvSpPr>
          <p:spPr>
            <a:xfrm>
              <a:off x="4527501" y="3965421"/>
              <a:ext cx="17303" cy="25975"/>
            </a:xfrm>
            <a:custGeom>
              <a:avLst/>
              <a:gdLst/>
              <a:ahLst/>
              <a:cxnLst/>
              <a:rect l="l" t="t" r="r" b="b"/>
              <a:pathLst>
                <a:path w="435" h="653" extrusionOk="0">
                  <a:moveTo>
                    <a:pt x="50" y="652"/>
                  </a:moveTo>
                  <a:cubicBezTo>
                    <a:pt x="201" y="635"/>
                    <a:pt x="201" y="485"/>
                    <a:pt x="268" y="368"/>
                  </a:cubicBezTo>
                  <a:cubicBezTo>
                    <a:pt x="351" y="234"/>
                    <a:pt x="435" y="168"/>
                    <a:pt x="418" y="0"/>
                  </a:cubicBezTo>
                  <a:cubicBezTo>
                    <a:pt x="284" y="0"/>
                    <a:pt x="201" y="84"/>
                    <a:pt x="117" y="251"/>
                  </a:cubicBezTo>
                  <a:cubicBezTo>
                    <a:pt x="34" y="385"/>
                    <a:pt x="0" y="535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617;p21">
              <a:extLst>
                <a:ext uri="{FF2B5EF4-FFF2-40B4-BE49-F238E27FC236}">
                  <a16:creationId xmlns:a16="http://schemas.microsoft.com/office/drawing/2014/main" id="{2A41419E-71D8-4985-81E2-042AA8AB16BF}"/>
                </a:ext>
              </a:extLst>
            </p:cNvPr>
            <p:cNvSpPr/>
            <p:nvPr/>
          </p:nvSpPr>
          <p:spPr>
            <a:xfrm>
              <a:off x="4797314" y="2242685"/>
              <a:ext cx="22633" cy="20645"/>
            </a:xfrm>
            <a:custGeom>
              <a:avLst/>
              <a:gdLst/>
              <a:ahLst/>
              <a:cxnLst/>
              <a:rect l="l" t="t" r="r" b="b"/>
              <a:pathLst>
                <a:path w="569" h="519" extrusionOk="0">
                  <a:moveTo>
                    <a:pt x="51" y="519"/>
                  </a:moveTo>
                  <a:cubicBezTo>
                    <a:pt x="218" y="502"/>
                    <a:pt x="385" y="335"/>
                    <a:pt x="469" y="201"/>
                  </a:cubicBezTo>
                  <a:cubicBezTo>
                    <a:pt x="552" y="118"/>
                    <a:pt x="569" y="135"/>
                    <a:pt x="519" y="1"/>
                  </a:cubicBezTo>
                  <a:cubicBezTo>
                    <a:pt x="368" y="1"/>
                    <a:pt x="1" y="318"/>
                    <a:pt x="51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618;p21">
              <a:extLst>
                <a:ext uri="{FF2B5EF4-FFF2-40B4-BE49-F238E27FC236}">
                  <a16:creationId xmlns:a16="http://schemas.microsoft.com/office/drawing/2014/main" id="{BD4F9EC1-C199-4A6D-BFA1-8E1F50E4BAF4}"/>
                </a:ext>
              </a:extLst>
            </p:cNvPr>
            <p:cNvSpPr/>
            <p:nvPr/>
          </p:nvSpPr>
          <p:spPr>
            <a:xfrm>
              <a:off x="4718235" y="3005703"/>
              <a:ext cx="20645" cy="21957"/>
            </a:xfrm>
            <a:custGeom>
              <a:avLst/>
              <a:gdLst/>
              <a:ahLst/>
              <a:cxnLst/>
              <a:rect l="l" t="t" r="r" b="b"/>
              <a:pathLst>
                <a:path w="519" h="552" extrusionOk="0">
                  <a:moveTo>
                    <a:pt x="84" y="552"/>
                  </a:moveTo>
                  <a:cubicBezTo>
                    <a:pt x="335" y="518"/>
                    <a:pt x="67" y="318"/>
                    <a:pt x="368" y="184"/>
                  </a:cubicBezTo>
                  <a:cubicBezTo>
                    <a:pt x="518" y="117"/>
                    <a:pt x="452" y="184"/>
                    <a:pt x="502" y="84"/>
                  </a:cubicBezTo>
                  <a:cubicBezTo>
                    <a:pt x="502" y="84"/>
                    <a:pt x="502" y="0"/>
                    <a:pt x="301" y="17"/>
                  </a:cubicBezTo>
                  <a:cubicBezTo>
                    <a:pt x="218" y="34"/>
                    <a:pt x="168" y="67"/>
                    <a:pt x="117" y="117"/>
                  </a:cubicBezTo>
                  <a:cubicBezTo>
                    <a:pt x="34" y="234"/>
                    <a:pt x="1" y="418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619;p21">
              <a:extLst>
                <a:ext uri="{FF2B5EF4-FFF2-40B4-BE49-F238E27FC236}">
                  <a16:creationId xmlns:a16="http://schemas.microsoft.com/office/drawing/2014/main" id="{11E59334-34D3-4B5F-B122-1F9651E26215}"/>
                </a:ext>
              </a:extLst>
            </p:cNvPr>
            <p:cNvSpPr/>
            <p:nvPr/>
          </p:nvSpPr>
          <p:spPr>
            <a:xfrm>
              <a:off x="4337403" y="3954124"/>
              <a:ext cx="21957" cy="25298"/>
            </a:xfrm>
            <a:custGeom>
              <a:avLst/>
              <a:gdLst/>
              <a:ahLst/>
              <a:cxnLst/>
              <a:rect l="l" t="t" r="r" b="b"/>
              <a:pathLst>
                <a:path w="552" h="636" extrusionOk="0">
                  <a:moveTo>
                    <a:pt x="201" y="635"/>
                  </a:moveTo>
                  <a:cubicBezTo>
                    <a:pt x="318" y="602"/>
                    <a:pt x="268" y="619"/>
                    <a:pt x="335" y="502"/>
                  </a:cubicBezTo>
                  <a:cubicBezTo>
                    <a:pt x="418" y="351"/>
                    <a:pt x="552" y="184"/>
                    <a:pt x="502" y="51"/>
                  </a:cubicBezTo>
                  <a:cubicBezTo>
                    <a:pt x="318" y="0"/>
                    <a:pt x="1" y="535"/>
                    <a:pt x="201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620;p21">
              <a:extLst>
                <a:ext uri="{FF2B5EF4-FFF2-40B4-BE49-F238E27FC236}">
                  <a16:creationId xmlns:a16="http://schemas.microsoft.com/office/drawing/2014/main" id="{099D4229-13C6-4DFF-9F49-B83DBF32E34E}"/>
                </a:ext>
              </a:extLst>
            </p:cNvPr>
            <p:cNvSpPr/>
            <p:nvPr/>
          </p:nvSpPr>
          <p:spPr>
            <a:xfrm>
              <a:off x="4661751" y="3413107"/>
              <a:ext cx="17979" cy="23986"/>
            </a:xfrm>
            <a:custGeom>
              <a:avLst/>
              <a:gdLst/>
              <a:ahLst/>
              <a:cxnLst/>
              <a:rect l="l" t="t" r="r" b="b"/>
              <a:pathLst>
                <a:path w="452" h="603" extrusionOk="0">
                  <a:moveTo>
                    <a:pt x="84" y="602"/>
                  </a:moveTo>
                  <a:cubicBezTo>
                    <a:pt x="234" y="585"/>
                    <a:pt x="234" y="485"/>
                    <a:pt x="301" y="352"/>
                  </a:cubicBezTo>
                  <a:cubicBezTo>
                    <a:pt x="368" y="218"/>
                    <a:pt x="451" y="168"/>
                    <a:pt x="451" y="1"/>
                  </a:cubicBezTo>
                  <a:cubicBezTo>
                    <a:pt x="318" y="1"/>
                    <a:pt x="318" y="17"/>
                    <a:pt x="268" y="84"/>
                  </a:cubicBezTo>
                  <a:cubicBezTo>
                    <a:pt x="151" y="201"/>
                    <a:pt x="0" y="435"/>
                    <a:pt x="84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621;p21">
              <a:extLst>
                <a:ext uri="{FF2B5EF4-FFF2-40B4-BE49-F238E27FC236}">
                  <a16:creationId xmlns:a16="http://schemas.microsoft.com/office/drawing/2014/main" id="{C2032C60-87D9-4091-93BB-22E4971820D8}"/>
                </a:ext>
              </a:extLst>
            </p:cNvPr>
            <p:cNvSpPr/>
            <p:nvPr/>
          </p:nvSpPr>
          <p:spPr>
            <a:xfrm>
              <a:off x="4665729" y="3250933"/>
              <a:ext cx="19332" cy="25975"/>
            </a:xfrm>
            <a:custGeom>
              <a:avLst/>
              <a:gdLst/>
              <a:ahLst/>
              <a:cxnLst/>
              <a:rect l="l" t="t" r="r" b="b"/>
              <a:pathLst>
                <a:path w="486" h="653" extrusionOk="0">
                  <a:moveTo>
                    <a:pt x="34" y="619"/>
                  </a:moveTo>
                  <a:cubicBezTo>
                    <a:pt x="234" y="652"/>
                    <a:pt x="485" y="151"/>
                    <a:pt x="435" y="101"/>
                  </a:cubicBezTo>
                  <a:cubicBezTo>
                    <a:pt x="318" y="1"/>
                    <a:pt x="201" y="218"/>
                    <a:pt x="168" y="268"/>
                  </a:cubicBezTo>
                  <a:cubicBezTo>
                    <a:pt x="101" y="368"/>
                    <a:pt x="1" y="469"/>
                    <a:pt x="34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622;p21">
              <a:extLst>
                <a:ext uri="{FF2B5EF4-FFF2-40B4-BE49-F238E27FC236}">
                  <a16:creationId xmlns:a16="http://schemas.microsoft.com/office/drawing/2014/main" id="{EEF5E264-D586-4050-9A12-EE8E67F70A6C}"/>
                </a:ext>
              </a:extLst>
            </p:cNvPr>
            <p:cNvSpPr/>
            <p:nvPr/>
          </p:nvSpPr>
          <p:spPr>
            <a:xfrm>
              <a:off x="4797314" y="3537412"/>
              <a:ext cx="22633" cy="18656"/>
            </a:xfrm>
            <a:custGeom>
              <a:avLst/>
              <a:gdLst/>
              <a:ahLst/>
              <a:cxnLst/>
              <a:rect l="l" t="t" r="r" b="b"/>
              <a:pathLst>
                <a:path w="569" h="469" extrusionOk="0">
                  <a:moveTo>
                    <a:pt x="34" y="401"/>
                  </a:moveTo>
                  <a:cubicBezTo>
                    <a:pt x="151" y="468"/>
                    <a:pt x="235" y="384"/>
                    <a:pt x="335" y="301"/>
                  </a:cubicBezTo>
                  <a:cubicBezTo>
                    <a:pt x="452" y="217"/>
                    <a:pt x="569" y="184"/>
                    <a:pt x="536" y="0"/>
                  </a:cubicBezTo>
                  <a:cubicBezTo>
                    <a:pt x="402" y="0"/>
                    <a:pt x="302" y="84"/>
                    <a:pt x="218" y="134"/>
                  </a:cubicBezTo>
                  <a:cubicBezTo>
                    <a:pt x="34" y="284"/>
                    <a:pt x="1" y="318"/>
                    <a:pt x="34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623;p21">
              <a:extLst>
                <a:ext uri="{FF2B5EF4-FFF2-40B4-BE49-F238E27FC236}">
                  <a16:creationId xmlns:a16="http://schemas.microsoft.com/office/drawing/2014/main" id="{4A4A6C47-636E-455B-879C-1F3D765C8CD3}"/>
                </a:ext>
              </a:extLst>
            </p:cNvPr>
            <p:cNvSpPr/>
            <p:nvPr/>
          </p:nvSpPr>
          <p:spPr>
            <a:xfrm>
              <a:off x="4641146" y="4114310"/>
              <a:ext cx="20645" cy="21281"/>
            </a:xfrm>
            <a:custGeom>
              <a:avLst/>
              <a:gdLst/>
              <a:ahLst/>
              <a:cxnLst/>
              <a:rect l="l" t="t" r="r" b="b"/>
              <a:pathLst>
                <a:path w="519" h="535" extrusionOk="0">
                  <a:moveTo>
                    <a:pt x="0" y="535"/>
                  </a:moveTo>
                  <a:cubicBezTo>
                    <a:pt x="167" y="535"/>
                    <a:pt x="268" y="435"/>
                    <a:pt x="335" y="351"/>
                  </a:cubicBezTo>
                  <a:cubicBezTo>
                    <a:pt x="401" y="268"/>
                    <a:pt x="518" y="151"/>
                    <a:pt x="468" y="0"/>
                  </a:cubicBezTo>
                  <a:cubicBezTo>
                    <a:pt x="335" y="17"/>
                    <a:pt x="17" y="351"/>
                    <a:pt x="0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624;p21">
              <a:extLst>
                <a:ext uri="{FF2B5EF4-FFF2-40B4-BE49-F238E27FC236}">
                  <a16:creationId xmlns:a16="http://schemas.microsoft.com/office/drawing/2014/main" id="{A6D63C41-EFB8-41B5-8AA3-5F894533EB79}"/>
                </a:ext>
              </a:extLst>
            </p:cNvPr>
            <p:cNvSpPr/>
            <p:nvPr/>
          </p:nvSpPr>
          <p:spPr>
            <a:xfrm>
              <a:off x="4572013" y="3591232"/>
              <a:ext cx="18656" cy="21957"/>
            </a:xfrm>
            <a:custGeom>
              <a:avLst/>
              <a:gdLst/>
              <a:ahLst/>
              <a:cxnLst/>
              <a:rect l="l" t="t" r="r" b="b"/>
              <a:pathLst>
                <a:path w="469" h="552" extrusionOk="0">
                  <a:moveTo>
                    <a:pt x="67" y="535"/>
                  </a:moveTo>
                  <a:cubicBezTo>
                    <a:pt x="235" y="552"/>
                    <a:pt x="468" y="118"/>
                    <a:pt x="435" y="17"/>
                  </a:cubicBezTo>
                  <a:lnTo>
                    <a:pt x="368" y="1"/>
                  </a:lnTo>
                  <a:cubicBezTo>
                    <a:pt x="368" y="1"/>
                    <a:pt x="352" y="1"/>
                    <a:pt x="352" y="1"/>
                  </a:cubicBezTo>
                  <a:cubicBezTo>
                    <a:pt x="318" y="1"/>
                    <a:pt x="285" y="34"/>
                    <a:pt x="268" y="51"/>
                  </a:cubicBezTo>
                  <a:cubicBezTo>
                    <a:pt x="168" y="151"/>
                    <a:pt x="1" y="368"/>
                    <a:pt x="67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625;p21">
              <a:extLst>
                <a:ext uri="{FF2B5EF4-FFF2-40B4-BE49-F238E27FC236}">
                  <a16:creationId xmlns:a16="http://schemas.microsoft.com/office/drawing/2014/main" id="{A9388CDA-BA52-4299-8B55-85767515A3DC}"/>
                </a:ext>
              </a:extLst>
            </p:cNvPr>
            <p:cNvSpPr/>
            <p:nvPr/>
          </p:nvSpPr>
          <p:spPr>
            <a:xfrm>
              <a:off x="4573365" y="3295484"/>
              <a:ext cx="18616" cy="23310"/>
            </a:xfrm>
            <a:custGeom>
              <a:avLst/>
              <a:gdLst/>
              <a:ahLst/>
              <a:cxnLst/>
              <a:rect l="l" t="t" r="r" b="b"/>
              <a:pathLst>
                <a:path w="468" h="586" extrusionOk="0">
                  <a:moveTo>
                    <a:pt x="84" y="585"/>
                  </a:moveTo>
                  <a:cubicBezTo>
                    <a:pt x="234" y="568"/>
                    <a:pt x="468" y="217"/>
                    <a:pt x="468" y="67"/>
                  </a:cubicBezTo>
                  <a:cubicBezTo>
                    <a:pt x="251" y="0"/>
                    <a:pt x="0" y="435"/>
                    <a:pt x="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626;p21">
              <a:extLst>
                <a:ext uri="{FF2B5EF4-FFF2-40B4-BE49-F238E27FC236}">
                  <a16:creationId xmlns:a16="http://schemas.microsoft.com/office/drawing/2014/main" id="{4CB20679-DB1D-498A-8370-79009DA5352A}"/>
                </a:ext>
              </a:extLst>
            </p:cNvPr>
            <p:cNvSpPr/>
            <p:nvPr/>
          </p:nvSpPr>
          <p:spPr>
            <a:xfrm>
              <a:off x="4297546" y="3932843"/>
              <a:ext cx="17303" cy="22633"/>
            </a:xfrm>
            <a:custGeom>
              <a:avLst/>
              <a:gdLst/>
              <a:ahLst/>
              <a:cxnLst/>
              <a:rect l="l" t="t" r="r" b="b"/>
              <a:pathLst>
                <a:path w="435" h="569" extrusionOk="0">
                  <a:moveTo>
                    <a:pt x="84" y="569"/>
                  </a:moveTo>
                  <a:cubicBezTo>
                    <a:pt x="201" y="569"/>
                    <a:pt x="167" y="569"/>
                    <a:pt x="234" y="502"/>
                  </a:cubicBezTo>
                  <a:cubicBezTo>
                    <a:pt x="301" y="402"/>
                    <a:pt x="434" y="168"/>
                    <a:pt x="368" y="17"/>
                  </a:cubicBezTo>
                  <a:cubicBezTo>
                    <a:pt x="234" y="1"/>
                    <a:pt x="0" y="435"/>
                    <a:pt x="84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627;p21">
              <a:extLst>
                <a:ext uri="{FF2B5EF4-FFF2-40B4-BE49-F238E27FC236}">
                  <a16:creationId xmlns:a16="http://schemas.microsoft.com/office/drawing/2014/main" id="{C9BF76FA-3D19-424B-B234-17801C655E2B}"/>
                </a:ext>
              </a:extLst>
            </p:cNvPr>
            <p:cNvSpPr/>
            <p:nvPr/>
          </p:nvSpPr>
          <p:spPr>
            <a:xfrm>
              <a:off x="4476983" y="3970752"/>
              <a:ext cx="12013" cy="23270"/>
            </a:xfrm>
            <a:custGeom>
              <a:avLst/>
              <a:gdLst/>
              <a:ahLst/>
              <a:cxnLst/>
              <a:rect l="l" t="t" r="r" b="b"/>
              <a:pathLst>
                <a:path w="302" h="585" extrusionOk="0">
                  <a:moveTo>
                    <a:pt x="34" y="585"/>
                  </a:moveTo>
                  <a:cubicBezTo>
                    <a:pt x="284" y="585"/>
                    <a:pt x="301" y="117"/>
                    <a:pt x="251" y="17"/>
                  </a:cubicBezTo>
                  <a:cubicBezTo>
                    <a:pt x="134" y="34"/>
                    <a:pt x="151" y="0"/>
                    <a:pt x="101" y="117"/>
                  </a:cubicBezTo>
                  <a:cubicBezTo>
                    <a:pt x="50" y="234"/>
                    <a:pt x="0" y="451"/>
                    <a:pt x="3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628;p21">
              <a:extLst>
                <a:ext uri="{FF2B5EF4-FFF2-40B4-BE49-F238E27FC236}">
                  <a16:creationId xmlns:a16="http://schemas.microsoft.com/office/drawing/2014/main" id="{9438164A-A17C-4BC1-A48F-43FCEE244E1E}"/>
                </a:ext>
              </a:extLst>
            </p:cNvPr>
            <p:cNvSpPr/>
            <p:nvPr/>
          </p:nvSpPr>
          <p:spPr>
            <a:xfrm>
              <a:off x="4708927" y="2571011"/>
              <a:ext cx="21957" cy="29316"/>
            </a:xfrm>
            <a:custGeom>
              <a:avLst/>
              <a:gdLst/>
              <a:ahLst/>
              <a:cxnLst/>
              <a:rect l="l" t="t" r="r" b="b"/>
              <a:pathLst>
                <a:path w="552" h="737" extrusionOk="0">
                  <a:moveTo>
                    <a:pt x="468" y="719"/>
                  </a:moveTo>
                  <a:cubicBezTo>
                    <a:pt x="485" y="703"/>
                    <a:pt x="552" y="703"/>
                    <a:pt x="485" y="536"/>
                  </a:cubicBezTo>
                  <a:cubicBezTo>
                    <a:pt x="368" y="135"/>
                    <a:pt x="1" y="1"/>
                    <a:pt x="268" y="536"/>
                  </a:cubicBezTo>
                  <a:cubicBezTo>
                    <a:pt x="318" y="619"/>
                    <a:pt x="368" y="736"/>
                    <a:pt x="468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629;p21">
              <a:extLst>
                <a:ext uri="{FF2B5EF4-FFF2-40B4-BE49-F238E27FC236}">
                  <a16:creationId xmlns:a16="http://schemas.microsoft.com/office/drawing/2014/main" id="{47C8B6A5-7922-461F-BAA6-AD0CDB3DF7B4}"/>
                </a:ext>
              </a:extLst>
            </p:cNvPr>
            <p:cNvSpPr/>
            <p:nvPr/>
          </p:nvSpPr>
          <p:spPr>
            <a:xfrm>
              <a:off x="4592617" y="2875431"/>
              <a:ext cx="15314" cy="21957"/>
            </a:xfrm>
            <a:custGeom>
              <a:avLst/>
              <a:gdLst/>
              <a:ahLst/>
              <a:cxnLst/>
              <a:rect l="l" t="t" r="r" b="b"/>
              <a:pathLst>
                <a:path w="385" h="552" extrusionOk="0">
                  <a:moveTo>
                    <a:pt x="84" y="552"/>
                  </a:moveTo>
                  <a:cubicBezTo>
                    <a:pt x="218" y="552"/>
                    <a:pt x="301" y="402"/>
                    <a:pt x="368" y="234"/>
                  </a:cubicBezTo>
                  <a:cubicBezTo>
                    <a:pt x="385" y="168"/>
                    <a:pt x="385" y="234"/>
                    <a:pt x="385" y="151"/>
                  </a:cubicBezTo>
                  <a:lnTo>
                    <a:pt x="368" y="67"/>
                  </a:lnTo>
                  <a:cubicBezTo>
                    <a:pt x="368" y="67"/>
                    <a:pt x="368" y="51"/>
                    <a:pt x="368" y="51"/>
                  </a:cubicBezTo>
                  <a:cubicBezTo>
                    <a:pt x="184" y="1"/>
                    <a:pt x="1" y="402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630;p21">
              <a:extLst>
                <a:ext uri="{FF2B5EF4-FFF2-40B4-BE49-F238E27FC236}">
                  <a16:creationId xmlns:a16="http://schemas.microsoft.com/office/drawing/2014/main" id="{8973DA61-C09F-4CA7-95E3-4C570DEE7815}"/>
                </a:ext>
              </a:extLst>
            </p:cNvPr>
            <p:cNvSpPr/>
            <p:nvPr/>
          </p:nvSpPr>
          <p:spPr>
            <a:xfrm>
              <a:off x="4518830" y="3007692"/>
              <a:ext cx="18656" cy="20645"/>
            </a:xfrm>
            <a:custGeom>
              <a:avLst/>
              <a:gdLst/>
              <a:ahLst/>
              <a:cxnLst/>
              <a:rect l="l" t="t" r="r" b="b"/>
              <a:pathLst>
                <a:path w="469" h="519" extrusionOk="0">
                  <a:moveTo>
                    <a:pt x="51" y="34"/>
                  </a:moveTo>
                  <a:cubicBezTo>
                    <a:pt x="68" y="218"/>
                    <a:pt x="135" y="134"/>
                    <a:pt x="218" y="301"/>
                  </a:cubicBezTo>
                  <a:cubicBezTo>
                    <a:pt x="285" y="435"/>
                    <a:pt x="235" y="518"/>
                    <a:pt x="402" y="485"/>
                  </a:cubicBezTo>
                  <a:cubicBezTo>
                    <a:pt x="469" y="251"/>
                    <a:pt x="285" y="17"/>
                    <a:pt x="168" y="0"/>
                  </a:cubicBezTo>
                  <a:cubicBezTo>
                    <a:pt x="1" y="0"/>
                    <a:pt x="101" y="17"/>
                    <a:pt x="51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631;p21">
              <a:extLst>
                <a:ext uri="{FF2B5EF4-FFF2-40B4-BE49-F238E27FC236}">
                  <a16:creationId xmlns:a16="http://schemas.microsoft.com/office/drawing/2014/main" id="{367212B7-432F-4B1D-A24E-8D422225C89B}"/>
                </a:ext>
              </a:extLst>
            </p:cNvPr>
            <p:cNvSpPr/>
            <p:nvPr/>
          </p:nvSpPr>
          <p:spPr>
            <a:xfrm>
              <a:off x="4612546" y="4015263"/>
              <a:ext cx="17343" cy="19968"/>
            </a:xfrm>
            <a:custGeom>
              <a:avLst/>
              <a:gdLst/>
              <a:ahLst/>
              <a:cxnLst/>
              <a:rect l="l" t="t" r="r" b="b"/>
              <a:pathLst>
                <a:path w="436" h="502" extrusionOk="0">
                  <a:moveTo>
                    <a:pt x="1" y="468"/>
                  </a:moveTo>
                  <a:cubicBezTo>
                    <a:pt x="201" y="502"/>
                    <a:pt x="201" y="402"/>
                    <a:pt x="285" y="285"/>
                  </a:cubicBezTo>
                  <a:cubicBezTo>
                    <a:pt x="352" y="201"/>
                    <a:pt x="435" y="134"/>
                    <a:pt x="352" y="1"/>
                  </a:cubicBezTo>
                  <a:cubicBezTo>
                    <a:pt x="185" y="17"/>
                    <a:pt x="1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632;p21">
              <a:extLst>
                <a:ext uri="{FF2B5EF4-FFF2-40B4-BE49-F238E27FC236}">
                  <a16:creationId xmlns:a16="http://schemas.microsoft.com/office/drawing/2014/main" id="{D2A3E99B-F32F-4E0C-95D9-E4607B0372FB}"/>
                </a:ext>
              </a:extLst>
            </p:cNvPr>
            <p:cNvSpPr/>
            <p:nvPr/>
          </p:nvSpPr>
          <p:spPr>
            <a:xfrm>
              <a:off x="4522847" y="4073736"/>
              <a:ext cx="18656" cy="29316"/>
            </a:xfrm>
            <a:custGeom>
              <a:avLst/>
              <a:gdLst/>
              <a:ahLst/>
              <a:cxnLst/>
              <a:rect l="l" t="t" r="r" b="b"/>
              <a:pathLst>
                <a:path w="469" h="737" extrusionOk="0">
                  <a:moveTo>
                    <a:pt x="418" y="268"/>
                  </a:moveTo>
                  <a:cubicBezTo>
                    <a:pt x="468" y="101"/>
                    <a:pt x="401" y="1"/>
                    <a:pt x="284" y="135"/>
                  </a:cubicBezTo>
                  <a:cubicBezTo>
                    <a:pt x="0" y="469"/>
                    <a:pt x="84" y="736"/>
                    <a:pt x="251" y="536"/>
                  </a:cubicBezTo>
                  <a:cubicBezTo>
                    <a:pt x="301" y="486"/>
                    <a:pt x="385" y="352"/>
                    <a:pt x="418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633;p21">
              <a:extLst>
                <a:ext uri="{FF2B5EF4-FFF2-40B4-BE49-F238E27FC236}">
                  <a16:creationId xmlns:a16="http://schemas.microsoft.com/office/drawing/2014/main" id="{3995A8A4-1B96-499B-9E20-F3E33B4F971C}"/>
                </a:ext>
              </a:extLst>
            </p:cNvPr>
            <p:cNvSpPr/>
            <p:nvPr/>
          </p:nvSpPr>
          <p:spPr>
            <a:xfrm>
              <a:off x="4762747" y="3084781"/>
              <a:ext cx="24662" cy="15314"/>
            </a:xfrm>
            <a:custGeom>
              <a:avLst/>
              <a:gdLst/>
              <a:ahLst/>
              <a:cxnLst/>
              <a:rect l="l" t="t" r="r" b="b"/>
              <a:pathLst>
                <a:path w="620" h="385" extrusionOk="0">
                  <a:moveTo>
                    <a:pt x="1" y="352"/>
                  </a:moveTo>
                  <a:cubicBezTo>
                    <a:pt x="168" y="385"/>
                    <a:pt x="619" y="184"/>
                    <a:pt x="502" y="68"/>
                  </a:cubicBezTo>
                  <a:cubicBezTo>
                    <a:pt x="435" y="1"/>
                    <a:pt x="268" y="84"/>
                    <a:pt x="202" y="118"/>
                  </a:cubicBezTo>
                  <a:cubicBezTo>
                    <a:pt x="85" y="184"/>
                    <a:pt x="1" y="218"/>
                    <a:pt x="1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634;p21">
              <a:extLst>
                <a:ext uri="{FF2B5EF4-FFF2-40B4-BE49-F238E27FC236}">
                  <a16:creationId xmlns:a16="http://schemas.microsoft.com/office/drawing/2014/main" id="{69043D59-B522-4CC1-8FD2-47A11860BDC8}"/>
                </a:ext>
              </a:extLst>
            </p:cNvPr>
            <p:cNvSpPr/>
            <p:nvPr/>
          </p:nvSpPr>
          <p:spPr>
            <a:xfrm>
              <a:off x="4403196" y="3902930"/>
              <a:ext cx="19968" cy="17979"/>
            </a:xfrm>
            <a:custGeom>
              <a:avLst/>
              <a:gdLst/>
              <a:ahLst/>
              <a:cxnLst/>
              <a:rect l="l" t="t" r="r" b="b"/>
              <a:pathLst>
                <a:path w="502" h="452" extrusionOk="0">
                  <a:moveTo>
                    <a:pt x="118" y="452"/>
                  </a:moveTo>
                  <a:cubicBezTo>
                    <a:pt x="201" y="452"/>
                    <a:pt x="285" y="352"/>
                    <a:pt x="352" y="285"/>
                  </a:cubicBezTo>
                  <a:cubicBezTo>
                    <a:pt x="418" y="218"/>
                    <a:pt x="485" y="135"/>
                    <a:pt x="502" y="1"/>
                  </a:cubicBezTo>
                  <a:cubicBezTo>
                    <a:pt x="318" y="1"/>
                    <a:pt x="1" y="268"/>
                    <a:pt x="11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635;p21">
              <a:extLst>
                <a:ext uri="{FF2B5EF4-FFF2-40B4-BE49-F238E27FC236}">
                  <a16:creationId xmlns:a16="http://schemas.microsoft.com/office/drawing/2014/main" id="{501F3D8C-E32E-4F9D-B2F4-4EEF83504555}"/>
                </a:ext>
              </a:extLst>
            </p:cNvPr>
            <p:cNvSpPr/>
            <p:nvPr/>
          </p:nvSpPr>
          <p:spPr>
            <a:xfrm>
              <a:off x="4578655" y="3334705"/>
              <a:ext cx="15991" cy="17979"/>
            </a:xfrm>
            <a:custGeom>
              <a:avLst/>
              <a:gdLst/>
              <a:ahLst/>
              <a:cxnLst/>
              <a:rect l="l" t="t" r="r" b="b"/>
              <a:pathLst>
                <a:path w="402" h="452" extrusionOk="0">
                  <a:moveTo>
                    <a:pt x="1" y="451"/>
                  </a:moveTo>
                  <a:cubicBezTo>
                    <a:pt x="168" y="451"/>
                    <a:pt x="151" y="384"/>
                    <a:pt x="235" y="301"/>
                  </a:cubicBezTo>
                  <a:cubicBezTo>
                    <a:pt x="318" y="201"/>
                    <a:pt x="385" y="201"/>
                    <a:pt x="402" y="17"/>
                  </a:cubicBezTo>
                  <a:cubicBezTo>
                    <a:pt x="185" y="0"/>
                    <a:pt x="1" y="201"/>
                    <a:pt x="1" y="4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636;p21">
              <a:extLst>
                <a:ext uri="{FF2B5EF4-FFF2-40B4-BE49-F238E27FC236}">
                  <a16:creationId xmlns:a16="http://schemas.microsoft.com/office/drawing/2014/main" id="{91090073-AC6B-4196-BD4C-2A986CC3735D}"/>
                </a:ext>
              </a:extLst>
            </p:cNvPr>
            <p:cNvSpPr/>
            <p:nvPr/>
          </p:nvSpPr>
          <p:spPr>
            <a:xfrm>
              <a:off x="4401883" y="3843781"/>
              <a:ext cx="16627" cy="18656"/>
            </a:xfrm>
            <a:custGeom>
              <a:avLst/>
              <a:gdLst/>
              <a:ahLst/>
              <a:cxnLst/>
              <a:rect l="l" t="t" r="r" b="b"/>
              <a:pathLst>
                <a:path w="418" h="469" extrusionOk="0">
                  <a:moveTo>
                    <a:pt x="0" y="419"/>
                  </a:moveTo>
                  <a:cubicBezTo>
                    <a:pt x="251" y="469"/>
                    <a:pt x="418" y="151"/>
                    <a:pt x="401" y="18"/>
                  </a:cubicBezTo>
                  <a:cubicBezTo>
                    <a:pt x="184" y="1"/>
                    <a:pt x="0" y="268"/>
                    <a:pt x="0" y="4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637;p21">
              <a:extLst>
                <a:ext uri="{FF2B5EF4-FFF2-40B4-BE49-F238E27FC236}">
                  <a16:creationId xmlns:a16="http://schemas.microsoft.com/office/drawing/2014/main" id="{0AEE8780-E56C-40C9-BB18-C18F423DDC7D}"/>
                </a:ext>
              </a:extLst>
            </p:cNvPr>
            <p:cNvSpPr/>
            <p:nvPr/>
          </p:nvSpPr>
          <p:spPr>
            <a:xfrm>
              <a:off x="4818595" y="2320451"/>
              <a:ext cx="17979" cy="21321"/>
            </a:xfrm>
            <a:custGeom>
              <a:avLst/>
              <a:gdLst/>
              <a:ahLst/>
              <a:cxnLst/>
              <a:rect l="l" t="t" r="r" b="b"/>
              <a:pathLst>
                <a:path w="452" h="536" extrusionOk="0">
                  <a:moveTo>
                    <a:pt x="17" y="469"/>
                  </a:moveTo>
                  <a:cubicBezTo>
                    <a:pt x="17" y="469"/>
                    <a:pt x="34" y="536"/>
                    <a:pt x="168" y="452"/>
                  </a:cubicBezTo>
                  <a:lnTo>
                    <a:pt x="285" y="352"/>
                  </a:lnTo>
                  <a:cubicBezTo>
                    <a:pt x="318" y="302"/>
                    <a:pt x="452" y="185"/>
                    <a:pt x="385" y="101"/>
                  </a:cubicBezTo>
                  <a:cubicBezTo>
                    <a:pt x="285" y="1"/>
                    <a:pt x="1" y="285"/>
                    <a:pt x="17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638;p21">
              <a:extLst>
                <a:ext uri="{FF2B5EF4-FFF2-40B4-BE49-F238E27FC236}">
                  <a16:creationId xmlns:a16="http://schemas.microsoft.com/office/drawing/2014/main" id="{E9B698A5-1561-4E99-BC9C-07BE17BD9EC5}"/>
                </a:ext>
              </a:extLst>
            </p:cNvPr>
            <p:cNvSpPr/>
            <p:nvPr/>
          </p:nvSpPr>
          <p:spPr>
            <a:xfrm>
              <a:off x="4468988" y="2763098"/>
              <a:ext cx="10700" cy="20645"/>
            </a:xfrm>
            <a:custGeom>
              <a:avLst/>
              <a:gdLst/>
              <a:ahLst/>
              <a:cxnLst/>
              <a:rect l="l" t="t" r="r" b="b"/>
              <a:pathLst>
                <a:path w="269" h="519" extrusionOk="0">
                  <a:moveTo>
                    <a:pt x="1" y="251"/>
                  </a:moveTo>
                  <a:cubicBezTo>
                    <a:pt x="1" y="385"/>
                    <a:pt x="1" y="452"/>
                    <a:pt x="51" y="519"/>
                  </a:cubicBezTo>
                  <a:lnTo>
                    <a:pt x="134" y="519"/>
                  </a:lnTo>
                  <a:cubicBezTo>
                    <a:pt x="201" y="435"/>
                    <a:pt x="268" y="101"/>
                    <a:pt x="101" y="1"/>
                  </a:cubicBezTo>
                  <a:cubicBezTo>
                    <a:pt x="1" y="51"/>
                    <a:pt x="1" y="101"/>
                    <a:pt x="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639;p21">
              <a:extLst>
                <a:ext uri="{FF2B5EF4-FFF2-40B4-BE49-F238E27FC236}">
                  <a16:creationId xmlns:a16="http://schemas.microsoft.com/office/drawing/2014/main" id="{496E1118-074C-450C-9566-305FC77D0014}"/>
                </a:ext>
              </a:extLst>
            </p:cNvPr>
            <p:cNvSpPr/>
            <p:nvPr/>
          </p:nvSpPr>
          <p:spPr>
            <a:xfrm>
              <a:off x="4578019" y="3970075"/>
              <a:ext cx="13962" cy="19292"/>
            </a:xfrm>
            <a:custGeom>
              <a:avLst/>
              <a:gdLst/>
              <a:ahLst/>
              <a:cxnLst/>
              <a:rect l="l" t="t" r="r" b="b"/>
              <a:pathLst>
                <a:path w="351" h="485" extrusionOk="0">
                  <a:moveTo>
                    <a:pt x="201" y="485"/>
                  </a:moveTo>
                  <a:cubicBezTo>
                    <a:pt x="217" y="418"/>
                    <a:pt x="234" y="335"/>
                    <a:pt x="267" y="251"/>
                  </a:cubicBezTo>
                  <a:cubicBezTo>
                    <a:pt x="351" y="51"/>
                    <a:pt x="301" y="101"/>
                    <a:pt x="301" y="51"/>
                  </a:cubicBezTo>
                  <a:cubicBezTo>
                    <a:pt x="301" y="51"/>
                    <a:pt x="284" y="34"/>
                    <a:pt x="284" y="34"/>
                  </a:cubicBezTo>
                  <a:cubicBezTo>
                    <a:pt x="150" y="0"/>
                    <a:pt x="0" y="268"/>
                    <a:pt x="50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640;p21">
              <a:extLst>
                <a:ext uri="{FF2B5EF4-FFF2-40B4-BE49-F238E27FC236}">
                  <a16:creationId xmlns:a16="http://schemas.microsoft.com/office/drawing/2014/main" id="{75027890-FE5A-4D72-9B98-3668507650C3}"/>
                </a:ext>
              </a:extLst>
            </p:cNvPr>
            <p:cNvSpPr/>
            <p:nvPr/>
          </p:nvSpPr>
          <p:spPr>
            <a:xfrm>
              <a:off x="4661751" y="2725230"/>
              <a:ext cx="21281" cy="16667"/>
            </a:xfrm>
            <a:custGeom>
              <a:avLst/>
              <a:gdLst/>
              <a:ahLst/>
              <a:cxnLst/>
              <a:rect l="l" t="t" r="r" b="b"/>
              <a:pathLst>
                <a:path w="535" h="419" extrusionOk="0">
                  <a:moveTo>
                    <a:pt x="518" y="151"/>
                  </a:moveTo>
                  <a:cubicBezTo>
                    <a:pt x="368" y="84"/>
                    <a:pt x="318" y="0"/>
                    <a:pt x="234" y="117"/>
                  </a:cubicBezTo>
                  <a:lnTo>
                    <a:pt x="201" y="151"/>
                  </a:lnTo>
                  <a:cubicBezTo>
                    <a:pt x="0" y="418"/>
                    <a:pt x="368" y="335"/>
                    <a:pt x="418" y="318"/>
                  </a:cubicBezTo>
                  <a:cubicBezTo>
                    <a:pt x="535" y="284"/>
                    <a:pt x="518" y="268"/>
                    <a:pt x="518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641;p21">
              <a:extLst>
                <a:ext uri="{FF2B5EF4-FFF2-40B4-BE49-F238E27FC236}">
                  <a16:creationId xmlns:a16="http://schemas.microsoft.com/office/drawing/2014/main" id="{CFDF127A-19B9-45B0-9608-3E36C6261B25}"/>
                </a:ext>
              </a:extLst>
            </p:cNvPr>
            <p:cNvSpPr/>
            <p:nvPr/>
          </p:nvSpPr>
          <p:spPr>
            <a:xfrm>
              <a:off x="4508209" y="2568386"/>
              <a:ext cx="10024" cy="21281"/>
            </a:xfrm>
            <a:custGeom>
              <a:avLst/>
              <a:gdLst/>
              <a:ahLst/>
              <a:cxnLst/>
              <a:rect l="l" t="t" r="r" b="b"/>
              <a:pathLst>
                <a:path w="252" h="535" extrusionOk="0">
                  <a:moveTo>
                    <a:pt x="118" y="535"/>
                  </a:moveTo>
                  <a:cubicBezTo>
                    <a:pt x="218" y="485"/>
                    <a:pt x="201" y="451"/>
                    <a:pt x="218" y="318"/>
                  </a:cubicBezTo>
                  <a:cubicBezTo>
                    <a:pt x="235" y="201"/>
                    <a:pt x="251" y="167"/>
                    <a:pt x="235" y="34"/>
                  </a:cubicBezTo>
                  <a:cubicBezTo>
                    <a:pt x="1" y="0"/>
                    <a:pt x="1" y="384"/>
                    <a:pt x="11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642;p21">
              <a:extLst>
                <a:ext uri="{FF2B5EF4-FFF2-40B4-BE49-F238E27FC236}">
                  <a16:creationId xmlns:a16="http://schemas.microsoft.com/office/drawing/2014/main" id="{884FD3CC-138A-4D8E-B9B1-6C1D9DDB9CBB}"/>
                </a:ext>
              </a:extLst>
            </p:cNvPr>
            <p:cNvSpPr/>
            <p:nvPr/>
          </p:nvSpPr>
          <p:spPr>
            <a:xfrm>
              <a:off x="4359321" y="2737203"/>
              <a:ext cx="14678" cy="23946"/>
            </a:xfrm>
            <a:custGeom>
              <a:avLst/>
              <a:gdLst/>
              <a:ahLst/>
              <a:cxnLst/>
              <a:rect l="l" t="t" r="r" b="b"/>
              <a:pathLst>
                <a:path w="369" h="602" extrusionOk="0">
                  <a:moveTo>
                    <a:pt x="335" y="34"/>
                  </a:moveTo>
                  <a:cubicBezTo>
                    <a:pt x="201" y="0"/>
                    <a:pt x="168" y="50"/>
                    <a:pt x="118" y="134"/>
                  </a:cubicBezTo>
                  <a:cubicBezTo>
                    <a:pt x="1" y="301"/>
                    <a:pt x="51" y="602"/>
                    <a:pt x="252" y="284"/>
                  </a:cubicBezTo>
                  <a:cubicBezTo>
                    <a:pt x="335" y="151"/>
                    <a:pt x="368" y="184"/>
                    <a:pt x="335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643;p21">
              <a:extLst>
                <a:ext uri="{FF2B5EF4-FFF2-40B4-BE49-F238E27FC236}">
                  <a16:creationId xmlns:a16="http://schemas.microsoft.com/office/drawing/2014/main" id="{E3ACD6BF-B27D-424F-BFD0-AF37EA6AA86D}"/>
                </a:ext>
              </a:extLst>
            </p:cNvPr>
            <p:cNvSpPr/>
            <p:nvPr/>
          </p:nvSpPr>
          <p:spPr>
            <a:xfrm>
              <a:off x="4439752" y="3904283"/>
              <a:ext cx="12013" cy="16627"/>
            </a:xfrm>
            <a:custGeom>
              <a:avLst/>
              <a:gdLst/>
              <a:ahLst/>
              <a:cxnLst/>
              <a:rect l="l" t="t" r="r" b="b"/>
              <a:pathLst>
                <a:path w="302" h="418" extrusionOk="0">
                  <a:moveTo>
                    <a:pt x="51" y="401"/>
                  </a:moveTo>
                  <a:cubicBezTo>
                    <a:pt x="251" y="418"/>
                    <a:pt x="301" y="151"/>
                    <a:pt x="285" y="50"/>
                  </a:cubicBezTo>
                  <a:cubicBezTo>
                    <a:pt x="151" y="0"/>
                    <a:pt x="134" y="50"/>
                    <a:pt x="84" y="151"/>
                  </a:cubicBezTo>
                  <a:cubicBezTo>
                    <a:pt x="17" y="251"/>
                    <a:pt x="1" y="301"/>
                    <a:pt x="5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644;p21">
              <a:extLst>
                <a:ext uri="{FF2B5EF4-FFF2-40B4-BE49-F238E27FC236}">
                  <a16:creationId xmlns:a16="http://schemas.microsoft.com/office/drawing/2014/main" id="{E7CC5C6F-A947-4595-B92C-15D28F995A51}"/>
                </a:ext>
              </a:extLst>
            </p:cNvPr>
            <p:cNvSpPr/>
            <p:nvPr/>
          </p:nvSpPr>
          <p:spPr>
            <a:xfrm>
              <a:off x="4308843" y="3667008"/>
              <a:ext cx="11973" cy="17303"/>
            </a:xfrm>
            <a:custGeom>
              <a:avLst/>
              <a:gdLst/>
              <a:ahLst/>
              <a:cxnLst/>
              <a:rect l="l" t="t" r="r" b="b"/>
              <a:pathLst>
                <a:path w="301" h="435" extrusionOk="0">
                  <a:moveTo>
                    <a:pt x="17" y="401"/>
                  </a:moveTo>
                  <a:cubicBezTo>
                    <a:pt x="184" y="435"/>
                    <a:pt x="150" y="418"/>
                    <a:pt x="234" y="268"/>
                  </a:cubicBezTo>
                  <a:cubicBezTo>
                    <a:pt x="284" y="184"/>
                    <a:pt x="301" y="167"/>
                    <a:pt x="284" y="50"/>
                  </a:cubicBezTo>
                  <a:cubicBezTo>
                    <a:pt x="100" y="0"/>
                    <a:pt x="0" y="218"/>
                    <a:pt x="1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645;p21">
              <a:extLst>
                <a:ext uri="{FF2B5EF4-FFF2-40B4-BE49-F238E27FC236}">
                  <a16:creationId xmlns:a16="http://schemas.microsoft.com/office/drawing/2014/main" id="{7AEDB41B-EE70-4D4F-A10D-0869EE65D2C7}"/>
                </a:ext>
              </a:extLst>
            </p:cNvPr>
            <p:cNvSpPr/>
            <p:nvPr/>
          </p:nvSpPr>
          <p:spPr>
            <a:xfrm>
              <a:off x="4944213" y="3480252"/>
              <a:ext cx="17303" cy="9984"/>
            </a:xfrm>
            <a:custGeom>
              <a:avLst/>
              <a:gdLst/>
              <a:ahLst/>
              <a:cxnLst/>
              <a:rect l="l" t="t" r="r" b="b"/>
              <a:pathLst>
                <a:path w="435" h="251" extrusionOk="0">
                  <a:moveTo>
                    <a:pt x="17" y="234"/>
                  </a:moveTo>
                  <a:cubicBezTo>
                    <a:pt x="151" y="251"/>
                    <a:pt x="435" y="251"/>
                    <a:pt x="385" y="34"/>
                  </a:cubicBezTo>
                  <a:cubicBezTo>
                    <a:pt x="268" y="0"/>
                    <a:pt x="234" y="17"/>
                    <a:pt x="134" y="50"/>
                  </a:cubicBezTo>
                  <a:cubicBezTo>
                    <a:pt x="17" y="84"/>
                    <a:pt x="0" y="101"/>
                    <a:pt x="17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646;p21">
              <a:extLst>
                <a:ext uri="{FF2B5EF4-FFF2-40B4-BE49-F238E27FC236}">
                  <a16:creationId xmlns:a16="http://schemas.microsoft.com/office/drawing/2014/main" id="{151B67F7-C448-4624-8E63-68BD7DC2E70D}"/>
                </a:ext>
              </a:extLst>
            </p:cNvPr>
            <p:cNvSpPr/>
            <p:nvPr/>
          </p:nvSpPr>
          <p:spPr>
            <a:xfrm>
              <a:off x="4574001" y="3320743"/>
              <a:ext cx="12689" cy="15991"/>
            </a:xfrm>
            <a:custGeom>
              <a:avLst/>
              <a:gdLst/>
              <a:ahLst/>
              <a:cxnLst/>
              <a:rect l="l" t="t" r="r" b="b"/>
              <a:pathLst>
                <a:path w="319" h="402" extrusionOk="0">
                  <a:moveTo>
                    <a:pt x="1" y="385"/>
                  </a:moveTo>
                  <a:cubicBezTo>
                    <a:pt x="201" y="401"/>
                    <a:pt x="285" y="234"/>
                    <a:pt x="318" y="84"/>
                  </a:cubicBezTo>
                  <a:cubicBezTo>
                    <a:pt x="134" y="0"/>
                    <a:pt x="1" y="184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647;p21">
              <a:extLst>
                <a:ext uri="{FF2B5EF4-FFF2-40B4-BE49-F238E27FC236}">
                  <a16:creationId xmlns:a16="http://schemas.microsoft.com/office/drawing/2014/main" id="{5DD45082-F07F-4E80-8AA1-8AD8A2A5006E}"/>
                </a:ext>
              </a:extLst>
            </p:cNvPr>
            <p:cNvSpPr/>
            <p:nvPr/>
          </p:nvSpPr>
          <p:spPr>
            <a:xfrm>
              <a:off x="4577343" y="3569314"/>
              <a:ext cx="12013" cy="14638"/>
            </a:xfrm>
            <a:custGeom>
              <a:avLst/>
              <a:gdLst/>
              <a:ahLst/>
              <a:cxnLst/>
              <a:rect l="l" t="t" r="r" b="b"/>
              <a:pathLst>
                <a:path w="302" h="368" extrusionOk="0">
                  <a:moveTo>
                    <a:pt x="0" y="368"/>
                  </a:moveTo>
                  <a:cubicBezTo>
                    <a:pt x="167" y="351"/>
                    <a:pt x="151" y="334"/>
                    <a:pt x="218" y="234"/>
                  </a:cubicBezTo>
                  <a:cubicBezTo>
                    <a:pt x="268" y="151"/>
                    <a:pt x="301" y="117"/>
                    <a:pt x="268" y="17"/>
                  </a:cubicBezTo>
                  <a:cubicBezTo>
                    <a:pt x="84" y="0"/>
                    <a:pt x="0" y="151"/>
                    <a:pt x="0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648;p21">
              <a:extLst>
                <a:ext uri="{FF2B5EF4-FFF2-40B4-BE49-F238E27FC236}">
                  <a16:creationId xmlns:a16="http://schemas.microsoft.com/office/drawing/2014/main" id="{D1D4300E-29B7-4442-B413-25C241CCBCBC}"/>
                </a:ext>
              </a:extLst>
            </p:cNvPr>
            <p:cNvSpPr/>
            <p:nvPr/>
          </p:nvSpPr>
          <p:spPr>
            <a:xfrm>
              <a:off x="4801331" y="2598299"/>
              <a:ext cx="14638" cy="7995"/>
            </a:xfrm>
            <a:custGeom>
              <a:avLst/>
              <a:gdLst/>
              <a:ahLst/>
              <a:cxnLst/>
              <a:rect l="l" t="t" r="r" b="b"/>
              <a:pathLst>
                <a:path w="368" h="201" extrusionOk="0">
                  <a:moveTo>
                    <a:pt x="0" y="167"/>
                  </a:moveTo>
                  <a:cubicBezTo>
                    <a:pt x="117" y="201"/>
                    <a:pt x="267" y="201"/>
                    <a:pt x="368" y="150"/>
                  </a:cubicBezTo>
                  <a:cubicBezTo>
                    <a:pt x="368" y="17"/>
                    <a:pt x="334" y="0"/>
                    <a:pt x="184" y="0"/>
                  </a:cubicBezTo>
                  <a:cubicBezTo>
                    <a:pt x="17" y="0"/>
                    <a:pt x="0" y="17"/>
                    <a:pt x="0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649;p21">
              <a:extLst>
                <a:ext uri="{FF2B5EF4-FFF2-40B4-BE49-F238E27FC236}">
                  <a16:creationId xmlns:a16="http://schemas.microsoft.com/office/drawing/2014/main" id="{7A50BB2F-93E3-43CD-958D-30908E4AC24B}"/>
                </a:ext>
              </a:extLst>
            </p:cNvPr>
            <p:cNvSpPr/>
            <p:nvPr/>
          </p:nvSpPr>
          <p:spPr>
            <a:xfrm>
              <a:off x="4515528" y="3764703"/>
              <a:ext cx="10024" cy="14678"/>
            </a:xfrm>
            <a:custGeom>
              <a:avLst/>
              <a:gdLst/>
              <a:ahLst/>
              <a:cxnLst/>
              <a:rect l="l" t="t" r="r" b="b"/>
              <a:pathLst>
                <a:path w="252" h="369" extrusionOk="0">
                  <a:moveTo>
                    <a:pt x="84" y="368"/>
                  </a:moveTo>
                  <a:cubicBezTo>
                    <a:pt x="201" y="351"/>
                    <a:pt x="201" y="351"/>
                    <a:pt x="234" y="218"/>
                  </a:cubicBezTo>
                  <a:cubicBezTo>
                    <a:pt x="251" y="134"/>
                    <a:pt x="251" y="84"/>
                    <a:pt x="218" y="1"/>
                  </a:cubicBezTo>
                  <a:cubicBezTo>
                    <a:pt x="0" y="1"/>
                    <a:pt x="34" y="251"/>
                    <a:pt x="8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650;p21">
              <a:extLst>
                <a:ext uri="{FF2B5EF4-FFF2-40B4-BE49-F238E27FC236}">
                  <a16:creationId xmlns:a16="http://schemas.microsoft.com/office/drawing/2014/main" id="{9769ED01-7ADD-41EB-82DC-1D319E3C0D61}"/>
                </a:ext>
              </a:extLst>
            </p:cNvPr>
            <p:cNvSpPr/>
            <p:nvPr/>
          </p:nvSpPr>
          <p:spPr>
            <a:xfrm>
              <a:off x="4663740" y="4116298"/>
              <a:ext cx="16667" cy="16667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351" y="101"/>
                  </a:moveTo>
                  <a:cubicBezTo>
                    <a:pt x="184" y="0"/>
                    <a:pt x="0" y="268"/>
                    <a:pt x="101" y="351"/>
                  </a:cubicBezTo>
                  <a:cubicBezTo>
                    <a:pt x="168" y="418"/>
                    <a:pt x="418" y="251"/>
                    <a:pt x="3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651;p21">
              <a:extLst>
                <a:ext uri="{FF2B5EF4-FFF2-40B4-BE49-F238E27FC236}">
                  <a16:creationId xmlns:a16="http://schemas.microsoft.com/office/drawing/2014/main" id="{FF6EB321-46BA-43B2-84A0-2CA36819D485}"/>
                </a:ext>
              </a:extLst>
            </p:cNvPr>
            <p:cNvSpPr/>
            <p:nvPr/>
          </p:nvSpPr>
          <p:spPr>
            <a:xfrm>
              <a:off x="4684345" y="3957426"/>
              <a:ext cx="12649" cy="14678"/>
            </a:xfrm>
            <a:custGeom>
              <a:avLst/>
              <a:gdLst/>
              <a:ahLst/>
              <a:cxnLst/>
              <a:rect l="l" t="t" r="r" b="b"/>
              <a:pathLst>
                <a:path w="318" h="369" extrusionOk="0">
                  <a:moveTo>
                    <a:pt x="117" y="335"/>
                  </a:moveTo>
                  <a:cubicBezTo>
                    <a:pt x="268" y="369"/>
                    <a:pt x="318" y="185"/>
                    <a:pt x="318" y="135"/>
                  </a:cubicBezTo>
                  <a:cubicBezTo>
                    <a:pt x="318" y="1"/>
                    <a:pt x="301" y="51"/>
                    <a:pt x="284" y="34"/>
                  </a:cubicBezTo>
                  <a:cubicBezTo>
                    <a:pt x="201" y="18"/>
                    <a:pt x="167" y="34"/>
                    <a:pt x="117" y="118"/>
                  </a:cubicBezTo>
                  <a:cubicBezTo>
                    <a:pt x="0" y="335"/>
                    <a:pt x="117" y="335"/>
                    <a:pt x="11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652;p21">
              <a:extLst>
                <a:ext uri="{FF2B5EF4-FFF2-40B4-BE49-F238E27FC236}">
                  <a16:creationId xmlns:a16="http://schemas.microsoft.com/office/drawing/2014/main" id="{45E00D45-CE8E-43FA-B76A-F663D71BB43B}"/>
                </a:ext>
              </a:extLst>
            </p:cNvPr>
            <p:cNvSpPr/>
            <p:nvPr/>
          </p:nvSpPr>
          <p:spPr>
            <a:xfrm>
              <a:off x="4788682" y="2574353"/>
              <a:ext cx="10024" cy="15991"/>
            </a:xfrm>
            <a:custGeom>
              <a:avLst/>
              <a:gdLst/>
              <a:ahLst/>
              <a:cxnLst/>
              <a:rect l="l" t="t" r="r" b="b"/>
              <a:pathLst>
                <a:path w="252" h="402" extrusionOk="0">
                  <a:moveTo>
                    <a:pt x="17" y="368"/>
                  </a:moveTo>
                  <a:cubicBezTo>
                    <a:pt x="151" y="402"/>
                    <a:pt x="134" y="385"/>
                    <a:pt x="184" y="285"/>
                  </a:cubicBezTo>
                  <a:cubicBezTo>
                    <a:pt x="218" y="201"/>
                    <a:pt x="251" y="168"/>
                    <a:pt x="235" y="84"/>
                  </a:cubicBezTo>
                  <a:cubicBezTo>
                    <a:pt x="235" y="84"/>
                    <a:pt x="134" y="1"/>
                    <a:pt x="34" y="134"/>
                  </a:cubicBezTo>
                  <a:cubicBezTo>
                    <a:pt x="1" y="201"/>
                    <a:pt x="1" y="285"/>
                    <a:pt x="1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653;p21">
              <a:extLst>
                <a:ext uri="{FF2B5EF4-FFF2-40B4-BE49-F238E27FC236}">
                  <a16:creationId xmlns:a16="http://schemas.microsoft.com/office/drawing/2014/main" id="{45FF219E-D6CA-411D-890B-F9C4F1580C10}"/>
                </a:ext>
              </a:extLst>
            </p:cNvPr>
            <p:cNvSpPr/>
            <p:nvPr/>
          </p:nvSpPr>
          <p:spPr>
            <a:xfrm>
              <a:off x="4687646" y="3819198"/>
              <a:ext cx="14678" cy="15991"/>
            </a:xfrm>
            <a:custGeom>
              <a:avLst/>
              <a:gdLst/>
              <a:ahLst/>
              <a:cxnLst/>
              <a:rect l="l" t="t" r="r" b="b"/>
              <a:pathLst>
                <a:path w="369" h="402" extrusionOk="0">
                  <a:moveTo>
                    <a:pt x="235" y="101"/>
                  </a:moveTo>
                  <a:cubicBezTo>
                    <a:pt x="135" y="17"/>
                    <a:pt x="185" y="1"/>
                    <a:pt x="51" y="17"/>
                  </a:cubicBezTo>
                  <a:cubicBezTo>
                    <a:pt x="1" y="218"/>
                    <a:pt x="151" y="402"/>
                    <a:pt x="285" y="251"/>
                  </a:cubicBezTo>
                  <a:cubicBezTo>
                    <a:pt x="369" y="168"/>
                    <a:pt x="268" y="134"/>
                    <a:pt x="23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654;p21">
              <a:extLst>
                <a:ext uri="{FF2B5EF4-FFF2-40B4-BE49-F238E27FC236}">
                  <a16:creationId xmlns:a16="http://schemas.microsoft.com/office/drawing/2014/main" id="{BDA5652A-BFED-438C-8660-3C5A4CB3AAF4}"/>
                </a:ext>
              </a:extLst>
            </p:cNvPr>
            <p:cNvSpPr/>
            <p:nvPr/>
          </p:nvSpPr>
          <p:spPr>
            <a:xfrm>
              <a:off x="4446394" y="2650805"/>
              <a:ext cx="14002" cy="13325"/>
            </a:xfrm>
            <a:custGeom>
              <a:avLst/>
              <a:gdLst/>
              <a:ahLst/>
              <a:cxnLst/>
              <a:rect l="l" t="t" r="r" b="b"/>
              <a:pathLst>
                <a:path w="352" h="335" extrusionOk="0">
                  <a:moveTo>
                    <a:pt x="101" y="284"/>
                  </a:moveTo>
                  <a:cubicBezTo>
                    <a:pt x="235" y="334"/>
                    <a:pt x="185" y="301"/>
                    <a:pt x="268" y="217"/>
                  </a:cubicBezTo>
                  <a:cubicBezTo>
                    <a:pt x="318" y="150"/>
                    <a:pt x="352" y="150"/>
                    <a:pt x="352" y="33"/>
                  </a:cubicBezTo>
                  <a:cubicBezTo>
                    <a:pt x="168" y="0"/>
                    <a:pt x="1" y="84"/>
                    <a:pt x="10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655;p21">
              <a:extLst>
                <a:ext uri="{FF2B5EF4-FFF2-40B4-BE49-F238E27FC236}">
                  <a16:creationId xmlns:a16="http://schemas.microsoft.com/office/drawing/2014/main" id="{1278ADD3-A745-4398-B271-90840B5B1B6D}"/>
                </a:ext>
              </a:extLst>
            </p:cNvPr>
            <p:cNvSpPr/>
            <p:nvPr/>
          </p:nvSpPr>
          <p:spPr>
            <a:xfrm>
              <a:off x="4633827" y="3894975"/>
              <a:ext cx="12013" cy="14002"/>
            </a:xfrm>
            <a:custGeom>
              <a:avLst/>
              <a:gdLst/>
              <a:ahLst/>
              <a:cxnLst/>
              <a:rect l="l" t="t" r="r" b="b"/>
              <a:pathLst>
                <a:path w="302" h="352" extrusionOk="0">
                  <a:moveTo>
                    <a:pt x="84" y="301"/>
                  </a:moveTo>
                  <a:cubicBezTo>
                    <a:pt x="201" y="351"/>
                    <a:pt x="184" y="351"/>
                    <a:pt x="251" y="218"/>
                  </a:cubicBezTo>
                  <a:cubicBezTo>
                    <a:pt x="285" y="151"/>
                    <a:pt x="301" y="101"/>
                    <a:pt x="285" y="0"/>
                  </a:cubicBezTo>
                  <a:cubicBezTo>
                    <a:pt x="101" y="0"/>
                    <a:pt x="1" y="134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656;p21">
              <a:extLst>
                <a:ext uri="{FF2B5EF4-FFF2-40B4-BE49-F238E27FC236}">
                  <a16:creationId xmlns:a16="http://schemas.microsoft.com/office/drawing/2014/main" id="{FFFCB5EB-FC2D-4781-9B6A-8FAFB0339D27}"/>
                </a:ext>
              </a:extLst>
            </p:cNvPr>
            <p:cNvSpPr/>
            <p:nvPr/>
          </p:nvSpPr>
          <p:spPr>
            <a:xfrm>
              <a:off x="4342057" y="2653431"/>
              <a:ext cx="15991" cy="23986"/>
            </a:xfrm>
            <a:custGeom>
              <a:avLst/>
              <a:gdLst/>
              <a:ahLst/>
              <a:cxnLst/>
              <a:rect l="l" t="t" r="r" b="b"/>
              <a:pathLst>
                <a:path w="402" h="603" extrusionOk="0">
                  <a:moveTo>
                    <a:pt x="117" y="118"/>
                  </a:moveTo>
                  <a:cubicBezTo>
                    <a:pt x="117" y="118"/>
                    <a:pt x="0" y="118"/>
                    <a:pt x="151" y="302"/>
                  </a:cubicBezTo>
                  <a:cubicBezTo>
                    <a:pt x="401" y="602"/>
                    <a:pt x="401" y="1"/>
                    <a:pt x="117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657;p21">
              <a:extLst>
                <a:ext uri="{FF2B5EF4-FFF2-40B4-BE49-F238E27FC236}">
                  <a16:creationId xmlns:a16="http://schemas.microsoft.com/office/drawing/2014/main" id="{C7B90BC8-AE87-4854-9567-4CCD65600B80}"/>
                </a:ext>
              </a:extLst>
            </p:cNvPr>
            <p:cNvSpPr/>
            <p:nvPr/>
          </p:nvSpPr>
          <p:spPr>
            <a:xfrm>
              <a:off x="4327419" y="3828506"/>
              <a:ext cx="14002" cy="13325"/>
            </a:xfrm>
            <a:custGeom>
              <a:avLst/>
              <a:gdLst/>
              <a:ahLst/>
              <a:cxnLst/>
              <a:rect l="l" t="t" r="r" b="b"/>
              <a:pathLst>
                <a:path w="352" h="335" extrusionOk="0">
                  <a:moveTo>
                    <a:pt x="101" y="285"/>
                  </a:moveTo>
                  <a:cubicBezTo>
                    <a:pt x="252" y="335"/>
                    <a:pt x="352" y="184"/>
                    <a:pt x="318" y="34"/>
                  </a:cubicBezTo>
                  <a:cubicBezTo>
                    <a:pt x="201" y="1"/>
                    <a:pt x="185" y="17"/>
                    <a:pt x="118" y="117"/>
                  </a:cubicBezTo>
                  <a:cubicBezTo>
                    <a:pt x="1" y="268"/>
                    <a:pt x="101" y="285"/>
                    <a:pt x="101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658;p21">
              <a:extLst>
                <a:ext uri="{FF2B5EF4-FFF2-40B4-BE49-F238E27FC236}">
                  <a16:creationId xmlns:a16="http://schemas.microsoft.com/office/drawing/2014/main" id="{733C692E-76BC-4C31-885B-1641B1FC7D61}"/>
                </a:ext>
              </a:extLst>
            </p:cNvPr>
            <p:cNvSpPr/>
            <p:nvPr/>
          </p:nvSpPr>
          <p:spPr>
            <a:xfrm>
              <a:off x="4587287" y="2875431"/>
              <a:ext cx="10700" cy="13325"/>
            </a:xfrm>
            <a:custGeom>
              <a:avLst/>
              <a:gdLst/>
              <a:ahLst/>
              <a:cxnLst/>
              <a:rect l="l" t="t" r="r" b="b"/>
              <a:pathLst>
                <a:path w="269" h="335" extrusionOk="0">
                  <a:moveTo>
                    <a:pt x="34" y="301"/>
                  </a:moveTo>
                  <a:cubicBezTo>
                    <a:pt x="151" y="335"/>
                    <a:pt x="235" y="234"/>
                    <a:pt x="252" y="168"/>
                  </a:cubicBezTo>
                  <a:cubicBezTo>
                    <a:pt x="268" y="151"/>
                    <a:pt x="268" y="151"/>
                    <a:pt x="268" y="117"/>
                  </a:cubicBezTo>
                  <a:cubicBezTo>
                    <a:pt x="268" y="51"/>
                    <a:pt x="252" y="1"/>
                    <a:pt x="151" y="34"/>
                  </a:cubicBezTo>
                  <a:cubicBezTo>
                    <a:pt x="135" y="34"/>
                    <a:pt x="84" y="84"/>
                    <a:pt x="68" y="84"/>
                  </a:cubicBezTo>
                  <a:cubicBezTo>
                    <a:pt x="18" y="168"/>
                    <a:pt x="1" y="218"/>
                    <a:pt x="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659;p21">
              <a:extLst>
                <a:ext uri="{FF2B5EF4-FFF2-40B4-BE49-F238E27FC236}">
                  <a16:creationId xmlns:a16="http://schemas.microsoft.com/office/drawing/2014/main" id="{B11B6D8B-59B5-4C12-ADBF-E106750F0C94}"/>
                </a:ext>
              </a:extLst>
            </p:cNvPr>
            <p:cNvSpPr/>
            <p:nvPr/>
          </p:nvSpPr>
          <p:spPr>
            <a:xfrm>
              <a:off x="4829892" y="2373634"/>
              <a:ext cx="12689" cy="23310"/>
            </a:xfrm>
            <a:custGeom>
              <a:avLst/>
              <a:gdLst/>
              <a:ahLst/>
              <a:cxnLst/>
              <a:rect l="l" t="t" r="r" b="b"/>
              <a:pathLst>
                <a:path w="319" h="586" extrusionOk="0">
                  <a:moveTo>
                    <a:pt x="17" y="468"/>
                  </a:moveTo>
                  <a:cubicBezTo>
                    <a:pt x="318" y="585"/>
                    <a:pt x="318" y="1"/>
                    <a:pt x="67" y="268"/>
                  </a:cubicBezTo>
                  <a:lnTo>
                    <a:pt x="1" y="402"/>
                  </a:lnTo>
                  <a:cubicBezTo>
                    <a:pt x="1" y="519"/>
                    <a:pt x="17" y="435"/>
                    <a:pt x="17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660;p21">
              <a:extLst>
                <a:ext uri="{FF2B5EF4-FFF2-40B4-BE49-F238E27FC236}">
                  <a16:creationId xmlns:a16="http://schemas.microsoft.com/office/drawing/2014/main" id="{C7D120E7-39A2-43A8-9570-72DDA8C60299}"/>
                </a:ext>
              </a:extLst>
            </p:cNvPr>
            <p:cNvSpPr/>
            <p:nvPr/>
          </p:nvSpPr>
          <p:spPr>
            <a:xfrm>
              <a:off x="4813941" y="2623518"/>
              <a:ext cx="14002" cy="8711"/>
            </a:xfrm>
            <a:custGeom>
              <a:avLst/>
              <a:gdLst/>
              <a:ahLst/>
              <a:cxnLst/>
              <a:rect l="l" t="t" r="r" b="b"/>
              <a:pathLst>
                <a:path w="352" h="219" extrusionOk="0">
                  <a:moveTo>
                    <a:pt x="1" y="85"/>
                  </a:moveTo>
                  <a:cubicBezTo>
                    <a:pt x="51" y="201"/>
                    <a:pt x="184" y="218"/>
                    <a:pt x="301" y="185"/>
                  </a:cubicBezTo>
                  <a:cubicBezTo>
                    <a:pt x="318" y="118"/>
                    <a:pt x="351" y="34"/>
                    <a:pt x="218" y="18"/>
                  </a:cubicBezTo>
                  <a:cubicBezTo>
                    <a:pt x="168" y="1"/>
                    <a:pt x="168" y="1"/>
                    <a:pt x="118" y="18"/>
                  </a:cubicBezTo>
                  <a:cubicBezTo>
                    <a:pt x="67" y="18"/>
                    <a:pt x="1" y="34"/>
                    <a:pt x="1" y="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661;p21">
              <a:extLst>
                <a:ext uri="{FF2B5EF4-FFF2-40B4-BE49-F238E27FC236}">
                  <a16:creationId xmlns:a16="http://schemas.microsoft.com/office/drawing/2014/main" id="{2C4C72BA-22BB-4A91-B8F0-A74DB4B477D5}"/>
                </a:ext>
              </a:extLst>
            </p:cNvPr>
            <p:cNvSpPr/>
            <p:nvPr/>
          </p:nvSpPr>
          <p:spPr>
            <a:xfrm>
              <a:off x="4716247" y="3946129"/>
              <a:ext cx="11337" cy="12689"/>
            </a:xfrm>
            <a:custGeom>
              <a:avLst/>
              <a:gdLst/>
              <a:ahLst/>
              <a:cxnLst/>
              <a:rect l="l" t="t" r="r" b="b"/>
              <a:pathLst>
                <a:path w="285" h="319" extrusionOk="0">
                  <a:moveTo>
                    <a:pt x="251" y="1"/>
                  </a:moveTo>
                  <a:cubicBezTo>
                    <a:pt x="34" y="1"/>
                    <a:pt x="0" y="252"/>
                    <a:pt x="201" y="318"/>
                  </a:cubicBezTo>
                  <a:cubicBezTo>
                    <a:pt x="218" y="285"/>
                    <a:pt x="251" y="285"/>
                    <a:pt x="268" y="168"/>
                  </a:cubicBezTo>
                  <a:cubicBezTo>
                    <a:pt x="284" y="84"/>
                    <a:pt x="268" y="84"/>
                    <a:pt x="25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662;p21">
              <a:extLst>
                <a:ext uri="{FF2B5EF4-FFF2-40B4-BE49-F238E27FC236}">
                  <a16:creationId xmlns:a16="http://schemas.microsoft.com/office/drawing/2014/main" id="{CDD45081-A733-4651-B423-F58E1727C656}"/>
                </a:ext>
              </a:extLst>
            </p:cNvPr>
            <p:cNvSpPr/>
            <p:nvPr/>
          </p:nvSpPr>
          <p:spPr>
            <a:xfrm>
              <a:off x="4544089" y="3769357"/>
              <a:ext cx="10024" cy="10660"/>
            </a:xfrm>
            <a:custGeom>
              <a:avLst/>
              <a:gdLst/>
              <a:ahLst/>
              <a:cxnLst/>
              <a:rect l="l" t="t" r="r" b="b"/>
              <a:pathLst>
                <a:path w="252" h="268" extrusionOk="0">
                  <a:moveTo>
                    <a:pt x="235" y="268"/>
                  </a:moveTo>
                  <a:cubicBezTo>
                    <a:pt x="252" y="134"/>
                    <a:pt x="218" y="0"/>
                    <a:pt x="51" y="0"/>
                  </a:cubicBezTo>
                  <a:cubicBezTo>
                    <a:pt x="18" y="101"/>
                    <a:pt x="1" y="134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663;p21">
              <a:extLst>
                <a:ext uri="{FF2B5EF4-FFF2-40B4-BE49-F238E27FC236}">
                  <a16:creationId xmlns:a16="http://schemas.microsoft.com/office/drawing/2014/main" id="{36D3F1AE-AD0D-4FDC-B8DA-283D152639A1}"/>
                </a:ext>
              </a:extLst>
            </p:cNvPr>
            <p:cNvSpPr/>
            <p:nvPr/>
          </p:nvSpPr>
          <p:spPr>
            <a:xfrm>
              <a:off x="4718235" y="3876359"/>
              <a:ext cx="10024" cy="14678"/>
            </a:xfrm>
            <a:custGeom>
              <a:avLst/>
              <a:gdLst/>
              <a:ahLst/>
              <a:cxnLst/>
              <a:rect l="l" t="t" r="r" b="b"/>
              <a:pathLst>
                <a:path w="252" h="369" extrusionOk="0">
                  <a:moveTo>
                    <a:pt x="17" y="268"/>
                  </a:moveTo>
                  <a:cubicBezTo>
                    <a:pt x="168" y="368"/>
                    <a:pt x="251" y="184"/>
                    <a:pt x="218" y="34"/>
                  </a:cubicBezTo>
                  <a:cubicBezTo>
                    <a:pt x="51" y="1"/>
                    <a:pt x="1" y="67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664;p21">
              <a:extLst>
                <a:ext uri="{FF2B5EF4-FFF2-40B4-BE49-F238E27FC236}">
                  <a16:creationId xmlns:a16="http://schemas.microsoft.com/office/drawing/2014/main" id="{3E5A8F93-5669-420B-91F0-CB0AE2DEA8E9}"/>
                </a:ext>
              </a:extLst>
            </p:cNvPr>
            <p:cNvSpPr/>
            <p:nvPr/>
          </p:nvSpPr>
          <p:spPr>
            <a:xfrm>
              <a:off x="4637805" y="4022582"/>
              <a:ext cx="9348" cy="13325"/>
            </a:xfrm>
            <a:custGeom>
              <a:avLst/>
              <a:gdLst/>
              <a:ahLst/>
              <a:cxnLst/>
              <a:rect l="l" t="t" r="r" b="b"/>
              <a:pathLst>
                <a:path w="235" h="335" extrusionOk="0">
                  <a:moveTo>
                    <a:pt x="1" y="284"/>
                  </a:moveTo>
                  <a:cubicBezTo>
                    <a:pt x="201" y="335"/>
                    <a:pt x="235" y="184"/>
                    <a:pt x="201" y="67"/>
                  </a:cubicBezTo>
                  <a:cubicBezTo>
                    <a:pt x="201" y="51"/>
                    <a:pt x="235" y="0"/>
                    <a:pt x="101" y="34"/>
                  </a:cubicBezTo>
                  <a:cubicBezTo>
                    <a:pt x="1" y="67"/>
                    <a:pt x="1" y="184"/>
                    <a:pt x="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665;p21">
              <a:extLst>
                <a:ext uri="{FF2B5EF4-FFF2-40B4-BE49-F238E27FC236}">
                  <a16:creationId xmlns:a16="http://schemas.microsoft.com/office/drawing/2014/main" id="{3575FD45-F54C-43F6-AFB0-8DF898A7273E}"/>
                </a:ext>
              </a:extLst>
            </p:cNvPr>
            <p:cNvSpPr/>
            <p:nvPr/>
          </p:nvSpPr>
          <p:spPr>
            <a:xfrm>
              <a:off x="4669070" y="3366607"/>
              <a:ext cx="13325" cy="15314"/>
            </a:xfrm>
            <a:custGeom>
              <a:avLst/>
              <a:gdLst/>
              <a:ahLst/>
              <a:cxnLst/>
              <a:rect l="l" t="t" r="r" b="b"/>
              <a:pathLst>
                <a:path w="335" h="385" extrusionOk="0">
                  <a:moveTo>
                    <a:pt x="50" y="318"/>
                  </a:moveTo>
                  <a:cubicBezTo>
                    <a:pt x="217" y="368"/>
                    <a:pt x="334" y="184"/>
                    <a:pt x="251" y="100"/>
                  </a:cubicBezTo>
                  <a:cubicBezTo>
                    <a:pt x="167" y="0"/>
                    <a:pt x="50" y="184"/>
                    <a:pt x="34" y="217"/>
                  </a:cubicBezTo>
                  <a:cubicBezTo>
                    <a:pt x="0" y="384"/>
                    <a:pt x="34" y="267"/>
                    <a:pt x="50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666;p21">
              <a:extLst>
                <a:ext uri="{FF2B5EF4-FFF2-40B4-BE49-F238E27FC236}">
                  <a16:creationId xmlns:a16="http://schemas.microsoft.com/office/drawing/2014/main" id="{0653507C-6402-4E2D-BAFA-84131251E9BB}"/>
                </a:ext>
              </a:extLst>
            </p:cNvPr>
            <p:cNvSpPr/>
            <p:nvPr/>
          </p:nvSpPr>
          <p:spPr>
            <a:xfrm>
              <a:off x="4750137" y="3791950"/>
              <a:ext cx="14678" cy="12649"/>
            </a:xfrm>
            <a:custGeom>
              <a:avLst/>
              <a:gdLst/>
              <a:ahLst/>
              <a:cxnLst/>
              <a:rect l="l" t="t" r="r" b="b"/>
              <a:pathLst>
                <a:path w="369" h="318" extrusionOk="0">
                  <a:moveTo>
                    <a:pt x="234" y="84"/>
                  </a:moveTo>
                  <a:cubicBezTo>
                    <a:pt x="184" y="34"/>
                    <a:pt x="117" y="1"/>
                    <a:pt x="67" y="67"/>
                  </a:cubicBezTo>
                  <a:cubicBezTo>
                    <a:pt x="1" y="134"/>
                    <a:pt x="101" y="318"/>
                    <a:pt x="268" y="268"/>
                  </a:cubicBezTo>
                  <a:cubicBezTo>
                    <a:pt x="268" y="268"/>
                    <a:pt x="368" y="201"/>
                    <a:pt x="2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667;p21">
              <a:extLst>
                <a:ext uri="{FF2B5EF4-FFF2-40B4-BE49-F238E27FC236}">
                  <a16:creationId xmlns:a16="http://schemas.microsoft.com/office/drawing/2014/main" id="{F5C763BD-6B25-4E7B-958A-45950C791AA6}"/>
                </a:ext>
              </a:extLst>
            </p:cNvPr>
            <p:cNvSpPr/>
            <p:nvPr/>
          </p:nvSpPr>
          <p:spPr>
            <a:xfrm>
              <a:off x="4504907" y="2814968"/>
              <a:ext cx="8671" cy="12649"/>
            </a:xfrm>
            <a:custGeom>
              <a:avLst/>
              <a:gdLst/>
              <a:ahLst/>
              <a:cxnLst/>
              <a:rect l="l" t="t" r="r" b="b"/>
              <a:pathLst>
                <a:path w="218" h="318" extrusionOk="0">
                  <a:moveTo>
                    <a:pt x="33" y="267"/>
                  </a:moveTo>
                  <a:cubicBezTo>
                    <a:pt x="134" y="317"/>
                    <a:pt x="50" y="301"/>
                    <a:pt x="167" y="301"/>
                  </a:cubicBezTo>
                  <a:cubicBezTo>
                    <a:pt x="201" y="217"/>
                    <a:pt x="217" y="150"/>
                    <a:pt x="201" y="50"/>
                  </a:cubicBezTo>
                  <a:cubicBezTo>
                    <a:pt x="67" y="33"/>
                    <a:pt x="84" y="0"/>
                    <a:pt x="33" y="100"/>
                  </a:cubicBezTo>
                  <a:cubicBezTo>
                    <a:pt x="0" y="167"/>
                    <a:pt x="17" y="234"/>
                    <a:pt x="33" y="2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668;p21">
              <a:extLst>
                <a:ext uri="{FF2B5EF4-FFF2-40B4-BE49-F238E27FC236}">
                  <a16:creationId xmlns:a16="http://schemas.microsoft.com/office/drawing/2014/main" id="{90730304-AC0A-4305-97FD-9C9EE4A7A460}"/>
                </a:ext>
              </a:extLst>
            </p:cNvPr>
            <p:cNvSpPr/>
            <p:nvPr/>
          </p:nvSpPr>
          <p:spPr>
            <a:xfrm>
              <a:off x="4466999" y="3104073"/>
              <a:ext cx="11337" cy="7995"/>
            </a:xfrm>
            <a:custGeom>
              <a:avLst/>
              <a:gdLst/>
              <a:ahLst/>
              <a:cxnLst/>
              <a:rect l="l" t="t" r="r" b="b"/>
              <a:pathLst>
                <a:path w="285" h="201" extrusionOk="0">
                  <a:moveTo>
                    <a:pt x="34" y="167"/>
                  </a:moveTo>
                  <a:cubicBezTo>
                    <a:pt x="151" y="201"/>
                    <a:pt x="134" y="201"/>
                    <a:pt x="268" y="167"/>
                  </a:cubicBezTo>
                  <a:cubicBezTo>
                    <a:pt x="285" y="50"/>
                    <a:pt x="285" y="0"/>
                    <a:pt x="151" y="0"/>
                  </a:cubicBezTo>
                  <a:cubicBezTo>
                    <a:pt x="1" y="0"/>
                    <a:pt x="1" y="67"/>
                    <a:pt x="34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669;p21">
              <a:extLst>
                <a:ext uri="{FF2B5EF4-FFF2-40B4-BE49-F238E27FC236}">
                  <a16:creationId xmlns:a16="http://schemas.microsoft.com/office/drawing/2014/main" id="{E039C6D5-80C5-4E69-8003-AE7189C23E70}"/>
                </a:ext>
              </a:extLst>
            </p:cNvPr>
            <p:cNvSpPr/>
            <p:nvPr/>
          </p:nvSpPr>
          <p:spPr>
            <a:xfrm>
              <a:off x="4827226" y="2351040"/>
              <a:ext cx="9348" cy="1066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1" y="218"/>
                  </a:moveTo>
                  <a:cubicBezTo>
                    <a:pt x="151" y="268"/>
                    <a:pt x="235" y="218"/>
                    <a:pt x="185" y="34"/>
                  </a:cubicBezTo>
                  <a:cubicBezTo>
                    <a:pt x="34" y="0"/>
                    <a:pt x="1" y="84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670;p21">
              <a:extLst>
                <a:ext uri="{FF2B5EF4-FFF2-40B4-BE49-F238E27FC236}">
                  <a16:creationId xmlns:a16="http://schemas.microsoft.com/office/drawing/2014/main" id="{ED8506C9-02DA-4847-A8E7-D35A592A2EB5}"/>
                </a:ext>
              </a:extLst>
            </p:cNvPr>
            <p:cNvSpPr/>
            <p:nvPr/>
          </p:nvSpPr>
          <p:spPr>
            <a:xfrm>
              <a:off x="4667718" y="4018604"/>
              <a:ext cx="10700" cy="11973"/>
            </a:xfrm>
            <a:custGeom>
              <a:avLst/>
              <a:gdLst/>
              <a:ahLst/>
              <a:cxnLst/>
              <a:rect l="l" t="t" r="r" b="b"/>
              <a:pathLst>
                <a:path w="269" h="301" extrusionOk="0">
                  <a:moveTo>
                    <a:pt x="68" y="251"/>
                  </a:moveTo>
                  <a:cubicBezTo>
                    <a:pt x="235" y="301"/>
                    <a:pt x="268" y="234"/>
                    <a:pt x="235" y="100"/>
                  </a:cubicBezTo>
                  <a:cubicBezTo>
                    <a:pt x="184" y="50"/>
                    <a:pt x="1" y="0"/>
                    <a:pt x="6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671;p21">
              <a:extLst>
                <a:ext uri="{FF2B5EF4-FFF2-40B4-BE49-F238E27FC236}">
                  <a16:creationId xmlns:a16="http://schemas.microsoft.com/office/drawing/2014/main" id="{E6E7CA97-E58D-4F9F-A6D7-DBACDE88D1B8}"/>
                </a:ext>
              </a:extLst>
            </p:cNvPr>
            <p:cNvSpPr/>
            <p:nvPr/>
          </p:nvSpPr>
          <p:spPr>
            <a:xfrm>
              <a:off x="4336727" y="2687321"/>
              <a:ext cx="8711" cy="7359"/>
            </a:xfrm>
            <a:custGeom>
              <a:avLst/>
              <a:gdLst/>
              <a:ahLst/>
              <a:cxnLst/>
              <a:rect l="l" t="t" r="r" b="b"/>
              <a:pathLst>
                <a:path w="219" h="185" extrusionOk="0">
                  <a:moveTo>
                    <a:pt x="1" y="51"/>
                  </a:moveTo>
                  <a:lnTo>
                    <a:pt x="18" y="185"/>
                  </a:lnTo>
                  <a:lnTo>
                    <a:pt x="201" y="185"/>
                  </a:lnTo>
                  <a:cubicBezTo>
                    <a:pt x="201" y="101"/>
                    <a:pt x="218" y="51"/>
                    <a:pt x="151" y="18"/>
                  </a:cubicBezTo>
                  <a:cubicBezTo>
                    <a:pt x="118" y="1"/>
                    <a:pt x="1" y="34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672;p21">
              <a:extLst>
                <a:ext uri="{FF2B5EF4-FFF2-40B4-BE49-F238E27FC236}">
                  <a16:creationId xmlns:a16="http://schemas.microsoft.com/office/drawing/2014/main" id="{045A5E8A-169E-478C-8315-07ABD00FC566}"/>
                </a:ext>
              </a:extLst>
            </p:cNvPr>
            <p:cNvSpPr/>
            <p:nvPr/>
          </p:nvSpPr>
          <p:spPr>
            <a:xfrm>
              <a:off x="4687010" y="3244290"/>
              <a:ext cx="47892" cy="108394"/>
            </a:xfrm>
            <a:custGeom>
              <a:avLst/>
              <a:gdLst/>
              <a:ahLst/>
              <a:cxnLst/>
              <a:rect l="l" t="t" r="r" b="b"/>
              <a:pathLst>
                <a:path w="1204" h="2725" extrusionOk="0">
                  <a:moveTo>
                    <a:pt x="201" y="1939"/>
                  </a:moveTo>
                  <a:lnTo>
                    <a:pt x="134" y="2156"/>
                  </a:lnTo>
                  <a:lnTo>
                    <a:pt x="301" y="2206"/>
                  </a:lnTo>
                  <a:cubicBezTo>
                    <a:pt x="217" y="2357"/>
                    <a:pt x="151" y="2524"/>
                    <a:pt x="151" y="2724"/>
                  </a:cubicBezTo>
                  <a:cubicBezTo>
                    <a:pt x="351" y="2724"/>
                    <a:pt x="318" y="2574"/>
                    <a:pt x="418" y="2390"/>
                  </a:cubicBezTo>
                  <a:cubicBezTo>
                    <a:pt x="618" y="2039"/>
                    <a:pt x="1103" y="1521"/>
                    <a:pt x="1103" y="1271"/>
                  </a:cubicBezTo>
                  <a:cubicBezTo>
                    <a:pt x="953" y="1271"/>
                    <a:pt x="886" y="1454"/>
                    <a:pt x="702" y="1655"/>
                  </a:cubicBezTo>
                  <a:cubicBezTo>
                    <a:pt x="585" y="1805"/>
                    <a:pt x="501" y="1922"/>
                    <a:pt x="385" y="2073"/>
                  </a:cubicBezTo>
                  <a:cubicBezTo>
                    <a:pt x="385" y="1872"/>
                    <a:pt x="1153" y="819"/>
                    <a:pt x="1170" y="719"/>
                  </a:cubicBezTo>
                  <a:cubicBezTo>
                    <a:pt x="1203" y="586"/>
                    <a:pt x="1136" y="485"/>
                    <a:pt x="936" y="769"/>
                  </a:cubicBezTo>
                  <a:cubicBezTo>
                    <a:pt x="869" y="870"/>
                    <a:pt x="819" y="953"/>
                    <a:pt x="752" y="1037"/>
                  </a:cubicBezTo>
                  <a:cubicBezTo>
                    <a:pt x="652" y="1187"/>
                    <a:pt x="501" y="1454"/>
                    <a:pt x="385" y="1555"/>
                  </a:cubicBezTo>
                  <a:cubicBezTo>
                    <a:pt x="468" y="1237"/>
                    <a:pt x="1120" y="285"/>
                    <a:pt x="1120" y="118"/>
                  </a:cubicBezTo>
                  <a:cubicBezTo>
                    <a:pt x="1120" y="51"/>
                    <a:pt x="1120" y="68"/>
                    <a:pt x="1103" y="34"/>
                  </a:cubicBezTo>
                  <a:cubicBezTo>
                    <a:pt x="936" y="1"/>
                    <a:pt x="969" y="101"/>
                    <a:pt x="769" y="418"/>
                  </a:cubicBezTo>
                  <a:lnTo>
                    <a:pt x="217" y="1404"/>
                  </a:lnTo>
                  <a:cubicBezTo>
                    <a:pt x="117" y="1588"/>
                    <a:pt x="0" y="1805"/>
                    <a:pt x="167" y="19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673;p21">
              <a:extLst>
                <a:ext uri="{FF2B5EF4-FFF2-40B4-BE49-F238E27FC236}">
                  <a16:creationId xmlns:a16="http://schemas.microsoft.com/office/drawing/2014/main" id="{1C23ED3A-BB4F-4D93-8EDF-86D89BF41233}"/>
                </a:ext>
              </a:extLst>
            </p:cNvPr>
            <p:cNvSpPr/>
            <p:nvPr/>
          </p:nvSpPr>
          <p:spPr>
            <a:xfrm>
              <a:off x="4603238" y="3383194"/>
              <a:ext cx="43238" cy="71162"/>
            </a:xfrm>
            <a:custGeom>
              <a:avLst/>
              <a:gdLst/>
              <a:ahLst/>
              <a:cxnLst/>
              <a:rect l="l" t="t" r="r" b="b"/>
              <a:pathLst>
                <a:path w="1087" h="1789" extrusionOk="0">
                  <a:moveTo>
                    <a:pt x="201" y="1321"/>
                  </a:moveTo>
                  <a:cubicBezTo>
                    <a:pt x="135" y="1404"/>
                    <a:pt x="1" y="1622"/>
                    <a:pt x="84" y="1772"/>
                  </a:cubicBezTo>
                  <a:cubicBezTo>
                    <a:pt x="252" y="1755"/>
                    <a:pt x="151" y="1789"/>
                    <a:pt x="235" y="1622"/>
                  </a:cubicBezTo>
                  <a:cubicBezTo>
                    <a:pt x="268" y="1538"/>
                    <a:pt x="302" y="1488"/>
                    <a:pt x="335" y="1421"/>
                  </a:cubicBezTo>
                  <a:cubicBezTo>
                    <a:pt x="435" y="1287"/>
                    <a:pt x="502" y="1204"/>
                    <a:pt x="602" y="1070"/>
                  </a:cubicBezTo>
                  <a:cubicBezTo>
                    <a:pt x="669" y="987"/>
                    <a:pt x="1070" y="519"/>
                    <a:pt x="1070" y="419"/>
                  </a:cubicBezTo>
                  <a:cubicBezTo>
                    <a:pt x="1087" y="285"/>
                    <a:pt x="1087" y="385"/>
                    <a:pt x="1070" y="335"/>
                  </a:cubicBezTo>
                  <a:cubicBezTo>
                    <a:pt x="937" y="318"/>
                    <a:pt x="870" y="452"/>
                    <a:pt x="770" y="535"/>
                  </a:cubicBezTo>
                  <a:cubicBezTo>
                    <a:pt x="836" y="402"/>
                    <a:pt x="1054" y="185"/>
                    <a:pt x="987" y="34"/>
                  </a:cubicBezTo>
                  <a:cubicBezTo>
                    <a:pt x="886" y="1"/>
                    <a:pt x="903" y="18"/>
                    <a:pt x="836" y="101"/>
                  </a:cubicBezTo>
                  <a:lnTo>
                    <a:pt x="84" y="1154"/>
                  </a:lnTo>
                  <a:cubicBezTo>
                    <a:pt x="51" y="1304"/>
                    <a:pt x="101" y="1271"/>
                    <a:pt x="201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674;p21">
              <a:extLst>
                <a:ext uri="{FF2B5EF4-FFF2-40B4-BE49-F238E27FC236}">
                  <a16:creationId xmlns:a16="http://schemas.microsoft.com/office/drawing/2014/main" id="{8105BC79-919A-4423-A08B-A5124817B1E8}"/>
                </a:ext>
              </a:extLst>
            </p:cNvPr>
            <p:cNvSpPr/>
            <p:nvPr/>
          </p:nvSpPr>
          <p:spPr>
            <a:xfrm>
              <a:off x="4674361" y="3574605"/>
              <a:ext cx="57200" cy="83811"/>
            </a:xfrm>
            <a:custGeom>
              <a:avLst/>
              <a:gdLst/>
              <a:ahLst/>
              <a:cxnLst/>
              <a:rect l="l" t="t" r="r" b="b"/>
              <a:pathLst>
                <a:path w="1438" h="2107" extrusionOk="0">
                  <a:moveTo>
                    <a:pt x="736" y="786"/>
                  </a:moveTo>
                  <a:cubicBezTo>
                    <a:pt x="686" y="970"/>
                    <a:pt x="435" y="1271"/>
                    <a:pt x="368" y="1622"/>
                  </a:cubicBezTo>
                  <a:cubicBezTo>
                    <a:pt x="285" y="1488"/>
                    <a:pt x="368" y="1521"/>
                    <a:pt x="235" y="1505"/>
                  </a:cubicBezTo>
                  <a:cubicBezTo>
                    <a:pt x="151" y="1605"/>
                    <a:pt x="185" y="1688"/>
                    <a:pt x="101" y="1805"/>
                  </a:cubicBezTo>
                  <a:cubicBezTo>
                    <a:pt x="51" y="1922"/>
                    <a:pt x="1" y="1956"/>
                    <a:pt x="1" y="2106"/>
                  </a:cubicBezTo>
                  <a:cubicBezTo>
                    <a:pt x="118" y="2106"/>
                    <a:pt x="151" y="2056"/>
                    <a:pt x="218" y="1989"/>
                  </a:cubicBezTo>
                  <a:cubicBezTo>
                    <a:pt x="285" y="1906"/>
                    <a:pt x="302" y="1889"/>
                    <a:pt x="335" y="1755"/>
                  </a:cubicBezTo>
                  <a:cubicBezTo>
                    <a:pt x="385" y="1688"/>
                    <a:pt x="335" y="1789"/>
                    <a:pt x="435" y="1739"/>
                  </a:cubicBezTo>
                  <a:cubicBezTo>
                    <a:pt x="485" y="1705"/>
                    <a:pt x="485" y="1688"/>
                    <a:pt x="519" y="1622"/>
                  </a:cubicBezTo>
                  <a:cubicBezTo>
                    <a:pt x="769" y="1154"/>
                    <a:pt x="1388" y="185"/>
                    <a:pt x="1438" y="18"/>
                  </a:cubicBezTo>
                  <a:cubicBezTo>
                    <a:pt x="1287" y="1"/>
                    <a:pt x="1271" y="51"/>
                    <a:pt x="1204" y="151"/>
                  </a:cubicBezTo>
                  <a:lnTo>
                    <a:pt x="753" y="769"/>
                  </a:lnTo>
                  <a:cubicBezTo>
                    <a:pt x="753" y="769"/>
                    <a:pt x="753" y="786"/>
                    <a:pt x="736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675;p21">
              <a:extLst>
                <a:ext uri="{FF2B5EF4-FFF2-40B4-BE49-F238E27FC236}">
                  <a16:creationId xmlns:a16="http://schemas.microsoft.com/office/drawing/2014/main" id="{4D832D14-AD85-4F03-8436-8D2FB48A8C47}"/>
                </a:ext>
              </a:extLst>
            </p:cNvPr>
            <p:cNvSpPr/>
            <p:nvPr/>
          </p:nvSpPr>
          <p:spPr>
            <a:xfrm>
              <a:off x="4928262" y="3751417"/>
              <a:ext cx="12649" cy="93756"/>
            </a:xfrm>
            <a:custGeom>
              <a:avLst/>
              <a:gdLst/>
              <a:ahLst/>
              <a:cxnLst/>
              <a:rect l="l" t="t" r="r" b="b"/>
              <a:pathLst>
                <a:path w="318" h="2357" extrusionOk="0">
                  <a:moveTo>
                    <a:pt x="218" y="0"/>
                  </a:moveTo>
                  <a:cubicBezTo>
                    <a:pt x="67" y="34"/>
                    <a:pt x="84" y="67"/>
                    <a:pt x="84" y="234"/>
                  </a:cubicBezTo>
                  <a:cubicBezTo>
                    <a:pt x="67" y="568"/>
                    <a:pt x="0" y="2256"/>
                    <a:pt x="301" y="2356"/>
                  </a:cubicBezTo>
                  <a:cubicBezTo>
                    <a:pt x="318" y="2289"/>
                    <a:pt x="251" y="167"/>
                    <a:pt x="2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676;p21">
              <a:extLst>
                <a:ext uri="{FF2B5EF4-FFF2-40B4-BE49-F238E27FC236}">
                  <a16:creationId xmlns:a16="http://schemas.microsoft.com/office/drawing/2014/main" id="{5C5CF3EF-7771-4C63-BFA5-3D86A187C828}"/>
                </a:ext>
              </a:extLst>
            </p:cNvPr>
            <p:cNvSpPr/>
            <p:nvPr/>
          </p:nvSpPr>
          <p:spPr>
            <a:xfrm>
              <a:off x="4938246" y="3888332"/>
              <a:ext cx="11973" cy="83771"/>
            </a:xfrm>
            <a:custGeom>
              <a:avLst/>
              <a:gdLst/>
              <a:ahLst/>
              <a:cxnLst/>
              <a:rect l="l" t="t" r="r" b="b"/>
              <a:pathLst>
                <a:path w="301" h="2106" extrusionOk="0">
                  <a:moveTo>
                    <a:pt x="201" y="0"/>
                  </a:moveTo>
                  <a:cubicBezTo>
                    <a:pt x="67" y="0"/>
                    <a:pt x="84" y="17"/>
                    <a:pt x="84" y="184"/>
                  </a:cubicBezTo>
                  <a:lnTo>
                    <a:pt x="50" y="1086"/>
                  </a:lnTo>
                  <a:cubicBezTo>
                    <a:pt x="50" y="1387"/>
                    <a:pt x="0" y="2106"/>
                    <a:pt x="217" y="2106"/>
                  </a:cubicBezTo>
                  <a:cubicBezTo>
                    <a:pt x="301" y="2005"/>
                    <a:pt x="251" y="1805"/>
                    <a:pt x="251" y="1621"/>
                  </a:cubicBezTo>
                  <a:cubicBezTo>
                    <a:pt x="251" y="1304"/>
                    <a:pt x="284" y="134"/>
                    <a:pt x="20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677;p21">
              <a:extLst>
                <a:ext uri="{FF2B5EF4-FFF2-40B4-BE49-F238E27FC236}">
                  <a16:creationId xmlns:a16="http://schemas.microsoft.com/office/drawing/2014/main" id="{DE83EA3F-06A1-4515-B361-40E89A890C15}"/>
                </a:ext>
              </a:extLst>
            </p:cNvPr>
            <p:cNvSpPr/>
            <p:nvPr/>
          </p:nvSpPr>
          <p:spPr>
            <a:xfrm>
              <a:off x="4602602" y="3510165"/>
              <a:ext cx="51870" cy="69810"/>
            </a:xfrm>
            <a:custGeom>
              <a:avLst/>
              <a:gdLst/>
              <a:ahLst/>
              <a:cxnLst/>
              <a:rect l="l" t="t" r="r" b="b"/>
              <a:pathLst>
                <a:path w="1304" h="1755" extrusionOk="0">
                  <a:moveTo>
                    <a:pt x="351" y="1337"/>
                  </a:moveTo>
                  <a:cubicBezTo>
                    <a:pt x="568" y="1136"/>
                    <a:pt x="1287" y="284"/>
                    <a:pt x="1304" y="0"/>
                  </a:cubicBezTo>
                  <a:cubicBezTo>
                    <a:pt x="1120" y="34"/>
                    <a:pt x="1153" y="84"/>
                    <a:pt x="1053" y="217"/>
                  </a:cubicBezTo>
                  <a:cubicBezTo>
                    <a:pt x="869" y="435"/>
                    <a:pt x="84" y="1354"/>
                    <a:pt x="50" y="1521"/>
                  </a:cubicBezTo>
                  <a:cubicBezTo>
                    <a:pt x="0" y="1755"/>
                    <a:pt x="284" y="1654"/>
                    <a:pt x="351" y="1470"/>
                  </a:cubicBezTo>
                  <a:cubicBezTo>
                    <a:pt x="401" y="1337"/>
                    <a:pt x="301" y="1420"/>
                    <a:pt x="351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678;p21">
              <a:extLst>
                <a:ext uri="{FF2B5EF4-FFF2-40B4-BE49-F238E27FC236}">
                  <a16:creationId xmlns:a16="http://schemas.microsoft.com/office/drawing/2014/main" id="{7F01AEE3-50E6-4D12-AB1C-DB0D04AAF582}"/>
                </a:ext>
              </a:extLst>
            </p:cNvPr>
            <p:cNvSpPr/>
            <p:nvPr/>
          </p:nvSpPr>
          <p:spPr>
            <a:xfrm>
              <a:off x="4904316" y="3760049"/>
              <a:ext cx="10700" cy="72475"/>
            </a:xfrm>
            <a:custGeom>
              <a:avLst/>
              <a:gdLst/>
              <a:ahLst/>
              <a:cxnLst/>
              <a:rect l="l" t="t" r="r" b="b"/>
              <a:pathLst>
                <a:path w="269" h="1822" extrusionOk="0">
                  <a:moveTo>
                    <a:pt x="34" y="986"/>
                  </a:moveTo>
                  <a:cubicBezTo>
                    <a:pt x="34" y="1204"/>
                    <a:pt x="1" y="1772"/>
                    <a:pt x="201" y="1822"/>
                  </a:cubicBezTo>
                  <a:cubicBezTo>
                    <a:pt x="268" y="1671"/>
                    <a:pt x="218" y="702"/>
                    <a:pt x="218" y="418"/>
                  </a:cubicBezTo>
                  <a:cubicBezTo>
                    <a:pt x="201" y="151"/>
                    <a:pt x="252" y="118"/>
                    <a:pt x="135" y="34"/>
                  </a:cubicBezTo>
                  <a:cubicBezTo>
                    <a:pt x="34" y="84"/>
                    <a:pt x="101" y="1"/>
                    <a:pt x="68" y="118"/>
                  </a:cubicBezTo>
                  <a:cubicBezTo>
                    <a:pt x="34" y="201"/>
                    <a:pt x="34" y="886"/>
                    <a:pt x="34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679;p21">
              <a:extLst>
                <a:ext uri="{FF2B5EF4-FFF2-40B4-BE49-F238E27FC236}">
                  <a16:creationId xmlns:a16="http://schemas.microsoft.com/office/drawing/2014/main" id="{3784F026-8C80-4932-97D4-23202682E8C8}"/>
                </a:ext>
              </a:extLst>
            </p:cNvPr>
            <p:cNvSpPr/>
            <p:nvPr/>
          </p:nvSpPr>
          <p:spPr>
            <a:xfrm>
              <a:off x="4965494" y="3890321"/>
              <a:ext cx="9348" cy="75816"/>
            </a:xfrm>
            <a:custGeom>
              <a:avLst/>
              <a:gdLst/>
              <a:ahLst/>
              <a:cxnLst/>
              <a:rect l="l" t="t" r="r" b="b"/>
              <a:pathLst>
                <a:path w="235" h="1906" extrusionOk="0">
                  <a:moveTo>
                    <a:pt x="217" y="569"/>
                  </a:moveTo>
                  <a:cubicBezTo>
                    <a:pt x="217" y="435"/>
                    <a:pt x="234" y="84"/>
                    <a:pt x="117" y="0"/>
                  </a:cubicBezTo>
                  <a:cubicBezTo>
                    <a:pt x="34" y="84"/>
                    <a:pt x="34" y="151"/>
                    <a:pt x="34" y="318"/>
                  </a:cubicBezTo>
                  <a:cubicBezTo>
                    <a:pt x="17" y="535"/>
                    <a:pt x="0" y="1588"/>
                    <a:pt x="50" y="1738"/>
                  </a:cubicBezTo>
                  <a:cubicBezTo>
                    <a:pt x="100" y="1905"/>
                    <a:pt x="34" y="1788"/>
                    <a:pt x="167" y="18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680;p21">
              <a:extLst>
                <a:ext uri="{FF2B5EF4-FFF2-40B4-BE49-F238E27FC236}">
                  <a16:creationId xmlns:a16="http://schemas.microsoft.com/office/drawing/2014/main" id="{71D5BE7F-E0D3-4DB1-B0EE-201680111C78}"/>
                </a:ext>
              </a:extLst>
            </p:cNvPr>
            <p:cNvSpPr/>
            <p:nvPr/>
          </p:nvSpPr>
          <p:spPr>
            <a:xfrm>
              <a:off x="4456379" y="4035868"/>
              <a:ext cx="47216" cy="51233"/>
            </a:xfrm>
            <a:custGeom>
              <a:avLst/>
              <a:gdLst/>
              <a:ahLst/>
              <a:cxnLst/>
              <a:rect l="l" t="t" r="r" b="b"/>
              <a:pathLst>
                <a:path w="1187" h="1288" extrusionOk="0">
                  <a:moveTo>
                    <a:pt x="669" y="686"/>
                  </a:moveTo>
                  <a:cubicBezTo>
                    <a:pt x="786" y="552"/>
                    <a:pt x="1187" y="168"/>
                    <a:pt x="1187" y="34"/>
                  </a:cubicBezTo>
                  <a:cubicBezTo>
                    <a:pt x="1036" y="1"/>
                    <a:pt x="769" y="285"/>
                    <a:pt x="652" y="418"/>
                  </a:cubicBezTo>
                  <a:cubicBezTo>
                    <a:pt x="451" y="619"/>
                    <a:pt x="0" y="1037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681;p21">
              <a:extLst>
                <a:ext uri="{FF2B5EF4-FFF2-40B4-BE49-F238E27FC236}">
                  <a16:creationId xmlns:a16="http://schemas.microsoft.com/office/drawing/2014/main" id="{7A7911D6-09DC-494A-A681-EE53C328616E}"/>
                </a:ext>
              </a:extLst>
            </p:cNvPr>
            <p:cNvSpPr/>
            <p:nvPr/>
          </p:nvSpPr>
          <p:spPr>
            <a:xfrm>
              <a:off x="5181487" y="2400205"/>
              <a:ext cx="51194" cy="43914"/>
            </a:xfrm>
            <a:custGeom>
              <a:avLst/>
              <a:gdLst/>
              <a:ahLst/>
              <a:cxnLst/>
              <a:rect l="l" t="t" r="r" b="b"/>
              <a:pathLst>
                <a:path w="1287" h="1104" extrusionOk="0">
                  <a:moveTo>
                    <a:pt x="0" y="1070"/>
                  </a:moveTo>
                  <a:cubicBezTo>
                    <a:pt x="151" y="1104"/>
                    <a:pt x="468" y="786"/>
                    <a:pt x="685" y="619"/>
                  </a:cubicBezTo>
                  <a:cubicBezTo>
                    <a:pt x="786" y="536"/>
                    <a:pt x="903" y="435"/>
                    <a:pt x="1020" y="352"/>
                  </a:cubicBezTo>
                  <a:cubicBezTo>
                    <a:pt x="1103" y="285"/>
                    <a:pt x="1287" y="185"/>
                    <a:pt x="1287" y="68"/>
                  </a:cubicBezTo>
                  <a:cubicBezTo>
                    <a:pt x="1053" y="1"/>
                    <a:pt x="34" y="8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682;p21">
              <a:extLst>
                <a:ext uri="{FF2B5EF4-FFF2-40B4-BE49-F238E27FC236}">
                  <a16:creationId xmlns:a16="http://schemas.microsoft.com/office/drawing/2014/main" id="{DDEA2C62-913A-4C82-8F66-154FBC212B74}"/>
                </a:ext>
              </a:extLst>
            </p:cNvPr>
            <p:cNvSpPr/>
            <p:nvPr/>
          </p:nvSpPr>
          <p:spPr>
            <a:xfrm>
              <a:off x="4866447" y="3786620"/>
              <a:ext cx="11337" cy="58552"/>
            </a:xfrm>
            <a:custGeom>
              <a:avLst/>
              <a:gdLst/>
              <a:ahLst/>
              <a:cxnLst/>
              <a:rect l="l" t="t" r="r" b="b"/>
              <a:pathLst>
                <a:path w="285" h="1472" extrusionOk="0">
                  <a:moveTo>
                    <a:pt x="34" y="753"/>
                  </a:moveTo>
                  <a:cubicBezTo>
                    <a:pt x="34" y="970"/>
                    <a:pt x="1" y="1354"/>
                    <a:pt x="117" y="1471"/>
                  </a:cubicBezTo>
                  <a:cubicBezTo>
                    <a:pt x="234" y="1404"/>
                    <a:pt x="218" y="1204"/>
                    <a:pt x="218" y="1037"/>
                  </a:cubicBezTo>
                  <a:cubicBezTo>
                    <a:pt x="218" y="786"/>
                    <a:pt x="285" y="101"/>
                    <a:pt x="117" y="1"/>
                  </a:cubicBezTo>
                  <a:cubicBezTo>
                    <a:pt x="1" y="135"/>
                    <a:pt x="34" y="569"/>
                    <a:pt x="34" y="7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683;p21">
              <a:extLst>
                <a:ext uri="{FF2B5EF4-FFF2-40B4-BE49-F238E27FC236}">
                  <a16:creationId xmlns:a16="http://schemas.microsoft.com/office/drawing/2014/main" id="{CD859680-0798-4FAE-8740-4167AADC56B4}"/>
                </a:ext>
              </a:extLst>
            </p:cNvPr>
            <p:cNvSpPr/>
            <p:nvPr/>
          </p:nvSpPr>
          <p:spPr>
            <a:xfrm>
              <a:off x="4890394" y="3915580"/>
              <a:ext cx="12649" cy="55848"/>
            </a:xfrm>
            <a:custGeom>
              <a:avLst/>
              <a:gdLst/>
              <a:ahLst/>
              <a:cxnLst/>
              <a:rect l="l" t="t" r="r" b="b"/>
              <a:pathLst>
                <a:path w="318" h="1404" extrusionOk="0">
                  <a:moveTo>
                    <a:pt x="184" y="0"/>
                  </a:moveTo>
                  <a:cubicBezTo>
                    <a:pt x="0" y="84"/>
                    <a:pt x="67" y="852"/>
                    <a:pt x="84" y="1103"/>
                  </a:cubicBezTo>
                  <a:cubicBezTo>
                    <a:pt x="84" y="1253"/>
                    <a:pt x="84" y="1337"/>
                    <a:pt x="184" y="1404"/>
                  </a:cubicBezTo>
                  <a:cubicBezTo>
                    <a:pt x="284" y="1253"/>
                    <a:pt x="318" y="167"/>
                    <a:pt x="1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684;p21">
              <a:extLst>
                <a:ext uri="{FF2B5EF4-FFF2-40B4-BE49-F238E27FC236}">
                  <a16:creationId xmlns:a16="http://schemas.microsoft.com/office/drawing/2014/main" id="{50ABBA1F-5D20-4121-9667-10E27A2712C3}"/>
                </a:ext>
              </a:extLst>
            </p:cNvPr>
            <p:cNvSpPr/>
            <p:nvPr/>
          </p:nvSpPr>
          <p:spPr>
            <a:xfrm>
              <a:off x="5202092" y="2523835"/>
              <a:ext cx="45903" cy="35919"/>
            </a:xfrm>
            <a:custGeom>
              <a:avLst/>
              <a:gdLst/>
              <a:ahLst/>
              <a:cxnLst/>
              <a:rect l="l" t="t" r="r" b="b"/>
              <a:pathLst>
                <a:path w="1154" h="903" extrusionOk="0">
                  <a:moveTo>
                    <a:pt x="0" y="903"/>
                  </a:moveTo>
                  <a:cubicBezTo>
                    <a:pt x="234" y="903"/>
                    <a:pt x="535" y="652"/>
                    <a:pt x="685" y="535"/>
                  </a:cubicBezTo>
                  <a:cubicBezTo>
                    <a:pt x="802" y="452"/>
                    <a:pt x="1153" y="134"/>
                    <a:pt x="1153" y="1"/>
                  </a:cubicBezTo>
                  <a:cubicBezTo>
                    <a:pt x="986" y="1"/>
                    <a:pt x="669" y="301"/>
                    <a:pt x="552" y="402"/>
                  </a:cubicBezTo>
                  <a:cubicBezTo>
                    <a:pt x="318" y="585"/>
                    <a:pt x="34" y="736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685;p21">
              <a:extLst>
                <a:ext uri="{FF2B5EF4-FFF2-40B4-BE49-F238E27FC236}">
                  <a16:creationId xmlns:a16="http://schemas.microsoft.com/office/drawing/2014/main" id="{86A2DED8-C243-4B42-A631-31D0881EBBE3}"/>
                </a:ext>
              </a:extLst>
            </p:cNvPr>
            <p:cNvSpPr/>
            <p:nvPr/>
          </p:nvSpPr>
          <p:spPr>
            <a:xfrm>
              <a:off x="4696954" y="3366607"/>
              <a:ext cx="31305" cy="47892"/>
            </a:xfrm>
            <a:custGeom>
              <a:avLst/>
              <a:gdLst/>
              <a:ahLst/>
              <a:cxnLst/>
              <a:rect l="l" t="t" r="r" b="b"/>
              <a:pathLst>
                <a:path w="787" h="1204" extrusionOk="0">
                  <a:moveTo>
                    <a:pt x="101" y="1203"/>
                  </a:moveTo>
                  <a:cubicBezTo>
                    <a:pt x="251" y="1153"/>
                    <a:pt x="786" y="134"/>
                    <a:pt x="652" y="67"/>
                  </a:cubicBezTo>
                  <a:cubicBezTo>
                    <a:pt x="519" y="0"/>
                    <a:pt x="218" y="752"/>
                    <a:pt x="151" y="869"/>
                  </a:cubicBezTo>
                  <a:cubicBezTo>
                    <a:pt x="84" y="1003"/>
                    <a:pt x="1" y="1069"/>
                    <a:pt x="101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686;p21">
              <a:extLst>
                <a:ext uri="{FF2B5EF4-FFF2-40B4-BE49-F238E27FC236}">
                  <a16:creationId xmlns:a16="http://schemas.microsoft.com/office/drawing/2014/main" id="{2F738B45-FA59-48BD-826A-765ECDD87723}"/>
                </a:ext>
              </a:extLst>
            </p:cNvPr>
            <p:cNvSpPr/>
            <p:nvPr/>
          </p:nvSpPr>
          <p:spPr>
            <a:xfrm>
              <a:off x="4690988" y="3201768"/>
              <a:ext cx="29276" cy="45227"/>
            </a:xfrm>
            <a:custGeom>
              <a:avLst/>
              <a:gdLst/>
              <a:ahLst/>
              <a:cxnLst/>
              <a:rect l="l" t="t" r="r" b="b"/>
              <a:pathLst>
                <a:path w="736" h="1137" extrusionOk="0">
                  <a:moveTo>
                    <a:pt x="34" y="1137"/>
                  </a:moveTo>
                  <a:cubicBezTo>
                    <a:pt x="184" y="1137"/>
                    <a:pt x="335" y="802"/>
                    <a:pt x="435" y="652"/>
                  </a:cubicBezTo>
                  <a:cubicBezTo>
                    <a:pt x="502" y="518"/>
                    <a:pt x="736" y="184"/>
                    <a:pt x="686" y="34"/>
                  </a:cubicBezTo>
                  <a:cubicBezTo>
                    <a:pt x="535" y="0"/>
                    <a:pt x="435" y="251"/>
                    <a:pt x="285" y="502"/>
                  </a:cubicBezTo>
                  <a:cubicBezTo>
                    <a:pt x="201" y="635"/>
                    <a:pt x="0" y="969"/>
                    <a:pt x="34" y="11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687;p21">
              <a:extLst>
                <a:ext uri="{FF2B5EF4-FFF2-40B4-BE49-F238E27FC236}">
                  <a16:creationId xmlns:a16="http://schemas.microsoft.com/office/drawing/2014/main" id="{7AC76ED3-08BA-418C-A93B-44AB0A8491FA}"/>
                </a:ext>
              </a:extLst>
            </p:cNvPr>
            <p:cNvSpPr/>
            <p:nvPr/>
          </p:nvSpPr>
          <p:spPr>
            <a:xfrm>
              <a:off x="4864458" y="3504158"/>
              <a:ext cx="45227" cy="21321"/>
            </a:xfrm>
            <a:custGeom>
              <a:avLst/>
              <a:gdLst/>
              <a:ahLst/>
              <a:cxnLst/>
              <a:rect l="l" t="t" r="r" b="b"/>
              <a:pathLst>
                <a:path w="1137" h="536" extrusionOk="0">
                  <a:moveTo>
                    <a:pt x="0" y="502"/>
                  </a:moveTo>
                  <a:cubicBezTo>
                    <a:pt x="167" y="535"/>
                    <a:pt x="468" y="418"/>
                    <a:pt x="619" y="368"/>
                  </a:cubicBezTo>
                  <a:cubicBezTo>
                    <a:pt x="853" y="268"/>
                    <a:pt x="1103" y="218"/>
                    <a:pt x="1137" y="84"/>
                  </a:cubicBezTo>
                  <a:cubicBezTo>
                    <a:pt x="919" y="1"/>
                    <a:pt x="452" y="218"/>
                    <a:pt x="218" y="302"/>
                  </a:cubicBezTo>
                  <a:cubicBezTo>
                    <a:pt x="84" y="368"/>
                    <a:pt x="0" y="368"/>
                    <a:pt x="0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688;p21">
              <a:extLst>
                <a:ext uri="{FF2B5EF4-FFF2-40B4-BE49-F238E27FC236}">
                  <a16:creationId xmlns:a16="http://schemas.microsoft.com/office/drawing/2014/main" id="{6849BAF2-D72F-45CF-9DD9-CD4CF7AD03D2}"/>
                </a:ext>
              </a:extLst>
            </p:cNvPr>
            <p:cNvSpPr/>
            <p:nvPr/>
          </p:nvSpPr>
          <p:spPr>
            <a:xfrm>
              <a:off x="4823925" y="4084397"/>
              <a:ext cx="17303" cy="45227"/>
            </a:xfrm>
            <a:custGeom>
              <a:avLst/>
              <a:gdLst/>
              <a:ahLst/>
              <a:cxnLst/>
              <a:rect l="l" t="t" r="r" b="b"/>
              <a:pathLst>
                <a:path w="435" h="1137" extrusionOk="0">
                  <a:moveTo>
                    <a:pt x="34" y="1136"/>
                  </a:moveTo>
                  <a:cubicBezTo>
                    <a:pt x="201" y="1136"/>
                    <a:pt x="251" y="886"/>
                    <a:pt x="301" y="635"/>
                  </a:cubicBezTo>
                  <a:cubicBezTo>
                    <a:pt x="351" y="451"/>
                    <a:pt x="435" y="167"/>
                    <a:pt x="334" y="0"/>
                  </a:cubicBezTo>
                  <a:cubicBezTo>
                    <a:pt x="217" y="34"/>
                    <a:pt x="217" y="84"/>
                    <a:pt x="201" y="218"/>
                  </a:cubicBezTo>
                  <a:cubicBezTo>
                    <a:pt x="151" y="451"/>
                    <a:pt x="0" y="986"/>
                    <a:pt x="34" y="11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689;p21">
              <a:extLst>
                <a:ext uri="{FF2B5EF4-FFF2-40B4-BE49-F238E27FC236}">
                  <a16:creationId xmlns:a16="http://schemas.microsoft.com/office/drawing/2014/main" id="{847F453B-0F0D-4BC6-8AAD-540ECBE944F4}"/>
                </a:ext>
              </a:extLst>
            </p:cNvPr>
            <p:cNvSpPr/>
            <p:nvPr/>
          </p:nvSpPr>
          <p:spPr>
            <a:xfrm>
              <a:off x="5186817" y="2717911"/>
              <a:ext cx="41209" cy="28640"/>
            </a:xfrm>
            <a:custGeom>
              <a:avLst/>
              <a:gdLst/>
              <a:ahLst/>
              <a:cxnLst/>
              <a:rect l="l" t="t" r="r" b="b"/>
              <a:pathLst>
                <a:path w="1036" h="720" extrusionOk="0">
                  <a:moveTo>
                    <a:pt x="0" y="719"/>
                  </a:moveTo>
                  <a:cubicBezTo>
                    <a:pt x="184" y="719"/>
                    <a:pt x="986" y="251"/>
                    <a:pt x="1036" y="84"/>
                  </a:cubicBezTo>
                  <a:cubicBezTo>
                    <a:pt x="886" y="1"/>
                    <a:pt x="585" y="201"/>
                    <a:pt x="451" y="285"/>
                  </a:cubicBezTo>
                  <a:cubicBezTo>
                    <a:pt x="301" y="385"/>
                    <a:pt x="17" y="55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690;p21">
              <a:extLst>
                <a:ext uri="{FF2B5EF4-FFF2-40B4-BE49-F238E27FC236}">
                  <a16:creationId xmlns:a16="http://schemas.microsoft.com/office/drawing/2014/main" id="{C2F26B08-28E7-4E4E-8A92-9C87A3FC68E4}"/>
                </a:ext>
              </a:extLst>
            </p:cNvPr>
            <p:cNvSpPr/>
            <p:nvPr/>
          </p:nvSpPr>
          <p:spPr>
            <a:xfrm>
              <a:off x="4288238" y="3875046"/>
              <a:ext cx="36595" cy="35919"/>
            </a:xfrm>
            <a:custGeom>
              <a:avLst/>
              <a:gdLst/>
              <a:ahLst/>
              <a:cxnLst/>
              <a:rect l="l" t="t" r="r" b="b"/>
              <a:pathLst>
                <a:path w="920" h="903" extrusionOk="0">
                  <a:moveTo>
                    <a:pt x="117" y="902"/>
                  </a:moveTo>
                  <a:cubicBezTo>
                    <a:pt x="251" y="869"/>
                    <a:pt x="251" y="785"/>
                    <a:pt x="334" y="702"/>
                  </a:cubicBezTo>
                  <a:cubicBezTo>
                    <a:pt x="501" y="518"/>
                    <a:pt x="902" y="251"/>
                    <a:pt x="919" y="84"/>
                  </a:cubicBezTo>
                  <a:cubicBezTo>
                    <a:pt x="802" y="0"/>
                    <a:pt x="769" y="84"/>
                    <a:pt x="652" y="167"/>
                  </a:cubicBezTo>
                  <a:cubicBezTo>
                    <a:pt x="501" y="284"/>
                    <a:pt x="0" y="668"/>
                    <a:pt x="117" y="9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691;p21">
              <a:extLst>
                <a:ext uri="{FF2B5EF4-FFF2-40B4-BE49-F238E27FC236}">
                  <a16:creationId xmlns:a16="http://schemas.microsoft.com/office/drawing/2014/main" id="{E92907A0-E1A5-4E94-82FD-0867FB13E9AA}"/>
                </a:ext>
              </a:extLst>
            </p:cNvPr>
            <p:cNvSpPr/>
            <p:nvPr/>
          </p:nvSpPr>
          <p:spPr>
            <a:xfrm>
              <a:off x="4908970" y="3280170"/>
              <a:ext cx="45903" cy="19332"/>
            </a:xfrm>
            <a:custGeom>
              <a:avLst/>
              <a:gdLst/>
              <a:ahLst/>
              <a:cxnLst/>
              <a:rect l="l" t="t" r="r" b="b"/>
              <a:pathLst>
                <a:path w="1154" h="486" extrusionOk="0">
                  <a:moveTo>
                    <a:pt x="1" y="385"/>
                  </a:moveTo>
                  <a:cubicBezTo>
                    <a:pt x="135" y="486"/>
                    <a:pt x="402" y="352"/>
                    <a:pt x="552" y="302"/>
                  </a:cubicBezTo>
                  <a:cubicBezTo>
                    <a:pt x="736" y="252"/>
                    <a:pt x="1037" y="252"/>
                    <a:pt x="1154" y="151"/>
                  </a:cubicBezTo>
                  <a:cubicBezTo>
                    <a:pt x="1054" y="1"/>
                    <a:pt x="669" y="68"/>
                    <a:pt x="519" y="118"/>
                  </a:cubicBezTo>
                  <a:cubicBezTo>
                    <a:pt x="352" y="185"/>
                    <a:pt x="101" y="268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692;p21">
              <a:extLst>
                <a:ext uri="{FF2B5EF4-FFF2-40B4-BE49-F238E27FC236}">
                  <a16:creationId xmlns:a16="http://schemas.microsoft.com/office/drawing/2014/main" id="{8C05C63B-0B60-46D9-ADDA-B468D05B4232}"/>
                </a:ext>
              </a:extLst>
            </p:cNvPr>
            <p:cNvSpPr/>
            <p:nvPr/>
          </p:nvSpPr>
          <p:spPr>
            <a:xfrm>
              <a:off x="4725555" y="3652370"/>
              <a:ext cx="23946" cy="38584"/>
            </a:xfrm>
            <a:custGeom>
              <a:avLst/>
              <a:gdLst/>
              <a:ahLst/>
              <a:cxnLst/>
              <a:rect l="l" t="t" r="r" b="b"/>
              <a:pathLst>
                <a:path w="602" h="970" extrusionOk="0">
                  <a:moveTo>
                    <a:pt x="17" y="970"/>
                  </a:moveTo>
                  <a:cubicBezTo>
                    <a:pt x="184" y="953"/>
                    <a:pt x="234" y="786"/>
                    <a:pt x="351" y="519"/>
                  </a:cubicBezTo>
                  <a:cubicBezTo>
                    <a:pt x="468" y="251"/>
                    <a:pt x="602" y="118"/>
                    <a:pt x="485" y="1"/>
                  </a:cubicBezTo>
                  <a:cubicBezTo>
                    <a:pt x="318" y="51"/>
                    <a:pt x="0" y="719"/>
                    <a:pt x="17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693;p21">
              <a:extLst>
                <a:ext uri="{FF2B5EF4-FFF2-40B4-BE49-F238E27FC236}">
                  <a16:creationId xmlns:a16="http://schemas.microsoft.com/office/drawing/2014/main" id="{720DA9D2-8A71-4DBB-91A6-3C8B7356C3EF}"/>
                </a:ext>
              </a:extLst>
            </p:cNvPr>
            <p:cNvSpPr/>
            <p:nvPr/>
          </p:nvSpPr>
          <p:spPr>
            <a:xfrm>
              <a:off x="4831204" y="3636419"/>
              <a:ext cx="33294" cy="39260"/>
            </a:xfrm>
            <a:custGeom>
              <a:avLst/>
              <a:gdLst/>
              <a:ahLst/>
              <a:cxnLst/>
              <a:rect l="l" t="t" r="r" b="b"/>
              <a:pathLst>
                <a:path w="837" h="987" extrusionOk="0">
                  <a:moveTo>
                    <a:pt x="51" y="134"/>
                  </a:moveTo>
                  <a:cubicBezTo>
                    <a:pt x="1" y="235"/>
                    <a:pt x="552" y="987"/>
                    <a:pt x="836" y="803"/>
                  </a:cubicBezTo>
                  <a:cubicBezTo>
                    <a:pt x="786" y="686"/>
                    <a:pt x="719" y="669"/>
                    <a:pt x="619" y="586"/>
                  </a:cubicBezTo>
                  <a:cubicBezTo>
                    <a:pt x="536" y="519"/>
                    <a:pt x="502" y="502"/>
                    <a:pt x="435" y="402"/>
                  </a:cubicBezTo>
                  <a:cubicBezTo>
                    <a:pt x="385" y="352"/>
                    <a:pt x="118" y="1"/>
                    <a:pt x="51" y="1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694;p21">
              <a:extLst>
                <a:ext uri="{FF2B5EF4-FFF2-40B4-BE49-F238E27FC236}">
                  <a16:creationId xmlns:a16="http://schemas.microsoft.com/office/drawing/2014/main" id="{2ACD7ED5-4F6B-4DC1-9941-4F9EBF44D748}"/>
                </a:ext>
              </a:extLst>
            </p:cNvPr>
            <p:cNvSpPr/>
            <p:nvPr/>
          </p:nvSpPr>
          <p:spPr>
            <a:xfrm>
              <a:off x="4660399" y="3572616"/>
              <a:ext cx="21997" cy="36595"/>
            </a:xfrm>
            <a:custGeom>
              <a:avLst/>
              <a:gdLst/>
              <a:ahLst/>
              <a:cxnLst/>
              <a:rect l="l" t="t" r="r" b="b"/>
              <a:pathLst>
                <a:path w="553" h="920" extrusionOk="0">
                  <a:moveTo>
                    <a:pt x="34" y="920"/>
                  </a:moveTo>
                  <a:cubicBezTo>
                    <a:pt x="201" y="920"/>
                    <a:pt x="252" y="769"/>
                    <a:pt x="368" y="535"/>
                  </a:cubicBezTo>
                  <a:cubicBezTo>
                    <a:pt x="435" y="402"/>
                    <a:pt x="552" y="185"/>
                    <a:pt x="552" y="34"/>
                  </a:cubicBezTo>
                  <a:cubicBezTo>
                    <a:pt x="368" y="1"/>
                    <a:pt x="285" y="268"/>
                    <a:pt x="218" y="402"/>
                  </a:cubicBezTo>
                  <a:cubicBezTo>
                    <a:pt x="151" y="535"/>
                    <a:pt x="1" y="753"/>
                    <a:pt x="34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695;p21">
              <a:extLst>
                <a:ext uri="{FF2B5EF4-FFF2-40B4-BE49-F238E27FC236}">
                  <a16:creationId xmlns:a16="http://schemas.microsoft.com/office/drawing/2014/main" id="{12BFAC82-0EF1-46AD-8C25-80A3F6BF1E45}"/>
                </a:ext>
              </a:extLst>
            </p:cNvPr>
            <p:cNvSpPr/>
            <p:nvPr/>
          </p:nvSpPr>
          <p:spPr>
            <a:xfrm>
              <a:off x="4657773" y="3432399"/>
              <a:ext cx="29913" cy="34606"/>
            </a:xfrm>
            <a:custGeom>
              <a:avLst/>
              <a:gdLst/>
              <a:ahLst/>
              <a:cxnLst/>
              <a:rect l="l" t="t" r="r" b="b"/>
              <a:pathLst>
                <a:path w="752" h="870" extrusionOk="0">
                  <a:moveTo>
                    <a:pt x="33" y="869"/>
                  </a:moveTo>
                  <a:cubicBezTo>
                    <a:pt x="201" y="852"/>
                    <a:pt x="752" y="217"/>
                    <a:pt x="735" y="84"/>
                  </a:cubicBezTo>
                  <a:cubicBezTo>
                    <a:pt x="568" y="0"/>
                    <a:pt x="485" y="201"/>
                    <a:pt x="318" y="385"/>
                  </a:cubicBezTo>
                  <a:cubicBezTo>
                    <a:pt x="217" y="485"/>
                    <a:pt x="0" y="702"/>
                    <a:pt x="33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696;p21">
              <a:extLst>
                <a:ext uri="{FF2B5EF4-FFF2-40B4-BE49-F238E27FC236}">
                  <a16:creationId xmlns:a16="http://schemas.microsoft.com/office/drawing/2014/main" id="{643A11C3-45E9-4B5B-8178-F0CB4B81F1B7}"/>
                </a:ext>
              </a:extLst>
            </p:cNvPr>
            <p:cNvSpPr/>
            <p:nvPr/>
          </p:nvSpPr>
          <p:spPr>
            <a:xfrm>
              <a:off x="4657773" y="3469591"/>
              <a:ext cx="33254" cy="35959"/>
            </a:xfrm>
            <a:custGeom>
              <a:avLst/>
              <a:gdLst/>
              <a:ahLst/>
              <a:cxnLst/>
              <a:rect l="l" t="t" r="r" b="b"/>
              <a:pathLst>
                <a:path w="836" h="904" extrusionOk="0">
                  <a:moveTo>
                    <a:pt x="67" y="853"/>
                  </a:moveTo>
                  <a:cubicBezTo>
                    <a:pt x="167" y="903"/>
                    <a:pt x="318" y="719"/>
                    <a:pt x="451" y="552"/>
                  </a:cubicBezTo>
                  <a:cubicBezTo>
                    <a:pt x="518" y="485"/>
                    <a:pt x="835" y="201"/>
                    <a:pt x="752" y="118"/>
                  </a:cubicBezTo>
                  <a:cubicBezTo>
                    <a:pt x="635" y="1"/>
                    <a:pt x="0" y="703"/>
                    <a:pt x="67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697;p21">
              <a:extLst>
                <a:ext uri="{FF2B5EF4-FFF2-40B4-BE49-F238E27FC236}">
                  <a16:creationId xmlns:a16="http://schemas.microsoft.com/office/drawing/2014/main" id="{A8182644-8881-41AC-8298-507C52C92FB7}"/>
                </a:ext>
              </a:extLst>
            </p:cNvPr>
            <p:cNvSpPr/>
            <p:nvPr/>
          </p:nvSpPr>
          <p:spPr>
            <a:xfrm>
              <a:off x="4573365" y="4118287"/>
              <a:ext cx="30589" cy="31941"/>
            </a:xfrm>
            <a:custGeom>
              <a:avLst/>
              <a:gdLst/>
              <a:ahLst/>
              <a:cxnLst/>
              <a:rect l="l" t="t" r="r" b="b"/>
              <a:pathLst>
                <a:path w="769" h="803" extrusionOk="0">
                  <a:moveTo>
                    <a:pt x="33" y="802"/>
                  </a:moveTo>
                  <a:cubicBezTo>
                    <a:pt x="184" y="786"/>
                    <a:pt x="167" y="752"/>
                    <a:pt x="267" y="635"/>
                  </a:cubicBezTo>
                  <a:cubicBezTo>
                    <a:pt x="351" y="518"/>
                    <a:pt x="769" y="101"/>
                    <a:pt x="635" y="34"/>
                  </a:cubicBezTo>
                  <a:cubicBezTo>
                    <a:pt x="551" y="0"/>
                    <a:pt x="0" y="535"/>
                    <a:pt x="33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698;p21">
              <a:extLst>
                <a:ext uri="{FF2B5EF4-FFF2-40B4-BE49-F238E27FC236}">
                  <a16:creationId xmlns:a16="http://schemas.microsoft.com/office/drawing/2014/main" id="{8175CFD5-A6D9-4AAB-B631-E1FABDF7106C}"/>
                </a:ext>
              </a:extLst>
            </p:cNvPr>
            <p:cNvSpPr/>
            <p:nvPr/>
          </p:nvSpPr>
          <p:spPr>
            <a:xfrm>
              <a:off x="4475631" y="3695569"/>
              <a:ext cx="25975" cy="33294"/>
            </a:xfrm>
            <a:custGeom>
              <a:avLst/>
              <a:gdLst/>
              <a:ahLst/>
              <a:cxnLst/>
              <a:rect l="l" t="t" r="r" b="b"/>
              <a:pathLst>
                <a:path w="653" h="837" extrusionOk="0">
                  <a:moveTo>
                    <a:pt x="168" y="836"/>
                  </a:moveTo>
                  <a:cubicBezTo>
                    <a:pt x="268" y="820"/>
                    <a:pt x="252" y="786"/>
                    <a:pt x="302" y="652"/>
                  </a:cubicBezTo>
                  <a:cubicBezTo>
                    <a:pt x="419" y="335"/>
                    <a:pt x="636" y="251"/>
                    <a:pt x="653" y="18"/>
                  </a:cubicBezTo>
                  <a:cubicBezTo>
                    <a:pt x="435" y="1"/>
                    <a:pt x="1" y="535"/>
                    <a:pt x="168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699;p21">
              <a:extLst>
                <a:ext uri="{FF2B5EF4-FFF2-40B4-BE49-F238E27FC236}">
                  <a16:creationId xmlns:a16="http://schemas.microsoft.com/office/drawing/2014/main" id="{90F2FE21-1DEB-47FA-AC30-C8F5BE934C77}"/>
                </a:ext>
              </a:extLst>
            </p:cNvPr>
            <p:cNvSpPr/>
            <p:nvPr/>
          </p:nvSpPr>
          <p:spPr>
            <a:xfrm>
              <a:off x="4536809" y="3263582"/>
              <a:ext cx="25298" cy="33254"/>
            </a:xfrm>
            <a:custGeom>
              <a:avLst/>
              <a:gdLst/>
              <a:ahLst/>
              <a:cxnLst/>
              <a:rect l="l" t="t" r="r" b="b"/>
              <a:pathLst>
                <a:path w="636" h="836" extrusionOk="0">
                  <a:moveTo>
                    <a:pt x="0" y="802"/>
                  </a:moveTo>
                  <a:cubicBezTo>
                    <a:pt x="150" y="836"/>
                    <a:pt x="201" y="735"/>
                    <a:pt x="351" y="518"/>
                  </a:cubicBezTo>
                  <a:cubicBezTo>
                    <a:pt x="401" y="451"/>
                    <a:pt x="635" y="201"/>
                    <a:pt x="551" y="134"/>
                  </a:cubicBezTo>
                  <a:cubicBezTo>
                    <a:pt x="435" y="0"/>
                    <a:pt x="0" y="602"/>
                    <a:pt x="0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00;p21">
              <a:extLst>
                <a:ext uri="{FF2B5EF4-FFF2-40B4-BE49-F238E27FC236}">
                  <a16:creationId xmlns:a16="http://schemas.microsoft.com/office/drawing/2014/main" id="{6E001BEC-A2EA-4D98-81D8-B430EA630B06}"/>
                </a:ext>
              </a:extLst>
            </p:cNvPr>
            <p:cNvSpPr/>
            <p:nvPr/>
          </p:nvSpPr>
          <p:spPr>
            <a:xfrm>
              <a:off x="4301524" y="3806589"/>
              <a:ext cx="22633" cy="31265"/>
            </a:xfrm>
            <a:custGeom>
              <a:avLst/>
              <a:gdLst/>
              <a:ahLst/>
              <a:cxnLst/>
              <a:rect l="l" t="t" r="r" b="b"/>
              <a:pathLst>
                <a:path w="569" h="786" extrusionOk="0">
                  <a:moveTo>
                    <a:pt x="0" y="719"/>
                  </a:moveTo>
                  <a:cubicBezTo>
                    <a:pt x="234" y="785"/>
                    <a:pt x="568" y="201"/>
                    <a:pt x="535" y="17"/>
                  </a:cubicBezTo>
                  <a:cubicBezTo>
                    <a:pt x="351" y="0"/>
                    <a:pt x="251" y="267"/>
                    <a:pt x="84" y="518"/>
                  </a:cubicBezTo>
                  <a:cubicBezTo>
                    <a:pt x="17" y="602"/>
                    <a:pt x="0" y="60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01;p21">
              <a:extLst>
                <a:ext uri="{FF2B5EF4-FFF2-40B4-BE49-F238E27FC236}">
                  <a16:creationId xmlns:a16="http://schemas.microsoft.com/office/drawing/2014/main" id="{F29E6154-85E8-43DE-B32F-694DC5E36FF9}"/>
                </a:ext>
              </a:extLst>
            </p:cNvPr>
            <p:cNvSpPr/>
            <p:nvPr/>
          </p:nvSpPr>
          <p:spPr>
            <a:xfrm>
              <a:off x="4324794" y="3946129"/>
              <a:ext cx="23270" cy="32618"/>
            </a:xfrm>
            <a:custGeom>
              <a:avLst/>
              <a:gdLst/>
              <a:ahLst/>
              <a:cxnLst/>
              <a:rect l="l" t="t" r="r" b="b"/>
              <a:pathLst>
                <a:path w="585" h="820" extrusionOk="0">
                  <a:moveTo>
                    <a:pt x="100" y="820"/>
                  </a:moveTo>
                  <a:cubicBezTo>
                    <a:pt x="234" y="803"/>
                    <a:pt x="585" y="118"/>
                    <a:pt x="568" y="84"/>
                  </a:cubicBezTo>
                  <a:cubicBezTo>
                    <a:pt x="518" y="1"/>
                    <a:pt x="434" y="84"/>
                    <a:pt x="434" y="84"/>
                  </a:cubicBezTo>
                  <a:cubicBezTo>
                    <a:pt x="434" y="84"/>
                    <a:pt x="368" y="151"/>
                    <a:pt x="351" y="168"/>
                  </a:cubicBezTo>
                  <a:cubicBezTo>
                    <a:pt x="217" y="302"/>
                    <a:pt x="0" y="636"/>
                    <a:pt x="100" y="8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02;p21">
              <a:extLst>
                <a:ext uri="{FF2B5EF4-FFF2-40B4-BE49-F238E27FC236}">
                  <a16:creationId xmlns:a16="http://schemas.microsoft.com/office/drawing/2014/main" id="{F624C690-80A8-4EC2-9B3B-5D1760E7AA7F}"/>
                </a:ext>
              </a:extLst>
            </p:cNvPr>
            <p:cNvSpPr/>
            <p:nvPr/>
          </p:nvSpPr>
          <p:spPr>
            <a:xfrm>
              <a:off x="4320140" y="3743422"/>
              <a:ext cx="15314" cy="33294"/>
            </a:xfrm>
            <a:custGeom>
              <a:avLst/>
              <a:gdLst/>
              <a:ahLst/>
              <a:cxnLst/>
              <a:rect l="l" t="t" r="r" b="b"/>
              <a:pathLst>
                <a:path w="385" h="837" extrusionOk="0">
                  <a:moveTo>
                    <a:pt x="100" y="836"/>
                  </a:moveTo>
                  <a:cubicBezTo>
                    <a:pt x="217" y="736"/>
                    <a:pt x="167" y="569"/>
                    <a:pt x="234" y="402"/>
                  </a:cubicBezTo>
                  <a:cubicBezTo>
                    <a:pt x="284" y="251"/>
                    <a:pt x="384" y="168"/>
                    <a:pt x="351" y="1"/>
                  </a:cubicBezTo>
                  <a:cubicBezTo>
                    <a:pt x="134" y="51"/>
                    <a:pt x="0" y="352"/>
                    <a:pt x="17" y="619"/>
                  </a:cubicBezTo>
                  <a:cubicBezTo>
                    <a:pt x="17" y="769"/>
                    <a:pt x="17" y="803"/>
                    <a:pt x="100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703;p21">
              <a:extLst>
                <a:ext uri="{FF2B5EF4-FFF2-40B4-BE49-F238E27FC236}">
                  <a16:creationId xmlns:a16="http://schemas.microsoft.com/office/drawing/2014/main" id="{11FD78E7-2736-4CCF-9633-A03457B354DD}"/>
                </a:ext>
              </a:extLst>
            </p:cNvPr>
            <p:cNvSpPr/>
            <p:nvPr/>
          </p:nvSpPr>
          <p:spPr>
            <a:xfrm>
              <a:off x="4954833" y="3573292"/>
              <a:ext cx="16667" cy="31941"/>
            </a:xfrm>
            <a:custGeom>
              <a:avLst/>
              <a:gdLst/>
              <a:ahLst/>
              <a:cxnLst/>
              <a:rect l="l" t="t" r="r" b="b"/>
              <a:pathLst>
                <a:path w="419" h="803" extrusionOk="0">
                  <a:moveTo>
                    <a:pt x="402" y="569"/>
                  </a:moveTo>
                  <a:cubicBezTo>
                    <a:pt x="418" y="201"/>
                    <a:pt x="235" y="0"/>
                    <a:pt x="1" y="17"/>
                  </a:cubicBezTo>
                  <a:cubicBezTo>
                    <a:pt x="17" y="234"/>
                    <a:pt x="134" y="201"/>
                    <a:pt x="201" y="368"/>
                  </a:cubicBezTo>
                  <a:cubicBezTo>
                    <a:pt x="235" y="468"/>
                    <a:pt x="251" y="685"/>
                    <a:pt x="268" y="802"/>
                  </a:cubicBezTo>
                  <a:cubicBezTo>
                    <a:pt x="402" y="769"/>
                    <a:pt x="402" y="736"/>
                    <a:pt x="402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704;p21">
              <a:extLst>
                <a:ext uri="{FF2B5EF4-FFF2-40B4-BE49-F238E27FC236}">
                  <a16:creationId xmlns:a16="http://schemas.microsoft.com/office/drawing/2014/main" id="{BB4C8F01-DF9C-4DF4-AFE0-74C83AACFE7A}"/>
                </a:ext>
              </a:extLst>
            </p:cNvPr>
            <p:cNvSpPr/>
            <p:nvPr/>
          </p:nvSpPr>
          <p:spPr>
            <a:xfrm>
              <a:off x="4844530" y="3809890"/>
              <a:ext cx="8671" cy="32618"/>
            </a:xfrm>
            <a:custGeom>
              <a:avLst/>
              <a:gdLst/>
              <a:ahLst/>
              <a:cxnLst/>
              <a:rect l="l" t="t" r="r" b="b"/>
              <a:pathLst>
                <a:path w="218" h="820" extrusionOk="0">
                  <a:moveTo>
                    <a:pt x="134" y="819"/>
                  </a:moveTo>
                  <a:cubicBezTo>
                    <a:pt x="217" y="736"/>
                    <a:pt x="217" y="552"/>
                    <a:pt x="201" y="402"/>
                  </a:cubicBezTo>
                  <a:cubicBezTo>
                    <a:pt x="201" y="118"/>
                    <a:pt x="217" y="34"/>
                    <a:pt x="100" y="1"/>
                  </a:cubicBezTo>
                  <a:cubicBezTo>
                    <a:pt x="0" y="51"/>
                    <a:pt x="17" y="218"/>
                    <a:pt x="17" y="435"/>
                  </a:cubicBezTo>
                  <a:cubicBezTo>
                    <a:pt x="17" y="602"/>
                    <a:pt x="0" y="769"/>
                    <a:pt x="134" y="8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705;p21">
              <a:extLst>
                <a:ext uri="{FF2B5EF4-FFF2-40B4-BE49-F238E27FC236}">
                  <a16:creationId xmlns:a16="http://schemas.microsoft.com/office/drawing/2014/main" id="{3ACC5C0A-1416-432C-A259-620B9DF78D74}"/>
                </a:ext>
              </a:extLst>
            </p:cNvPr>
            <p:cNvSpPr/>
            <p:nvPr/>
          </p:nvSpPr>
          <p:spPr>
            <a:xfrm>
              <a:off x="4502242" y="4065104"/>
              <a:ext cx="24622" cy="32618"/>
            </a:xfrm>
            <a:custGeom>
              <a:avLst/>
              <a:gdLst/>
              <a:ahLst/>
              <a:cxnLst/>
              <a:rect l="l" t="t" r="r" b="b"/>
              <a:pathLst>
                <a:path w="619" h="820" extrusionOk="0">
                  <a:moveTo>
                    <a:pt x="67" y="803"/>
                  </a:moveTo>
                  <a:cubicBezTo>
                    <a:pt x="201" y="819"/>
                    <a:pt x="217" y="719"/>
                    <a:pt x="368" y="519"/>
                  </a:cubicBezTo>
                  <a:cubicBezTo>
                    <a:pt x="418" y="452"/>
                    <a:pt x="618" y="201"/>
                    <a:pt x="552" y="134"/>
                  </a:cubicBezTo>
                  <a:cubicBezTo>
                    <a:pt x="418" y="1"/>
                    <a:pt x="0" y="602"/>
                    <a:pt x="67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706;p21">
              <a:extLst>
                <a:ext uri="{FF2B5EF4-FFF2-40B4-BE49-F238E27FC236}">
                  <a16:creationId xmlns:a16="http://schemas.microsoft.com/office/drawing/2014/main" id="{55A1A317-5FD9-4A71-B1B5-BE6B779E7DAF}"/>
                </a:ext>
              </a:extLst>
            </p:cNvPr>
            <p:cNvSpPr/>
            <p:nvPr/>
          </p:nvSpPr>
          <p:spPr>
            <a:xfrm>
              <a:off x="4611910" y="2911986"/>
              <a:ext cx="24622" cy="28600"/>
            </a:xfrm>
            <a:custGeom>
              <a:avLst/>
              <a:gdLst/>
              <a:ahLst/>
              <a:cxnLst/>
              <a:rect l="l" t="t" r="r" b="b"/>
              <a:pathLst>
                <a:path w="619" h="719" extrusionOk="0">
                  <a:moveTo>
                    <a:pt x="117" y="719"/>
                  </a:moveTo>
                  <a:cubicBezTo>
                    <a:pt x="251" y="686"/>
                    <a:pt x="334" y="502"/>
                    <a:pt x="401" y="401"/>
                  </a:cubicBezTo>
                  <a:cubicBezTo>
                    <a:pt x="501" y="251"/>
                    <a:pt x="618" y="151"/>
                    <a:pt x="568" y="17"/>
                  </a:cubicBezTo>
                  <a:cubicBezTo>
                    <a:pt x="401" y="0"/>
                    <a:pt x="0" y="518"/>
                    <a:pt x="117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707;p21">
              <a:extLst>
                <a:ext uri="{FF2B5EF4-FFF2-40B4-BE49-F238E27FC236}">
                  <a16:creationId xmlns:a16="http://schemas.microsoft.com/office/drawing/2014/main" id="{47DFD63E-0A7B-4C01-AD8B-CDF41BDEA2DF}"/>
                </a:ext>
              </a:extLst>
            </p:cNvPr>
            <p:cNvSpPr/>
            <p:nvPr/>
          </p:nvSpPr>
          <p:spPr>
            <a:xfrm>
              <a:off x="5115695" y="2769741"/>
              <a:ext cx="25935" cy="21997"/>
            </a:xfrm>
            <a:custGeom>
              <a:avLst/>
              <a:gdLst/>
              <a:ahLst/>
              <a:cxnLst/>
              <a:rect l="l" t="t" r="r" b="b"/>
              <a:pathLst>
                <a:path w="652" h="553" extrusionOk="0">
                  <a:moveTo>
                    <a:pt x="0" y="552"/>
                  </a:moveTo>
                  <a:cubicBezTo>
                    <a:pt x="184" y="536"/>
                    <a:pt x="268" y="419"/>
                    <a:pt x="385" y="335"/>
                  </a:cubicBezTo>
                  <a:cubicBezTo>
                    <a:pt x="485" y="251"/>
                    <a:pt x="652" y="168"/>
                    <a:pt x="652" y="34"/>
                  </a:cubicBezTo>
                  <a:cubicBezTo>
                    <a:pt x="435" y="1"/>
                    <a:pt x="34" y="302"/>
                    <a:pt x="0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708;p21">
              <a:extLst>
                <a:ext uri="{FF2B5EF4-FFF2-40B4-BE49-F238E27FC236}">
                  <a16:creationId xmlns:a16="http://schemas.microsoft.com/office/drawing/2014/main" id="{24AF4C91-57CA-43CA-B510-15E8048E9AFA}"/>
                </a:ext>
              </a:extLst>
            </p:cNvPr>
            <p:cNvSpPr/>
            <p:nvPr/>
          </p:nvSpPr>
          <p:spPr>
            <a:xfrm>
              <a:off x="5161558" y="2296545"/>
              <a:ext cx="20645" cy="26611"/>
            </a:xfrm>
            <a:custGeom>
              <a:avLst/>
              <a:gdLst/>
              <a:ahLst/>
              <a:cxnLst/>
              <a:rect l="l" t="t" r="r" b="b"/>
              <a:pathLst>
                <a:path w="519" h="669" extrusionOk="0">
                  <a:moveTo>
                    <a:pt x="0" y="635"/>
                  </a:moveTo>
                  <a:cubicBezTo>
                    <a:pt x="234" y="669"/>
                    <a:pt x="201" y="502"/>
                    <a:pt x="301" y="351"/>
                  </a:cubicBezTo>
                  <a:cubicBezTo>
                    <a:pt x="368" y="268"/>
                    <a:pt x="518" y="134"/>
                    <a:pt x="501" y="0"/>
                  </a:cubicBezTo>
                  <a:cubicBezTo>
                    <a:pt x="217" y="101"/>
                    <a:pt x="34" y="335"/>
                    <a:pt x="0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709;p21">
              <a:extLst>
                <a:ext uri="{FF2B5EF4-FFF2-40B4-BE49-F238E27FC236}">
                  <a16:creationId xmlns:a16="http://schemas.microsoft.com/office/drawing/2014/main" id="{4164A23C-17D7-4785-AEF1-0A9217E6BD00}"/>
                </a:ext>
              </a:extLst>
            </p:cNvPr>
            <p:cNvSpPr/>
            <p:nvPr/>
          </p:nvSpPr>
          <p:spPr>
            <a:xfrm>
              <a:off x="4615887" y="4111644"/>
              <a:ext cx="21957" cy="29952"/>
            </a:xfrm>
            <a:custGeom>
              <a:avLst/>
              <a:gdLst/>
              <a:ahLst/>
              <a:cxnLst/>
              <a:rect l="l" t="t" r="r" b="b"/>
              <a:pathLst>
                <a:path w="552" h="753" extrusionOk="0">
                  <a:moveTo>
                    <a:pt x="17" y="752"/>
                  </a:moveTo>
                  <a:cubicBezTo>
                    <a:pt x="251" y="752"/>
                    <a:pt x="552" y="234"/>
                    <a:pt x="485" y="151"/>
                  </a:cubicBezTo>
                  <a:cubicBezTo>
                    <a:pt x="368" y="0"/>
                    <a:pt x="0" y="602"/>
                    <a:pt x="17" y="7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710;p21">
              <a:extLst>
                <a:ext uri="{FF2B5EF4-FFF2-40B4-BE49-F238E27FC236}">
                  <a16:creationId xmlns:a16="http://schemas.microsoft.com/office/drawing/2014/main" id="{16CD20EF-AA6B-4665-88D2-78DF5550F234}"/>
                </a:ext>
              </a:extLst>
            </p:cNvPr>
            <p:cNvSpPr/>
            <p:nvPr/>
          </p:nvSpPr>
          <p:spPr>
            <a:xfrm>
              <a:off x="4497588" y="3970752"/>
              <a:ext cx="17979" cy="27924"/>
            </a:xfrm>
            <a:custGeom>
              <a:avLst/>
              <a:gdLst/>
              <a:ahLst/>
              <a:cxnLst/>
              <a:rect l="l" t="t" r="r" b="b"/>
              <a:pathLst>
                <a:path w="452" h="702" extrusionOk="0">
                  <a:moveTo>
                    <a:pt x="101" y="702"/>
                  </a:moveTo>
                  <a:cubicBezTo>
                    <a:pt x="268" y="685"/>
                    <a:pt x="251" y="535"/>
                    <a:pt x="318" y="384"/>
                  </a:cubicBezTo>
                  <a:cubicBezTo>
                    <a:pt x="368" y="251"/>
                    <a:pt x="451" y="151"/>
                    <a:pt x="401" y="0"/>
                  </a:cubicBezTo>
                  <a:cubicBezTo>
                    <a:pt x="201" y="17"/>
                    <a:pt x="0" y="485"/>
                    <a:pt x="101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711;p21">
              <a:extLst>
                <a:ext uri="{FF2B5EF4-FFF2-40B4-BE49-F238E27FC236}">
                  <a16:creationId xmlns:a16="http://schemas.microsoft.com/office/drawing/2014/main" id="{186DCE52-9084-4459-BF9B-1AA3B5536C2C}"/>
                </a:ext>
              </a:extLst>
            </p:cNvPr>
            <p:cNvSpPr/>
            <p:nvPr/>
          </p:nvSpPr>
          <p:spPr>
            <a:xfrm>
              <a:off x="4788682" y="2200163"/>
              <a:ext cx="25975" cy="21321"/>
            </a:xfrm>
            <a:custGeom>
              <a:avLst/>
              <a:gdLst/>
              <a:ahLst/>
              <a:cxnLst/>
              <a:rect l="l" t="t" r="r" b="b"/>
              <a:pathLst>
                <a:path w="653" h="536" extrusionOk="0">
                  <a:moveTo>
                    <a:pt x="1" y="468"/>
                  </a:moveTo>
                  <a:cubicBezTo>
                    <a:pt x="184" y="535"/>
                    <a:pt x="652" y="201"/>
                    <a:pt x="619" y="1"/>
                  </a:cubicBezTo>
                  <a:cubicBezTo>
                    <a:pt x="485" y="17"/>
                    <a:pt x="385" y="101"/>
                    <a:pt x="285" y="168"/>
                  </a:cubicBezTo>
                  <a:cubicBezTo>
                    <a:pt x="168" y="251"/>
                    <a:pt x="17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712;p21">
              <a:extLst>
                <a:ext uri="{FF2B5EF4-FFF2-40B4-BE49-F238E27FC236}">
                  <a16:creationId xmlns:a16="http://schemas.microsoft.com/office/drawing/2014/main" id="{E95EB82E-0D22-4D97-888A-98D063F868F2}"/>
                </a:ext>
              </a:extLst>
            </p:cNvPr>
            <p:cNvSpPr/>
            <p:nvPr/>
          </p:nvSpPr>
          <p:spPr>
            <a:xfrm>
              <a:off x="4411191" y="3761361"/>
              <a:ext cx="16627" cy="25298"/>
            </a:xfrm>
            <a:custGeom>
              <a:avLst/>
              <a:gdLst/>
              <a:ahLst/>
              <a:cxnLst/>
              <a:rect l="l" t="t" r="r" b="b"/>
              <a:pathLst>
                <a:path w="418" h="636" extrusionOk="0">
                  <a:moveTo>
                    <a:pt x="50" y="636"/>
                  </a:moveTo>
                  <a:cubicBezTo>
                    <a:pt x="201" y="636"/>
                    <a:pt x="151" y="636"/>
                    <a:pt x="284" y="352"/>
                  </a:cubicBezTo>
                  <a:cubicBezTo>
                    <a:pt x="401" y="118"/>
                    <a:pt x="418" y="85"/>
                    <a:pt x="351" y="1"/>
                  </a:cubicBezTo>
                  <a:cubicBezTo>
                    <a:pt x="217" y="18"/>
                    <a:pt x="167" y="151"/>
                    <a:pt x="117" y="268"/>
                  </a:cubicBezTo>
                  <a:cubicBezTo>
                    <a:pt x="50" y="402"/>
                    <a:pt x="0" y="502"/>
                    <a:pt x="50" y="6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713;p21">
              <a:extLst>
                <a:ext uri="{FF2B5EF4-FFF2-40B4-BE49-F238E27FC236}">
                  <a16:creationId xmlns:a16="http://schemas.microsoft.com/office/drawing/2014/main" id="{BFFC2E70-9C2E-4E3C-9D3D-443F06A1AC6C}"/>
                </a:ext>
              </a:extLst>
            </p:cNvPr>
            <p:cNvSpPr/>
            <p:nvPr/>
          </p:nvSpPr>
          <p:spPr>
            <a:xfrm>
              <a:off x="4612546" y="2057957"/>
              <a:ext cx="21321" cy="28600"/>
            </a:xfrm>
            <a:custGeom>
              <a:avLst/>
              <a:gdLst/>
              <a:ahLst/>
              <a:cxnLst/>
              <a:rect l="l" t="t" r="r" b="b"/>
              <a:pathLst>
                <a:path w="536" h="719" extrusionOk="0">
                  <a:moveTo>
                    <a:pt x="485" y="33"/>
                  </a:moveTo>
                  <a:cubicBezTo>
                    <a:pt x="318" y="0"/>
                    <a:pt x="1" y="518"/>
                    <a:pt x="68" y="585"/>
                  </a:cubicBezTo>
                  <a:cubicBezTo>
                    <a:pt x="201" y="718"/>
                    <a:pt x="502" y="167"/>
                    <a:pt x="502" y="167"/>
                  </a:cubicBezTo>
                  <a:cubicBezTo>
                    <a:pt x="502" y="134"/>
                    <a:pt x="536" y="117"/>
                    <a:pt x="485" y="3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714;p21">
              <a:extLst>
                <a:ext uri="{FF2B5EF4-FFF2-40B4-BE49-F238E27FC236}">
                  <a16:creationId xmlns:a16="http://schemas.microsoft.com/office/drawing/2014/main" id="{AD2999CF-C93C-49AC-9952-CFAE69171089}"/>
                </a:ext>
              </a:extLst>
            </p:cNvPr>
            <p:cNvSpPr/>
            <p:nvPr/>
          </p:nvSpPr>
          <p:spPr>
            <a:xfrm>
              <a:off x="4373959" y="3759372"/>
              <a:ext cx="12649" cy="27287"/>
            </a:xfrm>
            <a:custGeom>
              <a:avLst/>
              <a:gdLst/>
              <a:ahLst/>
              <a:cxnLst/>
              <a:rect l="l" t="t" r="r" b="b"/>
              <a:pathLst>
                <a:path w="318" h="686" extrusionOk="0">
                  <a:moveTo>
                    <a:pt x="134" y="686"/>
                  </a:moveTo>
                  <a:cubicBezTo>
                    <a:pt x="251" y="619"/>
                    <a:pt x="318" y="118"/>
                    <a:pt x="301" y="1"/>
                  </a:cubicBezTo>
                  <a:cubicBezTo>
                    <a:pt x="184" y="18"/>
                    <a:pt x="201" y="1"/>
                    <a:pt x="151" y="101"/>
                  </a:cubicBezTo>
                  <a:cubicBezTo>
                    <a:pt x="67" y="268"/>
                    <a:pt x="0" y="552"/>
                    <a:pt x="134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715;p21">
              <a:extLst>
                <a:ext uri="{FF2B5EF4-FFF2-40B4-BE49-F238E27FC236}">
                  <a16:creationId xmlns:a16="http://schemas.microsoft.com/office/drawing/2014/main" id="{E00C75C8-A96C-4D93-AD88-02C992F34D78}"/>
                </a:ext>
              </a:extLst>
            </p:cNvPr>
            <p:cNvSpPr/>
            <p:nvPr/>
          </p:nvSpPr>
          <p:spPr>
            <a:xfrm>
              <a:off x="4465010" y="3255587"/>
              <a:ext cx="23986" cy="16667"/>
            </a:xfrm>
            <a:custGeom>
              <a:avLst/>
              <a:gdLst/>
              <a:ahLst/>
              <a:cxnLst/>
              <a:rect l="l" t="t" r="r" b="b"/>
              <a:pathLst>
                <a:path w="603" h="419" extrusionOk="0">
                  <a:moveTo>
                    <a:pt x="1" y="68"/>
                  </a:moveTo>
                  <a:cubicBezTo>
                    <a:pt x="17" y="201"/>
                    <a:pt x="17" y="185"/>
                    <a:pt x="268" y="285"/>
                  </a:cubicBezTo>
                  <a:cubicBezTo>
                    <a:pt x="385" y="335"/>
                    <a:pt x="502" y="418"/>
                    <a:pt x="585" y="335"/>
                  </a:cubicBezTo>
                  <a:cubicBezTo>
                    <a:pt x="602" y="185"/>
                    <a:pt x="184" y="1"/>
                    <a:pt x="1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716;p21">
              <a:extLst>
                <a:ext uri="{FF2B5EF4-FFF2-40B4-BE49-F238E27FC236}">
                  <a16:creationId xmlns:a16="http://schemas.microsoft.com/office/drawing/2014/main" id="{25014B09-64D6-4EBA-B080-109ED4BB3F14}"/>
                </a:ext>
              </a:extLst>
            </p:cNvPr>
            <p:cNvSpPr/>
            <p:nvPr/>
          </p:nvSpPr>
          <p:spPr>
            <a:xfrm>
              <a:off x="4789358" y="4101660"/>
              <a:ext cx="15991" cy="25975"/>
            </a:xfrm>
            <a:custGeom>
              <a:avLst/>
              <a:gdLst/>
              <a:ahLst/>
              <a:cxnLst/>
              <a:rect l="l" t="t" r="r" b="b"/>
              <a:pathLst>
                <a:path w="402" h="653" extrusionOk="0">
                  <a:moveTo>
                    <a:pt x="50" y="652"/>
                  </a:moveTo>
                  <a:cubicBezTo>
                    <a:pt x="218" y="636"/>
                    <a:pt x="184" y="552"/>
                    <a:pt x="251" y="385"/>
                  </a:cubicBezTo>
                  <a:cubicBezTo>
                    <a:pt x="284" y="301"/>
                    <a:pt x="401" y="134"/>
                    <a:pt x="284" y="84"/>
                  </a:cubicBezTo>
                  <a:cubicBezTo>
                    <a:pt x="151" y="1"/>
                    <a:pt x="0" y="469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717;p21">
              <a:extLst>
                <a:ext uri="{FF2B5EF4-FFF2-40B4-BE49-F238E27FC236}">
                  <a16:creationId xmlns:a16="http://schemas.microsoft.com/office/drawing/2014/main" id="{37CDCD25-B760-4351-B20B-A2A0A983DA4B}"/>
                </a:ext>
              </a:extLst>
            </p:cNvPr>
            <p:cNvSpPr/>
            <p:nvPr/>
          </p:nvSpPr>
          <p:spPr>
            <a:xfrm>
              <a:off x="4560039" y="3116683"/>
              <a:ext cx="15991" cy="21997"/>
            </a:xfrm>
            <a:custGeom>
              <a:avLst/>
              <a:gdLst/>
              <a:ahLst/>
              <a:cxnLst/>
              <a:rect l="l" t="t" r="r" b="b"/>
              <a:pathLst>
                <a:path w="402" h="553" extrusionOk="0">
                  <a:moveTo>
                    <a:pt x="18" y="519"/>
                  </a:moveTo>
                  <a:cubicBezTo>
                    <a:pt x="185" y="552"/>
                    <a:pt x="218" y="469"/>
                    <a:pt x="285" y="335"/>
                  </a:cubicBezTo>
                  <a:cubicBezTo>
                    <a:pt x="335" y="218"/>
                    <a:pt x="402" y="101"/>
                    <a:pt x="352" y="1"/>
                  </a:cubicBezTo>
                  <a:cubicBezTo>
                    <a:pt x="201" y="17"/>
                    <a:pt x="1" y="335"/>
                    <a:pt x="18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718;p21">
              <a:extLst>
                <a:ext uri="{FF2B5EF4-FFF2-40B4-BE49-F238E27FC236}">
                  <a16:creationId xmlns:a16="http://schemas.microsoft.com/office/drawing/2014/main" id="{449C19D8-8067-4D0F-9AF1-1550C1D05438}"/>
                </a:ext>
              </a:extLst>
            </p:cNvPr>
            <p:cNvSpPr/>
            <p:nvPr/>
          </p:nvSpPr>
          <p:spPr>
            <a:xfrm>
              <a:off x="4652443" y="3825841"/>
              <a:ext cx="19968" cy="22633"/>
            </a:xfrm>
            <a:custGeom>
              <a:avLst/>
              <a:gdLst/>
              <a:ahLst/>
              <a:cxnLst/>
              <a:rect l="l" t="t" r="r" b="b"/>
              <a:pathLst>
                <a:path w="502" h="569" extrusionOk="0">
                  <a:moveTo>
                    <a:pt x="502" y="452"/>
                  </a:moveTo>
                  <a:cubicBezTo>
                    <a:pt x="485" y="301"/>
                    <a:pt x="401" y="368"/>
                    <a:pt x="318" y="235"/>
                  </a:cubicBezTo>
                  <a:cubicBezTo>
                    <a:pt x="234" y="134"/>
                    <a:pt x="234" y="1"/>
                    <a:pt x="101" y="51"/>
                  </a:cubicBezTo>
                  <a:cubicBezTo>
                    <a:pt x="0" y="251"/>
                    <a:pt x="268" y="569"/>
                    <a:pt x="502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719;p21">
              <a:extLst>
                <a:ext uri="{FF2B5EF4-FFF2-40B4-BE49-F238E27FC236}">
                  <a16:creationId xmlns:a16="http://schemas.microsoft.com/office/drawing/2014/main" id="{FFB6FCCE-C35F-4D2D-BB00-E3B56B6DFF0D}"/>
                </a:ext>
              </a:extLst>
            </p:cNvPr>
            <p:cNvSpPr/>
            <p:nvPr/>
          </p:nvSpPr>
          <p:spPr>
            <a:xfrm>
              <a:off x="4661751" y="3955437"/>
              <a:ext cx="14638" cy="21321"/>
            </a:xfrm>
            <a:custGeom>
              <a:avLst/>
              <a:gdLst/>
              <a:ahLst/>
              <a:cxnLst/>
              <a:rect l="l" t="t" r="r" b="b"/>
              <a:pathLst>
                <a:path w="368" h="536" extrusionOk="0">
                  <a:moveTo>
                    <a:pt x="84" y="536"/>
                  </a:moveTo>
                  <a:cubicBezTo>
                    <a:pt x="234" y="519"/>
                    <a:pt x="251" y="402"/>
                    <a:pt x="284" y="268"/>
                  </a:cubicBezTo>
                  <a:cubicBezTo>
                    <a:pt x="334" y="101"/>
                    <a:pt x="368" y="34"/>
                    <a:pt x="201" y="1"/>
                  </a:cubicBezTo>
                  <a:cubicBezTo>
                    <a:pt x="151" y="68"/>
                    <a:pt x="117" y="168"/>
                    <a:pt x="84" y="285"/>
                  </a:cubicBezTo>
                  <a:cubicBezTo>
                    <a:pt x="34" y="402"/>
                    <a:pt x="0" y="435"/>
                    <a:pt x="84" y="5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720;p21">
              <a:extLst>
                <a:ext uri="{FF2B5EF4-FFF2-40B4-BE49-F238E27FC236}">
                  <a16:creationId xmlns:a16="http://schemas.microsoft.com/office/drawing/2014/main" id="{D2D858EC-6951-4C46-9FFF-10EDA6FA791A}"/>
                </a:ext>
              </a:extLst>
            </p:cNvPr>
            <p:cNvSpPr/>
            <p:nvPr/>
          </p:nvSpPr>
          <p:spPr>
            <a:xfrm>
              <a:off x="4452401" y="2560391"/>
              <a:ext cx="18616" cy="17979"/>
            </a:xfrm>
            <a:custGeom>
              <a:avLst/>
              <a:gdLst/>
              <a:ahLst/>
              <a:cxnLst/>
              <a:rect l="l" t="t" r="r" b="b"/>
              <a:pathLst>
                <a:path w="468" h="452" extrusionOk="0">
                  <a:moveTo>
                    <a:pt x="368" y="452"/>
                  </a:moveTo>
                  <a:cubicBezTo>
                    <a:pt x="468" y="335"/>
                    <a:pt x="384" y="268"/>
                    <a:pt x="318" y="184"/>
                  </a:cubicBezTo>
                  <a:cubicBezTo>
                    <a:pt x="234" y="101"/>
                    <a:pt x="167" y="17"/>
                    <a:pt x="17" y="1"/>
                  </a:cubicBezTo>
                  <a:cubicBezTo>
                    <a:pt x="0" y="134"/>
                    <a:pt x="34" y="184"/>
                    <a:pt x="117" y="251"/>
                  </a:cubicBezTo>
                  <a:cubicBezTo>
                    <a:pt x="167" y="301"/>
                    <a:pt x="184" y="318"/>
                    <a:pt x="217" y="368"/>
                  </a:cubicBezTo>
                  <a:cubicBezTo>
                    <a:pt x="301" y="452"/>
                    <a:pt x="251" y="435"/>
                    <a:pt x="36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721;p21">
              <a:extLst>
                <a:ext uri="{FF2B5EF4-FFF2-40B4-BE49-F238E27FC236}">
                  <a16:creationId xmlns:a16="http://schemas.microsoft.com/office/drawing/2014/main" id="{CEB9FF56-63E1-45E8-B98B-BB90C0A2A2CE}"/>
                </a:ext>
              </a:extLst>
            </p:cNvPr>
            <p:cNvSpPr/>
            <p:nvPr/>
          </p:nvSpPr>
          <p:spPr>
            <a:xfrm>
              <a:off x="4552760" y="4070435"/>
              <a:ext cx="15991" cy="21957"/>
            </a:xfrm>
            <a:custGeom>
              <a:avLst/>
              <a:gdLst/>
              <a:ahLst/>
              <a:cxnLst/>
              <a:rect l="l" t="t" r="r" b="b"/>
              <a:pathLst>
                <a:path w="402" h="552" extrusionOk="0">
                  <a:moveTo>
                    <a:pt x="117" y="552"/>
                  </a:moveTo>
                  <a:cubicBezTo>
                    <a:pt x="267" y="552"/>
                    <a:pt x="384" y="151"/>
                    <a:pt x="351" y="51"/>
                  </a:cubicBezTo>
                  <a:cubicBezTo>
                    <a:pt x="334" y="51"/>
                    <a:pt x="401" y="0"/>
                    <a:pt x="267" y="51"/>
                  </a:cubicBezTo>
                  <a:cubicBezTo>
                    <a:pt x="184" y="67"/>
                    <a:pt x="0" y="401"/>
                    <a:pt x="117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722;p21">
              <a:extLst>
                <a:ext uri="{FF2B5EF4-FFF2-40B4-BE49-F238E27FC236}">
                  <a16:creationId xmlns:a16="http://schemas.microsoft.com/office/drawing/2014/main" id="{058487EE-7E70-47D5-B2CC-F759EA48450C}"/>
                </a:ext>
              </a:extLst>
            </p:cNvPr>
            <p:cNvSpPr/>
            <p:nvPr/>
          </p:nvSpPr>
          <p:spPr>
            <a:xfrm>
              <a:off x="4573365" y="3276868"/>
              <a:ext cx="21281" cy="20645"/>
            </a:xfrm>
            <a:custGeom>
              <a:avLst/>
              <a:gdLst/>
              <a:ahLst/>
              <a:cxnLst/>
              <a:rect l="l" t="t" r="r" b="b"/>
              <a:pathLst>
                <a:path w="535" h="519" extrusionOk="0">
                  <a:moveTo>
                    <a:pt x="117" y="518"/>
                  </a:moveTo>
                  <a:cubicBezTo>
                    <a:pt x="234" y="502"/>
                    <a:pt x="284" y="401"/>
                    <a:pt x="351" y="318"/>
                  </a:cubicBezTo>
                  <a:cubicBezTo>
                    <a:pt x="401" y="268"/>
                    <a:pt x="535" y="117"/>
                    <a:pt x="451" y="67"/>
                  </a:cubicBezTo>
                  <a:cubicBezTo>
                    <a:pt x="334" y="0"/>
                    <a:pt x="0" y="351"/>
                    <a:pt x="1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723;p21">
              <a:extLst>
                <a:ext uri="{FF2B5EF4-FFF2-40B4-BE49-F238E27FC236}">
                  <a16:creationId xmlns:a16="http://schemas.microsoft.com/office/drawing/2014/main" id="{C5AB556A-09E5-4818-B40E-125A8D982613}"/>
                </a:ext>
              </a:extLst>
            </p:cNvPr>
            <p:cNvSpPr/>
            <p:nvPr/>
          </p:nvSpPr>
          <p:spPr>
            <a:xfrm>
              <a:off x="4449060" y="3761361"/>
              <a:ext cx="11337" cy="23986"/>
            </a:xfrm>
            <a:custGeom>
              <a:avLst/>
              <a:gdLst/>
              <a:ahLst/>
              <a:cxnLst/>
              <a:rect l="l" t="t" r="r" b="b"/>
              <a:pathLst>
                <a:path w="285" h="603" extrusionOk="0">
                  <a:moveTo>
                    <a:pt x="268" y="18"/>
                  </a:moveTo>
                  <a:cubicBezTo>
                    <a:pt x="101" y="1"/>
                    <a:pt x="101" y="51"/>
                    <a:pt x="67" y="201"/>
                  </a:cubicBezTo>
                  <a:cubicBezTo>
                    <a:pt x="51" y="285"/>
                    <a:pt x="1" y="469"/>
                    <a:pt x="84" y="519"/>
                  </a:cubicBezTo>
                  <a:cubicBezTo>
                    <a:pt x="251" y="602"/>
                    <a:pt x="285" y="118"/>
                    <a:pt x="268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724;p21">
              <a:extLst>
                <a:ext uri="{FF2B5EF4-FFF2-40B4-BE49-F238E27FC236}">
                  <a16:creationId xmlns:a16="http://schemas.microsoft.com/office/drawing/2014/main" id="{B8FDA60D-BAAA-4139-8306-7087E47D2160}"/>
                </a:ext>
              </a:extLst>
            </p:cNvPr>
            <p:cNvSpPr/>
            <p:nvPr/>
          </p:nvSpPr>
          <p:spPr>
            <a:xfrm>
              <a:off x="4548743" y="3968086"/>
              <a:ext cx="18656" cy="20645"/>
            </a:xfrm>
            <a:custGeom>
              <a:avLst/>
              <a:gdLst/>
              <a:ahLst/>
              <a:cxnLst/>
              <a:rect l="l" t="t" r="r" b="b"/>
              <a:pathLst>
                <a:path w="469" h="519" extrusionOk="0">
                  <a:moveTo>
                    <a:pt x="168" y="518"/>
                  </a:moveTo>
                  <a:cubicBezTo>
                    <a:pt x="285" y="485"/>
                    <a:pt x="268" y="401"/>
                    <a:pt x="335" y="268"/>
                  </a:cubicBezTo>
                  <a:cubicBezTo>
                    <a:pt x="385" y="184"/>
                    <a:pt x="469" y="17"/>
                    <a:pt x="352" y="17"/>
                  </a:cubicBezTo>
                  <a:cubicBezTo>
                    <a:pt x="251" y="0"/>
                    <a:pt x="1" y="334"/>
                    <a:pt x="168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725;p21">
              <a:extLst>
                <a:ext uri="{FF2B5EF4-FFF2-40B4-BE49-F238E27FC236}">
                  <a16:creationId xmlns:a16="http://schemas.microsoft.com/office/drawing/2014/main" id="{C8777BB3-1EDB-4CA5-97AF-DEFB0A546507}"/>
                </a:ext>
              </a:extLst>
            </p:cNvPr>
            <p:cNvSpPr/>
            <p:nvPr/>
          </p:nvSpPr>
          <p:spPr>
            <a:xfrm>
              <a:off x="4851809" y="3963432"/>
              <a:ext cx="9348" cy="21321"/>
            </a:xfrm>
            <a:custGeom>
              <a:avLst/>
              <a:gdLst/>
              <a:ahLst/>
              <a:cxnLst/>
              <a:rect l="l" t="t" r="r" b="b"/>
              <a:pathLst>
                <a:path w="235" h="536" extrusionOk="0">
                  <a:moveTo>
                    <a:pt x="151" y="0"/>
                  </a:moveTo>
                  <a:cubicBezTo>
                    <a:pt x="18" y="34"/>
                    <a:pt x="1" y="151"/>
                    <a:pt x="18" y="301"/>
                  </a:cubicBezTo>
                  <a:cubicBezTo>
                    <a:pt x="18" y="451"/>
                    <a:pt x="84" y="535"/>
                    <a:pt x="218" y="502"/>
                  </a:cubicBezTo>
                  <a:cubicBezTo>
                    <a:pt x="235" y="468"/>
                    <a:pt x="235" y="485"/>
                    <a:pt x="235" y="435"/>
                  </a:cubicBezTo>
                  <a:cubicBezTo>
                    <a:pt x="235" y="351"/>
                    <a:pt x="185" y="50"/>
                    <a:pt x="15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726;p21">
              <a:extLst>
                <a:ext uri="{FF2B5EF4-FFF2-40B4-BE49-F238E27FC236}">
                  <a16:creationId xmlns:a16="http://schemas.microsoft.com/office/drawing/2014/main" id="{E8F05553-338A-4DAD-8E6D-8CE99F113B2B}"/>
                </a:ext>
              </a:extLst>
            </p:cNvPr>
            <p:cNvSpPr/>
            <p:nvPr/>
          </p:nvSpPr>
          <p:spPr>
            <a:xfrm>
              <a:off x="4626508" y="4188058"/>
              <a:ext cx="15354" cy="18656"/>
            </a:xfrm>
            <a:custGeom>
              <a:avLst/>
              <a:gdLst/>
              <a:ahLst/>
              <a:cxnLst/>
              <a:rect l="l" t="t" r="r" b="b"/>
              <a:pathLst>
                <a:path w="386" h="469" extrusionOk="0">
                  <a:moveTo>
                    <a:pt x="1" y="469"/>
                  </a:moveTo>
                  <a:lnTo>
                    <a:pt x="101" y="469"/>
                  </a:lnTo>
                  <a:cubicBezTo>
                    <a:pt x="168" y="385"/>
                    <a:pt x="385" y="268"/>
                    <a:pt x="335" y="1"/>
                  </a:cubicBezTo>
                  <a:cubicBezTo>
                    <a:pt x="201" y="1"/>
                    <a:pt x="185" y="84"/>
                    <a:pt x="118" y="168"/>
                  </a:cubicBezTo>
                  <a:cubicBezTo>
                    <a:pt x="51" y="285"/>
                    <a:pt x="1" y="318"/>
                    <a:pt x="1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727;p21">
              <a:extLst>
                <a:ext uri="{FF2B5EF4-FFF2-40B4-BE49-F238E27FC236}">
                  <a16:creationId xmlns:a16="http://schemas.microsoft.com/office/drawing/2014/main" id="{C7B995E4-E4E2-4D43-B6D3-5DDD28D41074}"/>
                </a:ext>
              </a:extLst>
            </p:cNvPr>
            <p:cNvSpPr/>
            <p:nvPr/>
          </p:nvSpPr>
          <p:spPr>
            <a:xfrm>
              <a:off x="5057858" y="2076534"/>
              <a:ext cx="19968" cy="26651"/>
            </a:xfrm>
            <a:custGeom>
              <a:avLst/>
              <a:gdLst/>
              <a:ahLst/>
              <a:cxnLst/>
              <a:rect l="l" t="t" r="r" b="b"/>
              <a:pathLst>
                <a:path w="502" h="670" extrusionOk="0">
                  <a:moveTo>
                    <a:pt x="368" y="84"/>
                  </a:moveTo>
                  <a:cubicBezTo>
                    <a:pt x="268" y="135"/>
                    <a:pt x="184" y="218"/>
                    <a:pt x="118" y="285"/>
                  </a:cubicBezTo>
                  <a:cubicBezTo>
                    <a:pt x="1" y="452"/>
                    <a:pt x="51" y="669"/>
                    <a:pt x="418" y="251"/>
                  </a:cubicBezTo>
                  <a:cubicBezTo>
                    <a:pt x="485" y="185"/>
                    <a:pt x="502" y="1"/>
                    <a:pt x="368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728;p21">
              <a:extLst>
                <a:ext uri="{FF2B5EF4-FFF2-40B4-BE49-F238E27FC236}">
                  <a16:creationId xmlns:a16="http://schemas.microsoft.com/office/drawing/2014/main" id="{ACC720FE-8548-4A5C-A5C9-4E6AD6BFC781}"/>
                </a:ext>
              </a:extLst>
            </p:cNvPr>
            <p:cNvSpPr/>
            <p:nvPr/>
          </p:nvSpPr>
          <p:spPr>
            <a:xfrm>
              <a:off x="4664416" y="3393854"/>
              <a:ext cx="18616" cy="18616"/>
            </a:xfrm>
            <a:custGeom>
              <a:avLst/>
              <a:gdLst/>
              <a:ahLst/>
              <a:cxnLst/>
              <a:rect l="l" t="t" r="r" b="b"/>
              <a:pathLst>
                <a:path w="468" h="468" extrusionOk="0">
                  <a:moveTo>
                    <a:pt x="0" y="418"/>
                  </a:moveTo>
                  <a:cubicBezTo>
                    <a:pt x="201" y="468"/>
                    <a:pt x="468" y="134"/>
                    <a:pt x="401" y="50"/>
                  </a:cubicBezTo>
                  <a:cubicBezTo>
                    <a:pt x="351" y="0"/>
                    <a:pt x="351" y="0"/>
                    <a:pt x="267" y="34"/>
                  </a:cubicBezTo>
                  <a:cubicBezTo>
                    <a:pt x="251" y="50"/>
                    <a:pt x="0" y="234"/>
                    <a:pt x="0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729;p21">
              <a:extLst>
                <a:ext uri="{FF2B5EF4-FFF2-40B4-BE49-F238E27FC236}">
                  <a16:creationId xmlns:a16="http://schemas.microsoft.com/office/drawing/2014/main" id="{15CE3870-39FD-4E27-A088-C4BCA38F8847}"/>
                </a:ext>
              </a:extLst>
            </p:cNvPr>
            <p:cNvSpPr/>
            <p:nvPr/>
          </p:nvSpPr>
          <p:spPr>
            <a:xfrm>
              <a:off x="4747472" y="2232741"/>
              <a:ext cx="23310" cy="28600"/>
            </a:xfrm>
            <a:custGeom>
              <a:avLst/>
              <a:gdLst/>
              <a:ahLst/>
              <a:cxnLst/>
              <a:rect l="l" t="t" r="r" b="b"/>
              <a:pathLst>
                <a:path w="586" h="719" extrusionOk="0">
                  <a:moveTo>
                    <a:pt x="418" y="117"/>
                  </a:moveTo>
                  <a:cubicBezTo>
                    <a:pt x="1" y="485"/>
                    <a:pt x="268" y="719"/>
                    <a:pt x="519" y="251"/>
                  </a:cubicBezTo>
                  <a:cubicBezTo>
                    <a:pt x="586" y="117"/>
                    <a:pt x="552" y="0"/>
                    <a:pt x="418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730;p21">
              <a:extLst>
                <a:ext uri="{FF2B5EF4-FFF2-40B4-BE49-F238E27FC236}">
                  <a16:creationId xmlns:a16="http://schemas.microsoft.com/office/drawing/2014/main" id="{A1757DC0-B1A7-41BE-AC93-C5E4FA5CDC9D}"/>
                </a:ext>
              </a:extLst>
            </p:cNvPr>
            <p:cNvSpPr/>
            <p:nvPr/>
          </p:nvSpPr>
          <p:spPr>
            <a:xfrm>
              <a:off x="4472329" y="3896964"/>
              <a:ext cx="16667" cy="21321"/>
            </a:xfrm>
            <a:custGeom>
              <a:avLst/>
              <a:gdLst/>
              <a:ahLst/>
              <a:cxnLst/>
              <a:rect l="l" t="t" r="r" b="b"/>
              <a:pathLst>
                <a:path w="419" h="536" extrusionOk="0">
                  <a:moveTo>
                    <a:pt x="17" y="518"/>
                  </a:moveTo>
                  <a:cubicBezTo>
                    <a:pt x="167" y="535"/>
                    <a:pt x="184" y="452"/>
                    <a:pt x="251" y="351"/>
                  </a:cubicBezTo>
                  <a:cubicBezTo>
                    <a:pt x="301" y="285"/>
                    <a:pt x="418" y="168"/>
                    <a:pt x="335" y="84"/>
                  </a:cubicBezTo>
                  <a:cubicBezTo>
                    <a:pt x="234" y="0"/>
                    <a:pt x="0" y="318"/>
                    <a:pt x="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731;p21">
              <a:extLst>
                <a:ext uri="{FF2B5EF4-FFF2-40B4-BE49-F238E27FC236}">
                  <a16:creationId xmlns:a16="http://schemas.microsoft.com/office/drawing/2014/main" id="{817621A3-D555-4B3B-A4A1-E90FC901DAB0}"/>
                </a:ext>
              </a:extLst>
            </p:cNvPr>
            <p:cNvSpPr/>
            <p:nvPr/>
          </p:nvSpPr>
          <p:spPr>
            <a:xfrm>
              <a:off x="4601249" y="4083720"/>
              <a:ext cx="15354" cy="20645"/>
            </a:xfrm>
            <a:custGeom>
              <a:avLst/>
              <a:gdLst/>
              <a:ahLst/>
              <a:cxnLst/>
              <a:rect l="l" t="t" r="r" b="b"/>
              <a:pathLst>
                <a:path w="386" h="519" extrusionOk="0">
                  <a:moveTo>
                    <a:pt x="168" y="485"/>
                  </a:moveTo>
                  <a:cubicBezTo>
                    <a:pt x="268" y="435"/>
                    <a:pt x="201" y="519"/>
                    <a:pt x="251" y="385"/>
                  </a:cubicBezTo>
                  <a:cubicBezTo>
                    <a:pt x="352" y="151"/>
                    <a:pt x="385" y="151"/>
                    <a:pt x="335" y="17"/>
                  </a:cubicBezTo>
                  <a:cubicBezTo>
                    <a:pt x="218" y="1"/>
                    <a:pt x="151" y="84"/>
                    <a:pt x="118" y="201"/>
                  </a:cubicBezTo>
                  <a:cubicBezTo>
                    <a:pt x="1" y="485"/>
                    <a:pt x="168" y="485"/>
                    <a:pt x="168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732;p21">
              <a:extLst>
                <a:ext uri="{FF2B5EF4-FFF2-40B4-BE49-F238E27FC236}">
                  <a16:creationId xmlns:a16="http://schemas.microsoft.com/office/drawing/2014/main" id="{960667B5-4188-4270-B8F0-53E5DFDA2D08}"/>
                </a:ext>
              </a:extLst>
            </p:cNvPr>
            <p:cNvSpPr/>
            <p:nvPr/>
          </p:nvSpPr>
          <p:spPr>
            <a:xfrm>
              <a:off x="4295517" y="3787296"/>
              <a:ext cx="15991" cy="19332"/>
            </a:xfrm>
            <a:custGeom>
              <a:avLst/>
              <a:gdLst/>
              <a:ahLst/>
              <a:cxnLst/>
              <a:rect l="l" t="t" r="r" b="b"/>
              <a:pathLst>
                <a:path w="402" h="486" extrusionOk="0">
                  <a:moveTo>
                    <a:pt x="34" y="485"/>
                  </a:moveTo>
                  <a:cubicBezTo>
                    <a:pt x="185" y="485"/>
                    <a:pt x="185" y="435"/>
                    <a:pt x="268" y="318"/>
                  </a:cubicBezTo>
                  <a:cubicBezTo>
                    <a:pt x="318" y="235"/>
                    <a:pt x="402" y="168"/>
                    <a:pt x="352" y="51"/>
                  </a:cubicBezTo>
                  <a:cubicBezTo>
                    <a:pt x="201" y="1"/>
                    <a:pt x="1" y="268"/>
                    <a:pt x="34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733;p21">
              <a:extLst>
                <a:ext uri="{FF2B5EF4-FFF2-40B4-BE49-F238E27FC236}">
                  <a16:creationId xmlns:a16="http://schemas.microsoft.com/office/drawing/2014/main" id="{1B26D668-BA46-49E1-82B4-09FE55D23B87}"/>
                </a:ext>
              </a:extLst>
            </p:cNvPr>
            <p:cNvSpPr/>
            <p:nvPr/>
          </p:nvSpPr>
          <p:spPr>
            <a:xfrm>
              <a:off x="4752802" y="2765763"/>
              <a:ext cx="17979" cy="15991"/>
            </a:xfrm>
            <a:custGeom>
              <a:avLst/>
              <a:gdLst/>
              <a:ahLst/>
              <a:cxnLst/>
              <a:rect l="l" t="t" r="r" b="b"/>
              <a:pathLst>
                <a:path w="452" h="402" extrusionOk="0">
                  <a:moveTo>
                    <a:pt x="452" y="335"/>
                  </a:moveTo>
                  <a:cubicBezTo>
                    <a:pt x="452" y="201"/>
                    <a:pt x="385" y="168"/>
                    <a:pt x="284" y="118"/>
                  </a:cubicBezTo>
                  <a:cubicBezTo>
                    <a:pt x="184" y="51"/>
                    <a:pt x="134" y="1"/>
                    <a:pt x="0" y="1"/>
                  </a:cubicBezTo>
                  <a:cubicBezTo>
                    <a:pt x="0" y="184"/>
                    <a:pt x="268" y="402"/>
                    <a:pt x="452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734;p21">
              <a:extLst>
                <a:ext uri="{FF2B5EF4-FFF2-40B4-BE49-F238E27FC236}">
                  <a16:creationId xmlns:a16="http://schemas.microsoft.com/office/drawing/2014/main" id="{B320B832-FC70-4103-AE89-F8C4ECEBF32C}"/>
                </a:ext>
              </a:extLst>
            </p:cNvPr>
            <p:cNvSpPr/>
            <p:nvPr/>
          </p:nvSpPr>
          <p:spPr>
            <a:xfrm>
              <a:off x="4576666" y="3466290"/>
              <a:ext cx="15314" cy="19292"/>
            </a:xfrm>
            <a:custGeom>
              <a:avLst/>
              <a:gdLst/>
              <a:ahLst/>
              <a:cxnLst/>
              <a:rect l="l" t="t" r="r" b="b"/>
              <a:pathLst>
                <a:path w="385" h="485" extrusionOk="0">
                  <a:moveTo>
                    <a:pt x="51" y="485"/>
                  </a:moveTo>
                  <a:cubicBezTo>
                    <a:pt x="168" y="485"/>
                    <a:pt x="168" y="435"/>
                    <a:pt x="251" y="335"/>
                  </a:cubicBezTo>
                  <a:cubicBezTo>
                    <a:pt x="301" y="251"/>
                    <a:pt x="385" y="184"/>
                    <a:pt x="351" y="84"/>
                  </a:cubicBezTo>
                  <a:cubicBezTo>
                    <a:pt x="351" y="84"/>
                    <a:pt x="351" y="0"/>
                    <a:pt x="218" y="84"/>
                  </a:cubicBezTo>
                  <a:cubicBezTo>
                    <a:pt x="184" y="101"/>
                    <a:pt x="151" y="151"/>
                    <a:pt x="118" y="184"/>
                  </a:cubicBezTo>
                  <a:cubicBezTo>
                    <a:pt x="34" y="268"/>
                    <a:pt x="1" y="3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735;p21">
              <a:extLst>
                <a:ext uri="{FF2B5EF4-FFF2-40B4-BE49-F238E27FC236}">
                  <a16:creationId xmlns:a16="http://schemas.microsoft.com/office/drawing/2014/main" id="{059E279E-BE6F-475F-8AA9-E5A3E0D249A8}"/>
                </a:ext>
              </a:extLst>
            </p:cNvPr>
            <p:cNvSpPr/>
            <p:nvPr/>
          </p:nvSpPr>
          <p:spPr>
            <a:xfrm>
              <a:off x="4870425" y="3942151"/>
              <a:ext cx="10024" cy="24622"/>
            </a:xfrm>
            <a:custGeom>
              <a:avLst/>
              <a:gdLst/>
              <a:ahLst/>
              <a:cxnLst/>
              <a:rect l="l" t="t" r="r" b="b"/>
              <a:pathLst>
                <a:path w="252" h="619" extrusionOk="0">
                  <a:moveTo>
                    <a:pt x="251" y="34"/>
                  </a:moveTo>
                  <a:cubicBezTo>
                    <a:pt x="17" y="1"/>
                    <a:pt x="1" y="619"/>
                    <a:pt x="235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736;p21">
              <a:extLst>
                <a:ext uri="{FF2B5EF4-FFF2-40B4-BE49-F238E27FC236}">
                  <a16:creationId xmlns:a16="http://schemas.microsoft.com/office/drawing/2014/main" id="{02CE46C1-8E81-41B6-8C61-C35922708EBA}"/>
                </a:ext>
              </a:extLst>
            </p:cNvPr>
            <p:cNvSpPr/>
            <p:nvPr/>
          </p:nvSpPr>
          <p:spPr>
            <a:xfrm>
              <a:off x="4576666" y="4011961"/>
              <a:ext cx="19968" cy="21281"/>
            </a:xfrm>
            <a:custGeom>
              <a:avLst/>
              <a:gdLst/>
              <a:ahLst/>
              <a:cxnLst/>
              <a:rect l="l" t="t" r="r" b="b"/>
              <a:pathLst>
                <a:path w="502" h="535" extrusionOk="0">
                  <a:moveTo>
                    <a:pt x="385" y="251"/>
                  </a:moveTo>
                  <a:cubicBezTo>
                    <a:pt x="502" y="0"/>
                    <a:pt x="184" y="117"/>
                    <a:pt x="67" y="368"/>
                  </a:cubicBezTo>
                  <a:cubicBezTo>
                    <a:pt x="1" y="501"/>
                    <a:pt x="101" y="535"/>
                    <a:pt x="201" y="485"/>
                  </a:cubicBezTo>
                  <a:cubicBezTo>
                    <a:pt x="268" y="434"/>
                    <a:pt x="351" y="318"/>
                    <a:pt x="38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737;p21">
              <a:extLst>
                <a:ext uri="{FF2B5EF4-FFF2-40B4-BE49-F238E27FC236}">
                  <a16:creationId xmlns:a16="http://schemas.microsoft.com/office/drawing/2014/main" id="{B9E9E166-7986-42D6-B2FA-BC044DD93A13}"/>
                </a:ext>
              </a:extLst>
            </p:cNvPr>
            <p:cNvSpPr/>
            <p:nvPr/>
          </p:nvSpPr>
          <p:spPr>
            <a:xfrm>
              <a:off x="4464334" y="3072808"/>
              <a:ext cx="21321" cy="20645"/>
            </a:xfrm>
            <a:custGeom>
              <a:avLst/>
              <a:gdLst/>
              <a:ahLst/>
              <a:cxnLst/>
              <a:rect l="l" t="t" r="r" b="b"/>
              <a:pathLst>
                <a:path w="536" h="519" extrusionOk="0">
                  <a:moveTo>
                    <a:pt x="352" y="519"/>
                  </a:moveTo>
                  <a:lnTo>
                    <a:pt x="368" y="352"/>
                  </a:lnTo>
                  <a:cubicBezTo>
                    <a:pt x="519" y="318"/>
                    <a:pt x="519" y="335"/>
                    <a:pt x="536" y="218"/>
                  </a:cubicBezTo>
                  <a:cubicBezTo>
                    <a:pt x="201" y="1"/>
                    <a:pt x="1" y="469"/>
                    <a:pt x="352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738;p21">
              <a:extLst>
                <a:ext uri="{FF2B5EF4-FFF2-40B4-BE49-F238E27FC236}">
                  <a16:creationId xmlns:a16="http://schemas.microsoft.com/office/drawing/2014/main" id="{A71FA4FC-9C6C-42E3-95AF-E43BFD4395B7}"/>
                </a:ext>
              </a:extLst>
            </p:cNvPr>
            <p:cNvSpPr/>
            <p:nvPr/>
          </p:nvSpPr>
          <p:spPr>
            <a:xfrm>
              <a:off x="4835858" y="2781038"/>
              <a:ext cx="13365" cy="18019"/>
            </a:xfrm>
            <a:custGeom>
              <a:avLst/>
              <a:gdLst/>
              <a:ahLst/>
              <a:cxnLst/>
              <a:rect l="l" t="t" r="r" b="b"/>
              <a:pathLst>
                <a:path w="336" h="453" extrusionOk="0">
                  <a:moveTo>
                    <a:pt x="335" y="435"/>
                  </a:moveTo>
                  <a:cubicBezTo>
                    <a:pt x="318" y="235"/>
                    <a:pt x="302" y="368"/>
                    <a:pt x="235" y="218"/>
                  </a:cubicBezTo>
                  <a:cubicBezTo>
                    <a:pt x="185" y="84"/>
                    <a:pt x="268" y="84"/>
                    <a:pt x="135" y="1"/>
                  </a:cubicBezTo>
                  <a:cubicBezTo>
                    <a:pt x="18" y="68"/>
                    <a:pt x="1" y="185"/>
                    <a:pt x="68" y="302"/>
                  </a:cubicBezTo>
                  <a:cubicBezTo>
                    <a:pt x="118" y="419"/>
                    <a:pt x="201" y="452"/>
                    <a:pt x="335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739;p21">
              <a:extLst>
                <a:ext uri="{FF2B5EF4-FFF2-40B4-BE49-F238E27FC236}">
                  <a16:creationId xmlns:a16="http://schemas.microsoft.com/office/drawing/2014/main" id="{B0A06862-813F-425F-BF35-6F1E8D369E87}"/>
                </a:ext>
              </a:extLst>
            </p:cNvPr>
            <p:cNvSpPr/>
            <p:nvPr/>
          </p:nvSpPr>
          <p:spPr>
            <a:xfrm>
              <a:off x="4660399" y="3232993"/>
              <a:ext cx="20008" cy="17979"/>
            </a:xfrm>
            <a:custGeom>
              <a:avLst/>
              <a:gdLst/>
              <a:ahLst/>
              <a:cxnLst/>
              <a:rect l="l" t="t" r="r" b="b"/>
              <a:pathLst>
                <a:path w="503" h="452" extrusionOk="0">
                  <a:moveTo>
                    <a:pt x="101" y="452"/>
                  </a:moveTo>
                  <a:cubicBezTo>
                    <a:pt x="252" y="435"/>
                    <a:pt x="218" y="385"/>
                    <a:pt x="302" y="285"/>
                  </a:cubicBezTo>
                  <a:cubicBezTo>
                    <a:pt x="352" y="235"/>
                    <a:pt x="502" y="101"/>
                    <a:pt x="368" y="34"/>
                  </a:cubicBezTo>
                  <a:cubicBezTo>
                    <a:pt x="268" y="1"/>
                    <a:pt x="1" y="251"/>
                    <a:pt x="101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740;p21">
              <a:extLst>
                <a:ext uri="{FF2B5EF4-FFF2-40B4-BE49-F238E27FC236}">
                  <a16:creationId xmlns:a16="http://schemas.microsoft.com/office/drawing/2014/main" id="{3FF4F10C-FEB4-460E-98F1-D91C19CF1901}"/>
                </a:ext>
              </a:extLst>
            </p:cNvPr>
            <p:cNvSpPr/>
            <p:nvPr/>
          </p:nvSpPr>
          <p:spPr>
            <a:xfrm>
              <a:off x="4659762" y="2874118"/>
              <a:ext cx="14638" cy="20645"/>
            </a:xfrm>
            <a:custGeom>
              <a:avLst/>
              <a:gdLst/>
              <a:ahLst/>
              <a:cxnLst/>
              <a:rect l="l" t="t" r="r" b="b"/>
              <a:pathLst>
                <a:path w="368" h="519" extrusionOk="0">
                  <a:moveTo>
                    <a:pt x="318" y="0"/>
                  </a:moveTo>
                  <a:cubicBezTo>
                    <a:pt x="134" y="34"/>
                    <a:pt x="0" y="401"/>
                    <a:pt x="117" y="451"/>
                  </a:cubicBezTo>
                  <a:cubicBezTo>
                    <a:pt x="251" y="518"/>
                    <a:pt x="368" y="117"/>
                    <a:pt x="3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741;p21">
              <a:extLst>
                <a:ext uri="{FF2B5EF4-FFF2-40B4-BE49-F238E27FC236}">
                  <a16:creationId xmlns:a16="http://schemas.microsoft.com/office/drawing/2014/main" id="{7998C7CD-B256-482D-8106-FB482E1590F3}"/>
                </a:ext>
              </a:extLst>
            </p:cNvPr>
            <p:cNvSpPr/>
            <p:nvPr/>
          </p:nvSpPr>
          <p:spPr>
            <a:xfrm>
              <a:off x="4768077" y="3195125"/>
              <a:ext cx="17979" cy="9348"/>
            </a:xfrm>
            <a:custGeom>
              <a:avLst/>
              <a:gdLst/>
              <a:ahLst/>
              <a:cxnLst/>
              <a:rect l="l" t="t" r="r" b="b"/>
              <a:pathLst>
                <a:path w="452" h="235" extrusionOk="0">
                  <a:moveTo>
                    <a:pt x="1" y="117"/>
                  </a:moveTo>
                  <a:cubicBezTo>
                    <a:pt x="101" y="234"/>
                    <a:pt x="352" y="218"/>
                    <a:pt x="452" y="117"/>
                  </a:cubicBezTo>
                  <a:cubicBezTo>
                    <a:pt x="435" y="17"/>
                    <a:pt x="402" y="0"/>
                    <a:pt x="235" y="0"/>
                  </a:cubicBezTo>
                  <a:cubicBezTo>
                    <a:pt x="84" y="0"/>
                    <a:pt x="17" y="0"/>
                    <a:pt x="1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742;p21">
              <a:extLst>
                <a:ext uri="{FF2B5EF4-FFF2-40B4-BE49-F238E27FC236}">
                  <a16:creationId xmlns:a16="http://schemas.microsoft.com/office/drawing/2014/main" id="{98A46A89-88C0-4C6A-8931-9819CB234D4C}"/>
                </a:ext>
              </a:extLst>
            </p:cNvPr>
            <p:cNvSpPr/>
            <p:nvPr/>
          </p:nvSpPr>
          <p:spPr>
            <a:xfrm>
              <a:off x="4578019" y="3617803"/>
              <a:ext cx="15991" cy="18019"/>
            </a:xfrm>
            <a:custGeom>
              <a:avLst/>
              <a:gdLst/>
              <a:ahLst/>
              <a:cxnLst/>
              <a:rect l="l" t="t" r="r" b="b"/>
              <a:pathLst>
                <a:path w="402" h="453" extrusionOk="0">
                  <a:moveTo>
                    <a:pt x="67" y="452"/>
                  </a:moveTo>
                  <a:cubicBezTo>
                    <a:pt x="201" y="452"/>
                    <a:pt x="217" y="402"/>
                    <a:pt x="284" y="302"/>
                  </a:cubicBezTo>
                  <a:cubicBezTo>
                    <a:pt x="317" y="235"/>
                    <a:pt x="401" y="101"/>
                    <a:pt x="301" y="51"/>
                  </a:cubicBezTo>
                  <a:cubicBezTo>
                    <a:pt x="201" y="1"/>
                    <a:pt x="0" y="302"/>
                    <a:pt x="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743;p21">
              <a:extLst>
                <a:ext uri="{FF2B5EF4-FFF2-40B4-BE49-F238E27FC236}">
                  <a16:creationId xmlns:a16="http://schemas.microsoft.com/office/drawing/2014/main" id="{97D0002B-3457-4101-97B1-DA8444C3B3C9}"/>
                </a:ext>
              </a:extLst>
            </p:cNvPr>
            <p:cNvSpPr/>
            <p:nvPr/>
          </p:nvSpPr>
          <p:spPr>
            <a:xfrm>
              <a:off x="4748148" y="2785692"/>
              <a:ext cx="21321" cy="12689"/>
            </a:xfrm>
            <a:custGeom>
              <a:avLst/>
              <a:gdLst/>
              <a:ahLst/>
              <a:cxnLst/>
              <a:rect l="l" t="t" r="r" b="b"/>
              <a:pathLst>
                <a:path w="536" h="319" extrusionOk="0">
                  <a:moveTo>
                    <a:pt x="502" y="285"/>
                  </a:moveTo>
                  <a:cubicBezTo>
                    <a:pt x="535" y="118"/>
                    <a:pt x="201" y="1"/>
                    <a:pt x="134" y="51"/>
                  </a:cubicBezTo>
                  <a:cubicBezTo>
                    <a:pt x="0" y="185"/>
                    <a:pt x="351" y="318"/>
                    <a:pt x="418" y="318"/>
                  </a:cubicBezTo>
                  <a:cubicBezTo>
                    <a:pt x="502" y="302"/>
                    <a:pt x="468" y="302"/>
                    <a:pt x="502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744;p21">
              <a:extLst>
                <a:ext uri="{FF2B5EF4-FFF2-40B4-BE49-F238E27FC236}">
                  <a16:creationId xmlns:a16="http://schemas.microsoft.com/office/drawing/2014/main" id="{9C2907D1-9079-44BD-A474-74DF90B86FBD}"/>
                </a:ext>
              </a:extLst>
            </p:cNvPr>
            <p:cNvSpPr/>
            <p:nvPr/>
          </p:nvSpPr>
          <p:spPr>
            <a:xfrm>
              <a:off x="4631838" y="2872766"/>
              <a:ext cx="16667" cy="19968"/>
            </a:xfrm>
            <a:custGeom>
              <a:avLst/>
              <a:gdLst/>
              <a:ahLst/>
              <a:cxnLst/>
              <a:rect l="l" t="t" r="r" b="b"/>
              <a:pathLst>
                <a:path w="419" h="502" extrusionOk="0">
                  <a:moveTo>
                    <a:pt x="51" y="485"/>
                  </a:moveTo>
                  <a:cubicBezTo>
                    <a:pt x="151" y="502"/>
                    <a:pt x="167" y="452"/>
                    <a:pt x="218" y="352"/>
                  </a:cubicBezTo>
                  <a:cubicBezTo>
                    <a:pt x="418" y="1"/>
                    <a:pt x="101" y="34"/>
                    <a:pt x="34" y="318"/>
                  </a:cubicBezTo>
                  <a:cubicBezTo>
                    <a:pt x="0" y="402"/>
                    <a:pt x="17" y="4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745;p21">
              <a:extLst>
                <a:ext uri="{FF2B5EF4-FFF2-40B4-BE49-F238E27FC236}">
                  <a16:creationId xmlns:a16="http://schemas.microsoft.com/office/drawing/2014/main" id="{05983A0B-FEF5-474D-A740-8B117A740BED}"/>
                </a:ext>
              </a:extLst>
            </p:cNvPr>
            <p:cNvSpPr/>
            <p:nvPr/>
          </p:nvSpPr>
          <p:spPr>
            <a:xfrm>
              <a:off x="4612546" y="2874118"/>
              <a:ext cx="17979" cy="15991"/>
            </a:xfrm>
            <a:custGeom>
              <a:avLst/>
              <a:gdLst/>
              <a:ahLst/>
              <a:cxnLst/>
              <a:rect l="l" t="t" r="r" b="b"/>
              <a:pathLst>
                <a:path w="452" h="402" extrusionOk="0">
                  <a:moveTo>
                    <a:pt x="201" y="401"/>
                  </a:moveTo>
                  <a:cubicBezTo>
                    <a:pt x="302" y="368"/>
                    <a:pt x="302" y="318"/>
                    <a:pt x="352" y="217"/>
                  </a:cubicBezTo>
                  <a:cubicBezTo>
                    <a:pt x="385" y="134"/>
                    <a:pt x="452" y="17"/>
                    <a:pt x="318" y="0"/>
                  </a:cubicBezTo>
                  <a:cubicBezTo>
                    <a:pt x="235" y="0"/>
                    <a:pt x="1" y="301"/>
                    <a:pt x="20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746;p21">
              <a:extLst>
                <a:ext uri="{FF2B5EF4-FFF2-40B4-BE49-F238E27FC236}">
                  <a16:creationId xmlns:a16="http://schemas.microsoft.com/office/drawing/2014/main" id="{91C59B0E-2BD0-4D34-B18E-C6EBF9655692}"/>
                </a:ext>
              </a:extLst>
            </p:cNvPr>
            <p:cNvSpPr/>
            <p:nvPr/>
          </p:nvSpPr>
          <p:spPr>
            <a:xfrm>
              <a:off x="4595959" y="4184756"/>
              <a:ext cx="13325" cy="15991"/>
            </a:xfrm>
            <a:custGeom>
              <a:avLst/>
              <a:gdLst/>
              <a:ahLst/>
              <a:cxnLst/>
              <a:rect l="l" t="t" r="r" b="b"/>
              <a:pathLst>
                <a:path w="335" h="402" extrusionOk="0">
                  <a:moveTo>
                    <a:pt x="67" y="401"/>
                  </a:moveTo>
                  <a:cubicBezTo>
                    <a:pt x="201" y="401"/>
                    <a:pt x="334" y="184"/>
                    <a:pt x="284" y="17"/>
                  </a:cubicBezTo>
                  <a:cubicBezTo>
                    <a:pt x="167" y="0"/>
                    <a:pt x="117" y="67"/>
                    <a:pt x="67" y="167"/>
                  </a:cubicBezTo>
                  <a:cubicBezTo>
                    <a:pt x="17" y="268"/>
                    <a:pt x="0" y="318"/>
                    <a:pt x="6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747;p21">
              <a:extLst>
                <a:ext uri="{FF2B5EF4-FFF2-40B4-BE49-F238E27FC236}">
                  <a16:creationId xmlns:a16="http://schemas.microsoft.com/office/drawing/2014/main" id="{B1F89DA4-B064-426E-BE8D-AEDAB990BF82}"/>
                </a:ext>
              </a:extLst>
            </p:cNvPr>
            <p:cNvSpPr/>
            <p:nvPr/>
          </p:nvSpPr>
          <p:spPr>
            <a:xfrm>
              <a:off x="4340069" y="3619156"/>
              <a:ext cx="14638" cy="16667"/>
            </a:xfrm>
            <a:custGeom>
              <a:avLst/>
              <a:gdLst/>
              <a:ahLst/>
              <a:cxnLst/>
              <a:rect l="l" t="t" r="r" b="b"/>
              <a:pathLst>
                <a:path w="368" h="419" extrusionOk="0">
                  <a:moveTo>
                    <a:pt x="84" y="418"/>
                  </a:moveTo>
                  <a:cubicBezTo>
                    <a:pt x="201" y="418"/>
                    <a:pt x="218" y="368"/>
                    <a:pt x="268" y="268"/>
                  </a:cubicBezTo>
                  <a:cubicBezTo>
                    <a:pt x="368" y="84"/>
                    <a:pt x="318" y="101"/>
                    <a:pt x="318" y="50"/>
                  </a:cubicBezTo>
                  <a:cubicBezTo>
                    <a:pt x="318" y="50"/>
                    <a:pt x="301" y="34"/>
                    <a:pt x="301" y="34"/>
                  </a:cubicBezTo>
                  <a:cubicBezTo>
                    <a:pt x="167" y="0"/>
                    <a:pt x="0" y="234"/>
                    <a:pt x="8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748;p21">
              <a:extLst>
                <a:ext uri="{FF2B5EF4-FFF2-40B4-BE49-F238E27FC236}">
                  <a16:creationId xmlns:a16="http://schemas.microsoft.com/office/drawing/2014/main" id="{A8B44976-052C-4FCF-9DB0-C836B47C3567}"/>
                </a:ext>
              </a:extLst>
            </p:cNvPr>
            <p:cNvSpPr/>
            <p:nvPr/>
          </p:nvSpPr>
          <p:spPr>
            <a:xfrm>
              <a:off x="4303513" y="3597875"/>
              <a:ext cx="17979" cy="20645"/>
            </a:xfrm>
            <a:custGeom>
              <a:avLst/>
              <a:gdLst/>
              <a:ahLst/>
              <a:cxnLst/>
              <a:rect l="l" t="t" r="r" b="b"/>
              <a:pathLst>
                <a:path w="452" h="519" extrusionOk="0">
                  <a:moveTo>
                    <a:pt x="51" y="502"/>
                  </a:moveTo>
                  <a:cubicBezTo>
                    <a:pt x="184" y="519"/>
                    <a:pt x="218" y="469"/>
                    <a:pt x="268" y="368"/>
                  </a:cubicBezTo>
                  <a:cubicBezTo>
                    <a:pt x="452" y="1"/>
                    <a:pt x="0" y="67"/>
                    <a:pt x="51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749;p21">
              <a:extLst>
                <a:ext uri="{FF2B5EF4-FFF2-40B4-BE49-F238E27FC236}">
                  <a16:creationId xmlns:a16="http://schemas.microsoft.com/office/drawing/2014/main" id="{DD32A223-6021-4C5B-886B-049FD533C088}"/>
                </a:ext>
              </a:extLst>
            </p:cNvPr>
            <p:cNvSpPr/>
            <p:nvPr/>
          </p:nvSpPr>
          <p:spPr>
            <a:xfrm>
              <a:off x="4576666" y="3365930"/>
              <a:ext cx="12013" cy="17979"/>
            </a:xfrm>
            <a:custGeom>
              <a:avLst/>
              <a:gdLst/>
              <a:ahLst/>
              <a:cxnLst/>
              <a:rect l="l" t="t" r="r" b="b"/>
              <a:pathLst>
                <a:path w="302" h="452" extrusionOk="0">
                  <a:moveTo>
                    <a:pt x="34" y="435"/>
                  </a:moveTo>
                  <a:cubicBezTo>
                    <a:pt x="168" y="452"/>
                    <a:pt x="184" y="401"/>
                    <a:pt x="235" y="301"/>
                  </a:cubicBezTo>
                  <a:cubicBezTo>
                    <a:pt x="251" y="268"/>
                    <a:pt x="268" y="218"/>
                    <a:pt x="285" y="184"/>
                  </a:cubicBezTo>
                  <a:cubicBezTo>
                    <a:pt x="301" y="151"/>
                    <a:pt x="301" y="167"/>
                    <a:pt x="301" y="117"/>
                  </a:cubicBezTo>
                  <a:cubicBezTo>
                    <a:pt x="301" y="0"/>
                    <a:pt x="301" y="117"/>
                    <a:pt x="285" y="67"/>
                  </a:cubicBezTo>
                  <a:cubicBezTo>
                    <a:pt x="134" y="17"/>
                    <a:pt x="1" y="251"/>
                    <a:pt x="3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750;p21">
              <a:extLst>
                <a:ext uri="{FF2B5EF4-FFF2-40B4-BE49-F238E27FC236}">
                  <a16:creationId xmlns:a16="http://schemas.microsoft.com/office/drawing/2014/main" id="{1297929B-DF16-415B-BC37-660BA5A876F8}"/>
                </a:ext>
              </a:extLst>
            </p:cNvPr>
            <p:cNvSpPr/>
            <p:nvPr/>
          </p:nvSpPr>
          <p:spPr>
            <a:xfrm>
              <a:off x="4703597" y="2098491"/>
              <a:ext cx="12689" cy="16627"/>
            </a:xfrm>
            <a:custGeom>
              <a:avLst/>
              <a:gdLst/>
              <a:ahLst/>
              <a:cxnLst/>
              <a:rect l="l" t="t" r="r" b="b"/>
              <a:pathLst>
                <a:path w="319" h="418" extrusionOk="0">
                  <a:moveTo>
                    <a:pt x="34" y="418"/>
                  </a:moveTo>
                  <a:cubicBezTo>
                    <a:pt x="168" y="418"/>
                    <a:pt x="185" y="368"/>
                    <a:pt x="235" y="284"/>
                  </a:cubicBezTo>
                  <a:cubicBezTo>
                    <a:pt x="268" y="201"/>
                    <a:pt x="318" y="167"/>
                    <a:pt x="318" y="34"/>
                  </a:cubicBezTo>
                  <a:cubicBezTo>
                    <a:pt x="135" y="0"/>
                    <a:pt x="1" y="201"/>
                    <a:pt x="3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751;p21">
              <a:extLst>
                <a:ext uri="{FF2B5EF4-FFF2-40B4-BE49-F238E27FC236}">
                  <a16:creationId xmlns:a16="http://schemas.microsoft.com/office/drawing/2014/main" id="{700C4851-CC66-42C6-9DA5-EF427C850B2F}"/>
                </a:ext>
              </a:extLst>
            </p:cNvPr>
            <p:cNvSpPr/>
            <p:nvPr/>
          </p:nvSpPr>
          <p:spPr>
            <a:xfrm>
              <a:off x="4609244" y="3966734"/>
              <a:ext cx="14002" cy="17343"/>
            </a:xfrm>
            <a:custGeom>
              <a:avLst/>
              <a:gdLst/>
              <a:ahLst/>
              <a:cxnLst/>
              <a:rect l="l" t="t" r="r" b="b"/>
              <a:pathLst>
                <a:path w="352" h="436" extrusionOk="0">
                  <a:moveTo>
                    <a:pt x="251" y="435"/>
                  </a:moveTo>
                  <a:cubicBezTo>
                    <a:pt x="301" y="368"/>
                    <a:pt x="351" y="151"/>
                    <a:pt x="334" y="51"/>
                  </a:cubicBezTo>
                  <a:cubicBezTo>
                    <a:pt x="201" y="34"/>
                    <a:pt x="284" y="1"/>
                    <a:pt x="201" y="68"/>
                  </a:cubicBezTo>
                  <a:cubicBezTo>
                    <a:pt x="134" y="118"/>
                    <a:pt x="0" y="402"/>
                    <a:pt x="25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752;p21">
              <a:extLst>
                <a:ext uri="{FF2B5EF4-FFF2-40B4-BE49-F238E27FC236}">
                  <a16:creationId xmlns:a16="http://schemas.microsoft.com/office/drawing/2014/main" id="{CBE8C482-0480-4AA6-8684-28DDE63D22DC}"/>
                </a:ext>
              </a:extLst>
            </p:cNvPr>
            <p:cNvSpPr/>
            <p:nvPr/>
          </p:nvSpPr>
          <p:spPr>
            <a:xfrm>
              <a:off x="4467675" y="3216366"/>
              <a:ext cx="17303" cy="12689"/>
            </a:xfrm>
            <a:custGeom>
              <a:avLst/>
              <a:gdLst/>
              <a:ahLst/>
              <a:cxnLst/>
              <a:rect l="l" t="t" r="r" b="b"/>
              <a:pathLst>
                <a:path w="435" h="319" extrusionOk="0">
                  <a:moveTo>
                    <a:pt x="0" y="151"/>
                  </a:moveTo>
                  <a:cubicBezTo>
                    <a:pt x="51" y="252"/>
                    <a:pt x="84" y="268"/>
                    <a:pt x="201" y="285"/>
                  </a:cubicBezTo>
                  <a:cubicBezTo>
                    <a:pt x="301" y="302"/>
                    <a:pt x="435" y="318"/>
                    <a:pt x="401" y="201"/>
                  </a:cubicBezTo>
                  <a:cubicBezTo>
                    <a:pt x="385" y="101"/>
                    <a:pt x="34" y="1"/>
                    <a:pt x="0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753;p21">
              <a:extLst>
                <a:ext uri="{FF2B5EF4-FFF2-40B4-BE49-F238E27FC236}">
                  <a16:creationId xmlns:a16="http://schemas.microsoft.com/office/drawing/2014/main" id="{D57C8E0E-F4B1-4BA8-A2C9-0B58040407F5}"/>
                </a:ext>
              </a:extLst>
            </p:cNvPr>
            <p:cNvSpPr/>
            <p:nvPr/>
          </p:nvSpPr>
          <p:spPr>
            <a:xfrm>
              <a:off x="4823249" y="2824237"/>
              <a:ext cx="15991" cy="14002"/>
            </a:xfrm>
            <a:custGeom>
              <a:avLst/>
              <a:gdLst/>
              <a:ahLst/>
              <a:cxnLst/>
              <a:rect l="l" t="t" r="r" b="b"/>
              <a:pathLst>
                <a:path w="402" h="352" extrusionOk="0">
                  <a:moveTo>
                    <a:pt x="401" y="335"/>
                  </a:moveTo>
                  <a:cubicBezTo>
                    <a:pt x="401" y="201"/>
                    <a:pt x="368" y="201"/>
                    <a:pt x="285" y="135"/>
                  </a:cubicBezTo>
                  <a:cubicBezTo>
                    <a:pt x="218" y="68"/>
                    <a:pt x="201" y="1"/>
                    <a:pt x="84" y="1"/>
                  </a:cubicBezTo>
                  <a:cubicBezTo>
                    <a:pt x="0" y="168"/>
                    <a:pt x="201" y="352"/>
                    <a:pt x="401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754;p21">
              <a:extLst>
                <a:ext uri="{FF2B5EF4-FFF2-40B4-BE49-F238E27FC236}">
                  <a16:creationId xmlns:a16="http://schemas.microsoft.com/office/drawing/2014/main" id="{6775B0E5-1E24-459B-BB11-E0915A86AAA7}"/>
                </a:ext>
              </a:extLst>
            </p:cNvPr>
            <p:cNvSpPr/>
            <p:nvPr/>
          </p:nvSpPr>
          <p:spPr>
            <a:xfrm>
              <a:off x="4764099" y="3688290"/>
              <a:ext cx="16667" cy="16627"/>
            </a:xfrm>
            <a:custGeom>
              <a:avLst/>
              <a:gdLst/>
              <a:ahLst/>
              <a:cxnLst/>
              <a:rect l="l" t="t" r="r" b="b"/>
              <a:pathLst>
                <a:path w="419" h="418" extrusionOk="0">
                  <a:moveTo>
                    <a:pt x="234" y="100"/>
                  </a:moveTo>
                  <a:cubicBezTo>
                    <a:pt x="151" y="50"/>
                    <a:pt x="168" y="0"/>
                    <a:pt x="17" y="0"/>
                  </a:cubicBezTo>
                  <a:cubicBezTo>
                    <a:pt x="0" y="217"/>
                    <a:pt x="218" y="418"/>
                    <a:pt x="335" y="284"/>
                  </a:cubicBezTo>
                  <a:cubicBezTo>
                    <a:pt x="418" y="201"/>
                    <a:pt x="268" y="134"/>
                    <a:pt x="234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755;p21">
              <a:extLst>
                <a:ext uri="{FF2B5EF4-FFF2-40B4-BE49-F238E27FC236}">
                  <a16:creationId xmlns:a16="http://schemas.microsoft.com/office/drawing/2014/main" id="{A8FE3D74-9555-4626-9267-02164F0D4B6F}"/>
                </a:ext>
              </a:extLst>
            </p:cNvPr>
            <p:cNvSpPr/>
            <p:nvPr/>
          </p:nvSpPr>
          <p:spPr>
            <a:xfrm>
              <a:off x="4744807" y="3935508"/>
              <a:ext cx="15354" cy="19968"/>
            </a:xfrm>
            <a:custGeom>
              <a:avLst/>
              <a:gdLst/>
              <a:ahLst/>
              <a:cxnLst/>
              <a:rect l="l" t="t" r="r" b="b"/>
              <a:pathLst>
                <a:path w="386" h="502" extrusionOk="0">
                  <a:moveTo>
                    <a:pt x="285" y="285"/>
                  </a:moveTo>
                  <a:cubicBezTo>
                    <a:pt x="385" y="101"/>
                    <a:pt x="135" y="1"/>
                    <a:pt x="34" y="318"/>
                  </a:cubicBezTo>
                  <a:cubicBezTo>
                    <a:pt x="1" y="385"/>
                    <a:pt x="18" y="502"/>
                    <a:pt x="135" y="452"/>
                  </a:cubicBezTo>
                  <a:cubicBezTo>
                    <a:pt x="151" y="435"/>
                    <a:pt x="268" y="301"/>
                    <a:pt x="285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756;p21">
              <a:extLst>
                <a:ext uri="{FF2B5EF4-FFF2-40B4-BE49-F238E27FC236}">
                  <a16:creationId xmlns:a16="http://schemas.microsoft.com/office/drawing/2014/main" id="{8EB0414F-43DA-4A32-8C7D-01A13A84D4A1}"/>
                </a:ext>
              </a:extLst>
            </p:cNvPr>
            <p:cNvSpPr/>
            <p:nvPr/>
          </p:nvSpPr>
          <p:spPr>
            <a:xfrm>
              <a:off x="4572689" y="3255587"/>
              <a:ext cx="15314" cy="17979"/>
            </a:xfrm>
            <a:custGeom>
              <a:avLst/>
              <a:gdLst/>
              <a:ahLst/>
              <a:cxnLst/>
              <a:rect l="l" t="t" r="r" b="b"/>
              <a:pathLst>
                <a:path w="385" h="452" extrusionOk="0">
                  <a:moveTo>
                    <a:pt x="84" y="435"/>
                  </a:moveTo>
                  <a:cubicBezTo>
                    <a:pt x="218" y="452"/>
                    <a:pt x="184" y="418"/>
                    <a:pt x="251" y="318"/>
                  </a:cubicBezTo>
                  <a:cubicBezTo>
                    <a:pt x="284" y="268"/>
                    <a:pt x="385" y="168"/>
                    <a:pt x="318" y="101"/>
                  </a:cubicBezTo>
                  <a:cubicBezTo>
                    <a:pt x="218" y="1"/>
                    <a:pt x="0" y="235"/>
                    <a:pt x="8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757;p21">
              <a:extLst>
                <a:ext uri="{FF2B5EF4-FFF2-40B4-BE49-F238E27FC236}">
                  <a16:creationId xmlns:a16="http://schemas.microsoft.com/office/drawing/2014/main" id="{A1A6C3E5-D054-410E-9125-E71DCA354359}"/>
                </a:ext>
              </a:extLst>
            </p:cNvPr>
            <p:cNvSpPr/>
            <p:nvPr/>
          </p:nvSpPr>
          <p:spPr>
            <a:xfrm>
              <a:off x="4743494" y="3872381"/>
              <a:ext cx="12649" cy="15991"/>
            </a:xfrm>
            <a:custGeom>
              <a:avLst/>
              <a:gdLst/>
              <a:ahLst/>
              <a:cxnLst/>
              <a:rect l="l" t="t" r="r" b="b"/>
              <a:pathLst>
                <a:path w="318" h="402" extrusionOk="0">
                  <a:moveTo>
                    <a:pt x="67" y="368"/>
                  </a:moveTo>
                  <a:cubicBezTo>
                    <a:pt x="184" y="401"/>
                    <a:pt x="184" y="368"/>
                    <a:pt x="234" y="251"/>
                  </a:cubicBezTo>
                  <a:cubicBezTo>
                    <a:pt x="301" y="117"/>
                    <a:pt x="318" y="84"/>
                    <a:pt x="251" y="0"/>
                  </a:cubicBezTo>
                  <a:cubicBezTo>
                    <a:pt x="101" y="0"/>
                    <a:pt x="0" y="234"/>
                    <a:pt x="6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758;p21">
              <a:extLst>
                <a:ext uri="{FF2B5EF4-FFF2-40B4-BE49-F238E27FC236}">
                  <a16:creationId xmlns:a16="http://schemas.microsoft.com/office/drawing/2014/main" id="{251BAEF1-D6DE-4F89-B787-7E1A6DA17A9E}"/>
                </a:ext>
              </a:extLst>
            </p:cNvPr>
            <p:cNvSpPr/>
            <p:nvPr/>
          </p:nvSpPr>
          <p:spPr>
            <a:xfrm>
              <a:off x="4571336" y="4087062"/>
              <a:ext cx="18656" cy="23270"/>
            </a:xfrm>
            <a:custGeom>
              <a:avLst/>
              <a:gdLst/>
              <a:ahLst/>
              <a:cxnLst/>
              <a:rect l="l" t="t" r="r" b="b"/>
              <a:pathLst>
                <a:path w="469" h="585" extrusionOk="0">
                  <a:moveTo>
                    <a:pt x="318" y="301"/>
                  </a:moveTo>
                  <a:cubicBezTo>
                    <a:pt x="469" y="0"/>
                    <a:pt x="185" y="117"/>
                    <a:pt x="84" y="301"/>
                  </a:cubicBezTo>
                  <a:cubicBezTo>
                    <a:pt x="1" y="501"/>
                    <a:pt x="185" y="585"/>
                    <a:pt x="318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759;p21">
              <a:extLst>
                <a:ext uri="{FF2B5EF4-FFF2-40B4-BE49-F238E27FC236}">
                  <a16:creationId xmlns:a16="http://schemas.microsoft.com/office/drawing/2014/main" id="{D7963350-0DE7-4625-B0C0-095650B97316}"/>
                </a:ext>
              </a:extLst>
            </p:cNvPr>
            <p:cNvSpPr/>
            <p:nvPr/>
          </p:nvSpPr>
          <p:spPr>
            <a:xfrm>
              <a:off x="4728856" y="2136359"/>
              <a:ext cx="13365" cy="15314"/>
            </a:xfrm>
            <a:custGeom>
              <a:avLst/>
              <a:gdLst/>
              <a:ahLst/>
              <a:cxnLst/>
              <a:rect l="l" t="t" r="r" b="b"/>
              <a:pathLst>
                <a:path w="336" h="385" extrusionOk="0">
                  <a:moveTo>
                    <a:pt x="34" y="352"/>
                  </a:moveTo>
                  <a:cubicBezTo>
                    <a:pt x="168" y="385"/>
                    <a:pt x="335" y="184"/>
                    <a:pt x="302" y="34"/>
                  </a:cubicBezTo>
                  <a:cubicBezTo>
                    <a:pt x="185" y="1"/>
                    <a:pt x="151" y="51"/>
                    <a:pt x="84" y="118"/>
                  </a:cubicBezTo>
                  <a:cubicBezTo>
                    <a:pt x="84" y="118"/>
                    <a:pt x="18" y="201"/>
                    <a:pt x="18" y="201"/>
                  </a:cubicBezTo>
                  <a:cubicBezTo>
                    <a:pt x="1" y="235"/>
                    <a:pt x="1" y="218"/>
                    <a:pt x="1" y="268"/>
                  </a:cubicBezTo>
                  <a:cubicBezTo>
                    <a:pt x="1" y="352"/>
                    <a:pt x="1" y="318"/>
                    <a:pt x="34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760;p21">
              <a:extLst>
                <a:ext uri="{FF2B5EF4-FFF2-40B4-BE49-F238E27FC236}">
                  <a16:creationId xmlns:a16="http://schemas.microsoft.com/office/drawing/2014/main" id="{47FE3656-924A-4982-8DA1-53743C7C7616}"/>
                </a:ext>
              </a:extLst>
            </p:cNvPr>
            <p:cNvSpPr/>
            <p:nvPr/>
          </p:nvSpPr>
          <p:spPr>
            <a:xfrm>
              <a:off x="4817282" y="3819198"/>
              <a:ext cx="18616" cy="23310"/>
            </a:xfrm>
            <a:custGeom>
              <a:avLst/>
              <a:gdLst/>
              <a:ahLst/>
              <a:cxnLst/>
              <a:rect l="l" t="t" r="r" b="b"/>
              <a:pathLst>
                <a:path w="468" h="586" extrusionOk="0">
                  <a:moveTo>
                    <a:pt x="184" y="585"/>
                  </a:moveTo>
                  <a:cubicBezTo>
                    <a:pt x="301" y="585"/>
                    <a:pt x="301" y="585"/>
                    <a:pt x="334" y="468"/>
                  </a:cubicBezTo>
                  <a:cubicBezTo>
                    <a:pt x="468" y="1"/>
                    <a:pt x="0" y="268"/>
                    <a:pt x="1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761;p21">
              <a:extLst>
                <a:ext uri="{FF2B5EF4-FFF2-40B4-BE49-F238E27FC236}">
                  <a16:creationId xmlns:a16="http://schemas.microsoft.com/office/drawing/2014/main" id="{3ECDBA97-A9EC-4949-8976-58A1BF3A9D81}"/>
                </a:ext>
              </a:extLst>
            </p:cNvPr>
            <p:cNvSpPr/>
            <p:nvPr/>
          </p:nvSpPr>
          <p:spPr>
            <a:xfrm>
              <a:off x="4457691" y="3290830"/>
              <a:ext cx="17979" cy="10660"/>
            </a:xfrm>
            <a:custGeom>
              <a:avLst/>
              <a:gdLst/>
              <a:ahLst/>
              <a:cxnLst/>
              <a:rect l="l" t="t" r="r" b="b"/>
              <a:pathLst>
                <a:path w="452" h="268" extrusionOk="0">
                  <a:moveTo>
                    <a:pt x="1" y="167"/>
                  </a:moveTo>
                  <a:cubicBezTo>
                    <a:pt x="51" y="251"/>
                    <a:pt x="51" y="251"/>
                    <a:pt x="168" y="251"/>
                  </a:cubicBezTo>
                  <a:cubicBezTo>
                    <a:pt x="268" y="268"/>
                    <a:pt x="302" y="268"/>
                    <a:pt x="385" y="234"/>
                  </a:cubicBezTo>
                  <a:cubicBezTo>
                    <a:pt x="452" y="34"/>
                    <a:pt x="68" y="0"/>
                    <a:pt x="1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762;p21">
              <a:extLst>
                <a:ext uri="{FF2B5EF4-FFF2-40B4-BE49-F238E27FC236}">
                  <a16:creationId xmlns:a16="http://schemas.microsoft.com/office/drawing/2014/main" id="{CA871D3E-7EDB-4753-A3C8-7AF74EBF3E86}"/>
                </a:ext>
              </a:extLst>
            </p:cNvPr>
            <p:cNvSpPr/>
            <p:nvPr/>
          </p:nvSpPr>
          <p:spPr>
            <a:xfrm>
              <a:off x="4427142" y="3848435"/>
              <a:ext cx="14638" cy="12013"/>
            </a:xfrm>
            <a:custGeom>
              <a:avLst/>
              <a:gdLst/>
              <a:ahLst/>
              <a:cxnLst/>
              <a:rect l="l" t="t" r="r" b="b"/>
              <a:pathLst>
                <a:path w="368" h="302" extrusionOk="0">
                  <a:moveTo>
                    <a:pt x="17" y="268"/>
                  </a:moveTo>
                  <a:cubicBezTo>
                    <a:pt x="134" y="302"/>
                    <a:pt x="201" y="268"/>
                    <a:pt x="268" y="201"/>
                  </a:cubicBezTo>
                  <a:cubicBezTo>
                    <a:pt x="368" y="134"/>
                    <a:pt x="368" y="101"/>
                    <a:pt x="301" y="1"/>
                  </a:cubicBezTo>
                  <a:cubicBezTo>
                    <a:pt x="151" y="17"/>
                    <a:pt x="0" y="101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763;p21">
              <a:extLst>
                <a:ext uri="{FF2B5EF4-FFF2-40B4-BE49-F238E27FC236}">
                  <a16:creationId xmlns:a16="http://schemas.microsoft.com/office/drawing/2014/main" id="{0D8DDC5F-0026-4313-897C-E6ED579075BA}"/>
                </a:ext>
              </a:extLst>
            </p:cNvPr>
            <p:cNvSpPr/>
            <p:nvPr/>
          </p:nvSpPr>
          <p:spPr>
            <a:xfrm>
              <a:off x="4855827" y="2640145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201" y="385"/>
                  </a:moveTo>
                  <a:cubicBezTo>
                    <a:pt x="301" y="318"/>
                    <a:pt x="251" y="335"/>
                    <a:pt x="301" y="184"/>
                  </a:cubicBezTo>
                  <a:cubicBezTo>
                    <a:pt x="334" y="118"/>
                    <a:pt x="384" y="34"/>
                    <a:pt x="268" y="17"/>
                  </a:cubicBezTo>
                  <a:cubicBezTo>
                    <a:pt x="100" y="1"/>
                    <a:pt x="0" y="301"/>
                    <a:pt x="2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764;p21">
              <a:extLst>
                <a:ext uri="{FF2B5EF4-FFF2-40B4-BE49-F238E27FC236}">
                  <a16:creationId xmlns:a16="http://schemas.microsoft.com/office/drawing/2014/main" id="{7BD3B266-121E-4CB1-9316-28A6F8C2CC85}"/>
                </a:ext>
              </a:extLst>
            </p:cNvPr>
            <p:cNvSpPr/>
            <p:nvPr/>
          </p:nvSpPr>
          <p:spPr>
            <a:xfrm>
              <a:off x="4668394" y="3895651"/>
              <a:ext cx="7995" cy="14638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34" y="368"/>
                  </a:moveTo>
                  <a:cubicBezTo>
                    <a:pt x="184" y="368"/>
                    <a:pt x="201" y="334"/>
                    <a:pt x="201" y="184"/>
                  </a:cubicBezTo>
                  <a:cubicBezTo>
                    <a:pt x="201" y="33"/>
                    <a:pt x="184" y="0"/>
                    <a:pt x="34" y="0"/>
                  </a:cubicBezTo>
                  <a:cubicBezTo>
                    <a:pt x="0" y="134"/>
                    <a:pt x="0" y="234"/>
                    <a:pt x="3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765;p21">
              <a:extLst>
                <a:ext uri="{FF2B5EF4-FFF2-40B4-BE49-F238E27FC236}">
                  <a16:creationId xmlns:a16="http://schemas.microsoft.com/office/drawing/2014/main" id="{4F04EBA5-C15B-4347-89F1-24C64F74C1B2}"/>
                </a:ext>
              </a:extLst>
            </p:cNvPr>
            <p:cNvSpPr/>
            <p:nvPr/>
          </p:nvSpPr>
          <p:spPr>
            <a:xfrm>
              <a:off x="4519506" y="2839551"/>
              <a:ext cx="8671" cy="15314"/>
            </a:xfrm>
            <a:custGeom>
              <a:avLst/>
              <a:gdLst/>
              <a:ahLst/>
              <a:cxnLst/>
              <a:rect l="l" t="t" r="r" b="b"/>
              <a:pathLst>
                <a:path w="218" h="385" extrusionOk="0">
                  <a:moveTo>
                    <a:pt x="151" y="368"/>
                  </a:moveTo>
                  <a:cubicBezTo>
                    <a:pt x="218" y="234"/>
                    <a:pt x="201" y="100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34"/>
                    <a:pt x="1" y="385"/>
                    <a:pt x="1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766;p21">
              <a:extLst>
                <a:ext uri="{FF2B5EF4-FFF2-40B4-BE49-F238E27FC236}">
                  <a16:creationId xmlns:a16="http://schemas.microsoft.com/office/drawing/2014/main" id="{B811C629-9533-4BBA-B8E2-FC7B87781CF6}"/>
                </a:ext>
              </a:extLst>
            </p:cNvPr>
            <p:cNvSpPr/>
            <p:nvPr/>
          </p:nvSpPr>
          <p:spPr>
            <a:xfrm>
              <a:off x="4909646" y="2714609"/>
              <a:ext cx="16667" cy="11973"/>
            </a:xfrm>
            <a:custGeom>
              <a:avLst/>
              <a:gdLst/>
              <a:ahLst/>
              <a:cxnLst/>
              <a:rect l="l" t="t" r="r" b="b"/>
              <a:pathLst>
                <a:path w="419" h="301" extrusionOk="0">
                  <a:moveTo>
                    <a:pt x="418" y="284"/>
                  </a:moveTo>
                  <a:cubicBezTo>
                    <a:pt x="418" y="167"/>
                    <a:pt x="402" y="117"/>
                    <a:pt x="301" y="84"/>
                  </a:cubicBezTo>
                  <a:cubicBezTo>
                    <a:pt x="201" y="33"/>
                    <a:pt x="101" y="0"/>
                    <a:pt x="51" y="100"/>
                  </a:cubicBezTo>
                  <a:cubicBezTo>
                    <a:pt x="1" y="217"/>
                    <a:pt x="335" y="301"/>
                    <a:pt x="418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767;p21">
              <a:extLst>
                <a:ext uri="{FF2B5EF4-FFF2-40B4-BE49-F238E27FC236}">
                  <a16:creationId xmlns:a16="http://schemas.microsoft.com/office/drawing/2014/main" id="{D5F92E9B-D263-49F3-8EC8-5044D8D62EF4}"/>
                </a:ext>
              </a:extLst>
            </p:cNvPr>
            <p:cNvSpPr/>
            <p:nvPr/>
          </p:nvSpPr>
          <p:spPr>
            <a:xfrm>
              <a:off x="4552760" y="2630837"/>
              <a:ext cx="14638" cy="19332"/>
            </a:xfrm>
            <a:custGeom>
              <a:avLst/>
              <a:gdLst/>
              <a:ahLst/>
              <a:cxnLst/>
              <a:rect l="l" t="t" r="r" b="b"/>
              <a:pathLst>
                <a:path w="368" h="486" extrusionOk="0">
                  <a:moveTo>
                    <a:pt x="368" y="218"/>
                  </a:moveTo>
                  <a:cubicBezTo>
                    <a:pt x="251" y="1"/>
                    <a:pt x="0" y="268"/>
                    <a:pt x="0" y="302"/>
                  </a:cubicBezTo>
                  <a:cubicBezTo>
                    <a:pt x="0" y="485"/>
                    <a:pt x="318" y="368"/>
                    <a:pt x="368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768;p21">
              <a:extLst>
                <a:ext uri="{FF2B5EF4-FFF2-40B4-BE49-F238E27FC236}">
                  <a16:creationId xmlns:a16="http://schemas.microsoft.com/office/drawing/2014/main" id="{D99D1435-96B5-4CE1-8A25-ED4CB8F3B682}"/>
                </a:ext>
              </a:extLst>
            </p:cNvPr>
            <p:cNvSpPr/>
            <p:nvPr/>
          </p:nvSpPr>
          <p:spPr>
            <a:xfrm>
              <a:off x="4815930" y="3915580"/>
              <a:ext cx="9348" cy="15314"/>
            </a:xfrm>
            <a:custGeom>
              <a:avLst/>
              <a:gdLst/>
              <a:ahLst/>
              <a:cxnLst/>
              <a:rect l="l" t="t" r="r" b="b"/>
              <a:pathLst>
                <a:path w="235" h="385" extrusionOk="0">
                  <a:moveTo>
                    <a:pt x="68" y="368"/>
                  </a:moveTo>
                  <a:cubicBezTo>
                    <a:pt x="218" y="385"/>
                    <a:pt x="235" y="351"/>
                    <a:pt x="235" y="184"/>
                  </a:cubicBezTo>
                  <a:cubicBezTo>
                    <a:pt x="235" y="50"/>
                    <a:pt x="235" y="17"/>
                    <a:pt x="101" y="0"/>
                  </a:cubicBezTo>
                  <a:cubicBezTo>
                    <a:pt x="1" y="101"/>
                    <a:pt x="34" y="234"/>
                    <a:pt x="68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769;p21">
              <a:extLst>
                <a:ext uri="{FF2B5EF4-FFF2-40B4-BE49-F238E27FC236}">
                  <a16:creationId xmlns:a16="http://schemas.microsoft.com/office/drawing/2014/main" id="{EE0A7F78-D2C4-407E-AD62-94229F0C108F}"/>
                </a:ext>
              </a:extLst>
            </p:cNvPr>
            <p:cNvSpPr/>
            <p:nvPr/>
          </p:nvSpPr>
          <p:spPr>
            <a:xfrm>
              <a:off x="4734186" y="2561743"/>
              <a:ext cx="7359" cy="15314"/>
            </a:xfrm>
            <a:custGeom>
              <a:avLst/>
              <a:gdLst/>
              <a:ahLst/>
              <a:cxnLst/>
              <a:rect l="l" t="t" r="r" b="b"/>
              <a:pathLst>
                <a:path w="185" h="385" extrusionOk="0">
                  <a:moveTo>
                    <a:pt x="151" y="384"/>
                  </a:moveTo>
                  <a:cubicBezTo>
                    <a:pt x="184" y="267"/>
                    <a:pt x="184" y="117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68"/>
                    <a:pt x="17" y="384"/>
                    <a:pt x="151" y="3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770;p21">
              <a:extLst>
                <a:ext uri="{FF2B5EF4-FFF2-40B4-BE49-F238E27FC236}">
                  <a16:creationId xmlns:a16="http://schemas.microsoft.com/office/drawing/2014/main" id="{313D691E-51A8-4455-9241-B85B95E04A0B}"/>
                </a:ext>
              </a:extLst>
            </p:cNvPr>
            <p:cNvSpPr/>
            <p:nvPr/>
          </p:nvSpPr>
          <p:spPr>
            <a:xfrm>
              <a:off x="4488280" y="3051567"/>
              <a:ext cx="14638" cy="10660"/>
            </a:xfrm>
            <a:custGeom>
              <a:avLst/>
              <a:gdLst/>
              <a:ahLst/>
              <a:cxnLst/>
              <a:rect l="l" t="t" r="r" b="b"/>
              <a:pathLst>
                <a:path w="368" h="268" extrusionOk="0">
                  <a:moveTo>
                    <a:pt x="0" y="67"/>
                  </a:moveTo>
                  <a:cubicBezTo>
                    <a:pt x="0" y="268"/>
                    <a:pt x="201" y="268"/>
                    <a:pt x="368" y="251"/>
                  </a:cubicBezTo>
                  <a:cubicBezTo>
                    <a:pt x="368" y="34"/>
                    <a:pt x="50" y="0"/>
                    <a:pt x="0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71;p21">
              <a:extLst>
                <a:ext uri="{FF2B5EF4-FFF2-40B4-BE49-F238E27FC236}">
                  <a16:creationId xmlns:a16="http://schemas.microsoft.com/office/drawing/2014/main" id="{20517E69-28B5-4905-9481-8B3887C446D1}"/>
                </a:ext>
              </a:extLst>
            </p:cNvPr>
            <p:cNvSpPr/>
            <p:nvPr/>
          </p:nvSpPr>
          <p:spPr>
            <a:xfrm>
              <a:off x="4581320" y="3221020"/>
              <a:ext cx="13325" cy="17343"/>
            </a:xfrm>
            <a:custGeom>
              <a:avLst/>
              <a:gdLst/>
              <a:ahLst/>
              <a:cxnLst/>
              <a:rect l="l" t="t" r="r" b="b"/>
              <a:pathLst>
                <a:path w="335" h="436" extrusionOk="0">
                  <a:moveTo>
                    <a:pt x="34" y="318"/>
                  </a:moveTo>
                  <a:cubicBezTo>
                    <a:pt x="34" y="318"/>
                    <a:pt x="84" y="435"/>
                    <a:pt x="234" y="268"/>
                  </a:cubicBezTo>
                  <a:cubicBezTo>
                    <a:pt x="285" y="201"/>
                    <a:pt x="335" y="135"/>
                    <a:pt x="301" y="18"/>
                  </a:cubicBezTo>
                  <a:cubicBezTo>
                    <a:pt x="151" y="1"/>
                    <a:pt x="1" y="201"/>
                    <a:pt x="34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72;p21">
              <a:extLst>
                <a:ext uri="{FF2B5EF4-FFF2-40B4-BE49-F238E27FC236}">
                  <a16:creationId xmlns:a16="http://schemas.microsoft.com/office/drawing/2014/main" id="{6F4F3B51-B101-4052-9532-D567476D1049}"/>
                </a:ext>
              </a:extLst>
            </p:cNvPr>
            <p:cNvSpPr/>
            <p:nvPr/>
          </p:nvSpPr>
          <p:spPr>
            <a:xfrm>
              <a:off x="4428455" y="2631513"/>
              <a:ext cx="15314" cy="14678"/>
            </a:xfrm>
            <a:custGeom>
              <a:avLst/>
              <a:gdLst/>
              <a:ahLst/>
              <a:cxnLst/>
              <a:rect l="l" t="t" r="r" b="b"/>
              <a:pathLst>
                <a:path w="385" h="369" extrusionOk="0">
                  <a:moveTo>
                    <a:pt x="118" y="318"/>
                  </a:moveTo>
                  <a:cubicBezTo>
                    <a:pt x="235" y="368"/>
                    <a:pt x="218" y="318"/>
                    <a:pt x="268" y="234"/>
                  </a:cubicBezTo>
                  <a:cubicBezTo>
                    <a:pt x="368" y="117"/>
                    <a:pt x="385" y="184"/>
                    <a:pt x="368" y="17"/>
                  </a:cubicBezTo>
                  <a:cubicBezTo>
                    <a:pt x="184" y="0"/>
                    <a:pt x="1" y="134"/>
                    <a:pt x="118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73;p21">
              <a:extLst>
                <a:ext uri="{FF2B5EF4-FFF2-40B4-BE49-F238E27FC236}">
                  <a16:creationId xmlns:a16="http://schemas.microsoft.com/office/drawing/2014/main" id="{5DD1E3BA-DB4E-444C-942D-24D2BE0D2345}"/>
                </a:ext>
              </a:extLst>
            </p:cNvPr>
            <p:cNvSpPr/>
            <p:nvPr/>
          </p:nvSpPr>
          <p:spPr>
            <a:xfrm>
              <a:off x="4577343" y="3512154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101" y="385"/>
                  </a:moveTo>
                  <a:cubicBezTo>
                    <a:pt x="251" y="385"/>
                    <a:pt x="218" y="368"/>
                    <a:pt x="284" y="234"/>
                  </a:cubicBezTo>
                  <a:cubicBezTo>
                    <a:pt x="318" y="184"/>
                    <a:pt x="385" y="84"/>
                    <a:pt x="318" y="50"/>
                  </a:cubicBezTo>
                  <a:cubicBezTo>
                    <a:pt x="201" y="0"/>
                    <a:pt x="0" y="201"/>
                    <a:pt x="1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74;p21">
              <a:extLst>
                <a:ext uri="{FF2B5EF4-FFF2-40B4-BE49-F238E27FC236}">
                  <a16:creationId xmlns:a16="http://schemas.microsoft.com/office/drawing/2014/main" id="{743E3E1C-8646-4A33-8152-90A6F7C141FC}"/>
                </a:ext>
              </a:extLst>
            </p:cNvPr>
            <p:cNvSpPr/>
            <p:nvPr/>
          </p:nvSpPr>
          <p:spPr>
            <a:xfrm>
              <a:off x="4576666" y="3437053"/>
              <a:ext cx="12689" cy="19292"/>
            </a:xfrm>
            <a:custGeom>
              <a:avLst/>
              <a:gdLst/>
              <a:ahLst/>
              <a:cxnLst/>
              <a:rect l="l" t="t" r="r" b="b"/>
              <a:pathLst>
                <a:path w="319" h="485" extrusionOk="0">
                  <a:moveTo>
                    <a:pt x="1" y="435"/>
                  </a:moveTo>
                  <a:cubicBezTo>
                    <a:pt x="101" y="468"/>
                    <a:pt x="134" y="485"/>
                    <a:pt x="201" y="401"/>
                  </a:cubicBezTo>
                  <a:cubicBezTo>
                    <a:pt x="218" y="384"/>
                    <a:pt x="318" y="234"/>
                    <a:pt x="285" y="184"/>
                  </a:cubicBezTo>
                  <a:cubicBezTo>
                    <a:pt x="201" y="0"/>
                    <a:pt x="17" y="284"/>
                    <a:pt x="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75;p21">
              <a:extLst>
                <a:ext uri="{FF2B5EF4-FFF2-40B4-BE49-F238E27FC236}">
                  <a16:creationId xmlns:a16="http://schemas.microsoft.com/office/drawing/2014/main" id="{40C88A2D-36EA-4650-92CA-1CC4F9784F4A}"/>
                </a:ext>
              </a:extLst>
            </p:cNvPr>
            <p:cNvSpPr/>
            <p:nvPr/>
          </p:nvSpPr>
          <p:spPr>
            <a:xfrm>
              <a:off x="4643811" y="3964745"/>
              <a:ext cx="11973" cy="17343"/>
            </a:xfrm>
            <a:custGeom>
              <a:avLst/>
              <a:gdLst/>
              <a:ahLst/>
              <a:cxnLst/>
              <a:rect l="l" t="t" r="r" b="b"/>
              <a:pathLst>
                <a:path w="301" h="436" extrusionOk="0">
                  <a:moveTo>
                    <a:pt x="17" y="435"/>
                  </a:moveTo>
                  <a:cubicBezTo>
                    <a:pt x="151" y="385"/>
                    <a:pt x="151" y="435"/>
                    <a:pt x="217" y="285"/>
                  </a:cubicBezTo>
                  <a:cubicBezTo>
                    <a:pt x="268" y="201"/>
                    <a:pt x="301" y="134"/>
                    <a:pt x="217" y="84"/>
                  </a:cubicBezTo>
                  <a:cubicBezTo>
                    <a:pt x="50" y="1"/>
                    <a:pt x="0" y="335"/>
                    <a:pt x="17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76;p21">
              <a:extLst>
                <a:ext uri="{FF2B5EF4-FFF2-40B4-BE49-F238E27FC236}">
                  <a16:creationId xmlns:a16="http://schemas.microsoft.com/office/drawing/2014/main" id="{205A2340-2DBC-4BE6-916C-07B741FC3E1B}"/>
                </a:ext>
              </a:extLst>
            </p:cNvPr>
            <p:cNvSpPr/>
            <p:nvPr/>
          </p:nvSpPr>
          <p:spPr>
            <a:xfrm>
              <a:off x="4618552" y="3834473"/>
              <a:ext cx="11337" cy="14678"/>
            </a:xfrm>
            <a:custGeom>
              <a:avLst/>
              <a:gdLst/>
              <a:ahLst/>
              <a:cxnLst/>
              <a:rect l="l" t="t" r="r" b="b"/>
              <a:pathLst>
                <a:path w="285" h="369" extrusionOk="0">
                  <a:moveTo>
                    <a:pt x="117" y="1"/>
                  </a:moveTo>
                  <a:cubicBezTo>
                    <a:pt x="0" y="168"/>
                    <a:pt x="50" y="368"/>
                    <a:pt x="268" y="368"/>
                  </a:cubicBezTo>
                  <a:cubicBezTo>
                    <a:pt x="284" y="302"/>
                    <a:pt x="268" y="235"/>
                    <a:pt x="251" y="135"/>
                  </a:cubicBezTo>
                  <a:cubicBezTo>
                    <a:pt x="217" y="18"/>
                    <a:pt x="217" y="18"/>
                    <a:pt x="11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77;p21">
              <a:extLst>
                <a:ext uri="{FF2B5EF4-FFF2-40B4-BE49-F238E27FC236}">
                  <a16:creationId xmlns:a16="http://schemas.microsoft.com/office/drawing/2014/main" id="{1A9FD4B2-2106-4A58-BC15-37293D365EFF}"/>
                </a:ext>
              </a:extLst>
            </p:cNvPr>
            <p:cNvSpPr/>
            <p:nvPr/>
          </p:nvSpPr>
          <p:spPr>
            <a:xfrm>
              <a:off x="4677702" y="2084529"/>
              <a:ext cx="15991" cy="12649"/>
            </a:xfrm>
            <a:custGeom>
              <a:avLst/>
              <a:gdLst/>
              <a:ahLst/>
              <a:cxnLst/>
              <a:rect l="l" t="t" r="r" b="b"/>
              <a:pathLst>
                <a:path w="402" h="318" extrusionOk="0">
                  <a:moveTo>
                    <a:pt x="67" y="318"/>
                  </a:moveTo>
                  <a:cubicBezTo>
                    <a:pt x="234" y="318"/>
                    <a:pt x="401" y="101"/>
                    <a:pt x="301" y="0"/>
                  </a:cubicBezTo>
                  <a:cubicBezTo>
                    <a:pt x="201" y="0"/>
                    <a:pt x="0" y="101"/>
                    <a:pt x="67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78;p21">
              <a:extLst>
                <a:ext uri="{FF2B5EF4-FFF2-40B4-BE49-F238E27FC236}">
                  <a16:creationId xmlns:a16="http://schemas.microsoft.com/office/drawing/2014/main" id="{609411C3-DB44-4226-82B6-44DDD85BE047}"/>
                </a:ext>
              </a:extLst>
            </p:cNvPr>
            <p:cNvSpPr/>
            <p:nvPr/>
          </p:nvSpPr>
          <p:spPr>
            <a:xfrm>
              <a:off x="4467675" y="3355310"/>
              <a:ext cx="18656" cy="14638"/>
            </a:xfrm>
            <a:custGeom>
              <a:avLst/>
              <a:gdLst/>
              <a:ahLst/>
              <a:cxnLst/>
              <a:rect l="l" t="t" r="r" b="b"/>
              <a:pathLst>
                <a:path w="469" h="368" extrusionOk="0">
                  <a:moveTo>
                    <a:pt x="17" y="50"/>
                  </a:moveTo>
                  <a:cubicBezTo>
                    <a:pt x="17" y="167"/>
                    <a:pt x="0" y="134"/>
                    <a:pt x="117" y="184"/>
                  </a:cubicBezTo>
                  <a:cubicBezTo>
                    <a:pt x="468" y="368"/>
                    <a:pt x="335" y="84"/>
                    <a:pt x="301" y="50"/>
                  </a:cubicBezTo>
                  <a:cubicBezTo>
                    <a:pt x="218" y="0"/>
                    <a:pt x="101" y="0"/>
                    <a:pt x="17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79;p21">
              <a:extLst>
                <a:ext uri="{FF2B5EF4-FFF2-40B4-BE49-F238E27FC236}">
                  <a16:creationId xmlns:a16="http://schemas.microsoft.com/office/drawing/2014/main" id="{B93A526D-6A07-428C-BE81-795C65E6AE71}"/>
                </a:ext>
              </a:extLst>
            </p:cNvPr>
            <p:cNvSpPr/>
            <p:nvPr/>
          </p:nvSpPr>
          <p:spPr>
            <a:xfrm>
              <a:off x="4618552" y="3070819"/>
              <a:ext cx="14002" cy="14678"/>
            </a:xfrm>
            <a:custGeom>
              <a:avLst/>
              <a:gdLst/>
              <a:ahLst/>
              <a:cxnLst/>
              <a:rect l="l" t="t" r="r" b="b"/>
              <a:pathLst>
                <a:path w="352" h="369" extrusionOk="0">
                  <a:moveTo>
                    <a:pt x="67" y="335"/>
                  </a:moveTo>
                  <a:cubicBezTo>
                    <a:pt x="184" y="368"/>
                    <a:pt x="184" y="352"/>
                    <a:pt x="251" y="251"/>
                  </a:cubicBezTo>
                  <a:cubicBezTo>
                    <a:pt x="301" y="168"/>
                    <a:pt x="334" y="118"/>
                    <a:pt x="351" y="18"/>
                  </a:cubicBezTo>
                  <a:cubicBezTo>
                    <a:pt x="201" y="1"/>
                    <a:pt x="0" y="168"/>
                    <a:pt x="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80;p21">
              <a:extLst>
                <a:ext uri="{FF2B5EF4-FFF2-40B4-BE49-F238E27FC236}">
                  <a16:creationId xmlns:a16="http://schemas.microsoft.com/office/drawing/2014/main" id="{12939782-935B-4E02-AE06-D46AFCD52859}"/>
                </a:ext>
              </a:extLst>
            </p:cNvPr>
            <p:cNvSpPr/>
            <p:nvPr/>
          </p:nvSpPr>
          <p:spPr>
            <a:xfrm>
              <a:off x="4573365" y="3487571"/>
              <a:ext cx="19292" cy="19968"/>
            </a:xfrm>
            <a:custGeom>
              <a:avLst/>
              <a:gdLst/>
              <a:ahLst/>
              <a:cxnLst/>
              <a:rect l="l" t="t" r="r" b="b"/>
              <a:pathLst>
                <a:path w="485" h="502" extrusionOk="0">
                  <a:moveTo>
                    <a:pt x="334" y="84"/>
                  </a:moveTo>
                  <a:cubicBezTo>
                    <a:pt x="0" y="351"/>
                    <a:pt x="401" y="501"/>
                    <a:pt x="485" y="167"/>
                  </a:cubicBezTo>
                  <a:cubicBezTo>
                    <a:pt x="485" y="117"/>
                    <a:pt x="485" y="84"/>
                    <a:pt x="451" y="67"/>
                  </a:cubicBezTo>
                  <a:cubicBezTo>
                    <a:pt x="351" y="0"/>
                    <a:pt x="334" y="84"/>
                    <a:pt x="3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81;p21">
              <a:extLst>
                <a:ext uri="{FF2B5EF4-FFF2-40B4-BE49-F238E27FC236}">
                  <a16:creationId xmlns:a16="http://schemas.microsoft.com/office/drawing/2014/main" id="{0108E681-922B-4C7E-8412-BD0F3C9B396F}"/>
                </a:ext>
              </a:extLst>
            </p:cNvPr>
            <p:cNvSpPr/>
            <p:nvPr/>
          </p:nvSpPr>
          <p:spPr>
            <a:xfrm>
              <a:off x="4526825" y="2600924"/>
              <a:ext cx="13325" cy="13365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34" y="302"/>
                  </a:moveTo>
                  <a:cubicBezTo>
                    <a:pt x="218" y="335"/>
                    <a:pt x="318" y="151"/>
                    <a:pt x="335" y="68"/>
                  </a:cubicBezTo>
                  <a:cubicBezTo>
                    <a:pt x="285" y="34"/>
                    <a:pt x="318" y="51"/>
                    <a:pt x="268" y="1"/>
                  </a:cubicBezTo>
                  <a:cubicBezTo>
                    <a:pt x="134" y="18"/>
                    <a:pt x="0" y="135"/>
                    <a:pt x="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82;p21">
              <a:extLst>
                <a:ext uri="{FF2B5EF4-FFF2-40B4-BE49-F238E27FC236}">
                  <a16:creationId xmlns:a16="http://schemas.microsoft.com/office/drawing/2014/main" id="{5EFAB703-0571-44EC-B0FC-0395C8978780}"/>
                </a:ext>
              </a:extLst>
            </p:cNvPr>
            <p:cNvSpPr/>
            <p:nvPr/>
          </p:nvSpPr>
          <p:spPr>
            <a:xfrm>
              <a:off x="4661751" y="3217718"/>
              <a:ext cx="12649" cy="14002"/>
            </a:xfrm>
            <a:custGeom>
              <a:avLst/>
              <a:gdLst/>
              <a:ahLst/>
              <a:cxnLst/>
              <a:rect l="l" t="t" r="r" b="b"/>
              <a:pathLst>
                <a:path w="318" h="352" extrusionOk="0">
                  <a:moveTo>
                    <a:pt x="34" y="335"/>
                  </a:moveTo>
                  <a:cubicBezTo>
                    <a:pt x="218" y="351"/>
                    <a:pt x="318" y="151"/>
                    <a:pt x="234" y="0"/>
                  </a:cubicBezTo>
                  <a:cubicBezTo>
                    <a:pt x="117" y="0"/>
                    <a:pt x="134" y="17"/>
                    <a:pt x="84" y="101"/>
                  </a:cubicBezTo>
                  <a:cubicBezTo>
                    <a:pt x="17" y="218"/>
                    <a:pt x="0" y="201"/>
                    <a:pt x="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83;p21">
              <a:extLst>
                <a:ext uri="{FF2B5EF4-FFF2-40B4-BE49-F238E27FC236}">
                  <a16:creationId xmlns:a16="http://schemas.microsoft.com/office/drawing/2014/main" id="{2463B44D-5A55-44F3-9499-2597AECB26B0}"/>
                </a:ext>
              </a:extLst>
            </p:cNvPr>
            <p:cNvSpPr/>
            <p:nvPr/>
          </p:nvSpPr>
          <p:spPr>
            <a:xfrm>
              <a:off x="4752802" y="3062864"/>
              <a:ext cx="14002" cy="9984"/>
            </a:xfrm>
            <a:custGeom>
              <a:avLst/>
              <a:gdLst/>
              <a:ahLst/>
              <a:cxnLst/>
              <a:rect l="l" t="t" r="r" b="b"/>
              <a:pathLst>
                <a:path w="352" h="251" extrusionOk="0">
                  <a:moveTo>
                    <a:pt x="0" y="201"/>
                  </a:moveTo>
                  <a:cubicBezTo>
                    <a:pt x="84" y="251"/>
                    <a:pt x="251" y="218"/>
                    <a:pt x="351" y="201"/>
                  </a:cubicBezTo>
                  <a:cubicBezTo>
                    <a:pt x="351" y="50"/>
                    <a:pt x="318" y="0"/>
                    <a:pt x="167" y="34"/>
                  </a:cubicBezTo>
                  <a:cubicBezTo>
                    <a:pt x="50" y="50"/>
                    <a:pt x="0" y="101"/>
                    <a:pt x="0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84;p21">
              <a:extLst>
                <a:ext uri="{FF2B5EF4-FFF2-40B4-BE49-F238E27FC236}">
                  <a16:creationId xmlns:a16="http://schemas.microsoft.com/office/drawing/2014/main" id="{D9E20F61-8393-4E0A-A3DD-5D556240C873}"/>
                </a:ext>
              </a:extLst>
            </p:cNvPr>
            <p:cNvSpPr/>
            <p:nvPr/>
          </p:nvSpPr>
          <p:spPr>
            <a:xfrm>
              <a:off x="4819271" y="4031890"/>
              <a:ext cx="11973" cy="16667"/>
            </a:xfrm>
            <a:custGeom>
              <a:avLst/>
              <a:gdLst/>
              <a:ahLst/>
              <a:cxnLst/>
              <a:rect l="l" t="t" r="r" b="b"/>
              <a:pathLst>
                <a:path w="301" h="419" extrusionOk="0">
                  <a:moveTo>
                    <a:pt x="268" y="0"/>
                  </a:moveTo>
                  <a:cubicBezTo>
                    <a:pt x="134" y="0"/>
                    <a:pt x="167" y="0"/>
                    <a:pt x="100" y="134"/>
                  </a:cubicBezTo>
                  <a:cubicBezTo>
                    <a:pt x="67" y="184"/>
                    <a:pt x="0" y="251"/>
                    <a:pt x="50" y="318"/>
                  </a:cubicBezTo>
                  <a:cubicBezTo>
                    <a:pt x="151" y="418"/>
                    <a:pt x="301" y="2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85;p21">
              <a:extLst>
                <a:ext uri="{FF2B5EF4-FFF2-40B4-BE49-F238E27FC236}">
                  <a16:creationId xmlns:a16="http://schemas.microsoft.com/office/drawing/2014/main" id="{F4683FFE-5CCA-4233-A2B3-654CF27524BC}"/>
                </a:ext>
              </a:extLst>
            </p:cNvPr>
            <p:cNvSpPr/>
            <p:nvPr/>
          </p:nvSpPr>
          <p:spPr>
            <a:xfrm>
              <a:off x="4389234" y="2633502"/>
              <a:ext cx="13325" cy="23986"/>
            </a:xfrm>
            <a:custGeom>
              <a:avLst/>
              <a:gdLst/>
              <a:ahLst/>
              <a:cxnLst/>
              <a:rect l="l" t="t" r="r" b="b"/>
              <a:pathLst>
                <a:path w="335" h="603" extrusionOk="0">
                  <a:moveTo>
                    <a:pt x="51" y="535"/>
                  </a:moveTo>
                  <a:cubicBezTo>
                    <a:pt x="335" y="602"/>
                    <a:pt x="302" y="1"/>
                    <a:pt x="84" y="285"/>
                  </a:cubicBezTo>
                  <a:cubicBezTo>
                    <a:pt x="1" y="402"/>
                    <a:pt x="17" y="485"/>
                    <a:pt x="51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786;p21">
              <a:extLst>
                <a:ext uri="{FF2B5EF4-FFF2-40B4-BE49-F238E27FC236}">
                  <a16:creationId xmlns:a16="http://schemas.microsoft.com/office/drawing/2014/main" id="{07D3B94C-F006-419E-A770-C72627C3F7BF}"/>
                </a:ext>
              </a:extLst>
            </p:cNvPr>
            <p:cNvSpPr/>
            <p:nvPr/>
          </p:nvSpPr>
          <p:spPr>
            <a:xfrm>
              <a:off x="4532792" y="3262230"/>
              <a:ext cx="15354" cy="16667"/>
            </a:xfrm>
            <a:custGeom>
              <a:avLst/>
              <a:gdLst/>
              <a:ahLst/>
              <a:cxnLst/>
              <a:rect l="l" t="t" r="r" b="b"/>
              <a:pathLst>
                <a:path w="386" h="419" extrusionOk="0">
                  <a:moveTo>
                    <a:pt x="51" y="368"/>
                  </a:moveTo>
                  <a:cubicBezTo>
                    <a:pt x="201" y="419"/>
                    <a:pt x="385" y="168"/>
                    <a:pt x="318" y="101"/>
                  </a:cubicBezTo>
                  <a:cubicBezTo>
                    <a:pt x="218" y="1"/>
                    <a:pt x="1" y="201"/>
                    <a:pt x="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787;p21">
              <a:extLst>
                <a:ext uri="{FF2B5EF4-FFF2-40B4-BE49-F238E27FC236}">
                  <a16:creationId xmlns:a16="http://schemas.microsoft.com/office/drawing/2014/main" id="{C44519ED-4FDC-46E0-A5CB-3AC477CC876A}"/>
                </a:ext>
              </a:extLst>
            </p:cNvPr>
            <p:cNvSpPr/>
            <p:nvPr/>
          </p:nvSpPr>
          <p:spPr>
            <a:xfrm>
              <a:off x="4687010" y="3890321"/>
              <a:ext cx="14638" cy="19968"/>
            </a:xfrm>
            <a:custGeom>
              <a:avLst/>
              <a:gdLst/>
              <a:ahLst/>
              <a:cxnLst/>
              <a:rect l="l" t="t" r="r" b="b"/>
              <a:pathLst>
                <a:path w="368" h="502" extrusionOk="0">
                  <a:moveTo>
                    <a:pt x="134" y="0"/>
                  </a:moveTo>
                  <a:cubicBezTo>
                    <a:pt x="0" y="502"/>
                    <a:pt x="368" y="4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788;p21">
              <a:extLst>
                <a:ext uri="{FF2B5EF4-FFF2-40B4-BE49-F238E27FC236}">
                  <a16:creationId xmlns:a16="http://schemas.microsoft.com/office/drawing/2014/main" id="{77C81CE5-EF51-48B3-9602-EEE316C2D1E5}"/>
                </a:ext>
              </a:extLst>
            </p:cNvPr>
            <p:cNvSpPr/>
            <p:nvPr/>
          </p:nvSpPr>
          <p:spPr>
            <a:xfrm>
              <a:off x="4583309" y="3835825"/>
              <a:ext cx="15991" cy="25298"/>
            </a:xfrm>
            <a:custGeom>
              <a:avLst/>
              <a:gdLst/>
              <a:ahLst/>
              <a:cxnLst/>
              <a:rect l="l" t="t" r="r" b="b"/>
              <a:pathLst>
                <a:path w="402" h="636" extrusionOk="0">
                  <a:moveTo>
                    <a:pt x="402" y="485"/>
                  </a:moveTo>
                  <a:cubicBezTo>
                    <a:pt x="385" y="351"/>
                    <a:pt x="402" y="418"/>
                    <a:pt x="352" y="318"/>
                  </a:cubicBezTo>
                  <a:cubicBezTo>
                    <a:pt x="101" y="0"/>
                    <a:pt x="1" y="635"/>
                    <a:pt x="402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789;p21">
              <a:extLst>
                <a:ext uri="{FF2B5EF4-FFF2-40B4-BE49-F238E27FC236}">
                  <a16:creationId xmlns:a16="http://schemas.microsoft.com/office/drawing/2014/main" id="{5E03DE6C-1C00-47E8-BF57-6F35091F7104}"/>
                </a:ext>
              </a:extLst>
            </p:cNvPr>
            <p:cNvSpPr/>
            <p:nvPr/>
          </p:nvSpPr>
          <p:spPr>
            <a:xfrm>
              <a:off x="4350013" y="3837814"/>
              <a:ext cx="13365" cy="11337"/>
            </a:xfrm>
            <a:custGeom>
              <a:avLst/>
              <a:gdLst/>
              <a:ahLst/>
              <a:cxnLst/>
              <a:rect l="l" t="t" r="r" b="b"/>
              <a:pathLst>
                <a:path w="336" h="285" extrusionOk="0">
                  <a:moveTo>
                    <a:pt x="34" y="268"/>
                  </a:moveTo>
                  <a:cubicBezTo>
                    <a:pt x="135" y="284"/>
                    <a:pt x="151" y="284"/>
                    <a:pt x="252" y="218"/>
                  </a:cubicBezTo>
                  <a:cubicBezTo>
                    <a:pt x="318" y="151"/>
                    <a:pt x="335" y="117"/>
                    <a:pt x="302" y="34"/>
                  </a:cubicBezTo>
                  <a:cubicBezTo>
                    <a:pt x="135" y="0"/>
                    <a:pt x="1" y="101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790;p21">
              <a:extLst>
                <a:ext uri="{FF2B5EF4-FFF2-40B4-BE49-F238E27FC236}">
                  <a16:creationId xmlns:a16="http://schemas.microsoft.com/office/drawing/2014/main" id="{ECB0E973-187F-43FC-B58C-0675A1786A2C}"/>
                </a:ext>
              </a:extLst>
            </p:cNvPr>
            <p:cNvSpPr/>
            <p:nvPr/>
          </p:nvSpPr>
          <p:spPr>
            <a:xfrm>
              <a:off x="4744171" y="3698234"/>
              <a:ext cx="13325" cy="14002"/>
            </a:xfrm>
            <a:custGeom>
              <a:avLst/>
              <a:gdLst/>
              <a:ahLst/>
              <a:cxnLst/>
              <a:rect l="l" t="t" r="r" b="b"/>
              <a:pathLst>
                <a:path w="335" h="352" extrusionOk="0">
                  <a:moveTo>
                    <a:pt x="234" y="301"/>
                  </a:moveTo>
                  <a:cubicBezTo>
                    <a:pt x="334" y="268"/>
                    <a:pt x="284" y="184"/>
                    <a:pt x="251" y="118"/>
                  </a:cubicBezTo>
                  <a:cubicBezTo>
                    <a:pt x="184" y="17"/>
                    <a:pt x="201" y="17"/>
                    <a:pt x="67" y="1"/>
                  </a:cubicBezTo>
                  <a:cubicBezTo>
                    <a:pt x="0" y="134"/>
                    <a:pt x="100" y="352"/>
                    <a:pt x="2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791;p21">
              <a:extLst>
                <a:ext uri="{FF2B5EF4-FFF2-40B4-BE49-F238E27FC236}">
                  <a16:creationId xmlns:a16="http://schemas.microsoft.com/office/drawing/2014/main" id="{0F19F8B1-D7F6-48A4-8A29-E645C414B8C0}"/>
                </a:ext>
              </a:extLst>
            </p:cNvPr>
            <p:cNvSpPr/>
            <p:nvPr/>
          </p:nvSpPr>
          <p:spPr>
            <a:xfrm>
              <a:off x="4804633" y="2854826"/>
              <a:ext cx="17979" cy="13325"/>
            </a:xfrm>
            <a:custGeom>
              <a:avLst/>
              <a:gdLst/>
              <a:ahLst/>
              <a:cxnLst/>
              <a:rect l="l" t="t" r="r" b="b"/>
              <a:pathLst>
                <a:path w="452" h="335" extrusionOk="0">
                  <a:moveTo>
                    <a:pt x="118" y="51"/>
                  </a:moveTo>
                  <a:cubicBezTo>
                    <a:pt x="1" y="168"/>
                    <a:pt x="268" y="335"/>
                    <a:pt x="352" y="251"/>
                  </a:cubicBezTo>
                  <a:cubicBezTo>
                    <a:pt x="452" y="151"/>
                    <a:pt x="251" y="34"/>
                    <a:pt x="218" y="34"/>
                  </a:cubicBezTo>
                  <a:cubicBezTo>
                    <a:pt x="84" y="1"/>
                    <a:pt x="134" y="34"/>
                    <a:pt x="118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792;p21">
              <a:extLst>
                <a:ext uri="{FF2B5EF4-FFF2-40B4-BE49-F238E27FC236}">
                  <a16:creationId xmlns:a16="http://schemas.microsoft.com/office/drawing/2014/main" id="{BFBF55DB-9ACA-4890-AC26-5050DA354990}"/>
                </a:ext>
              </a:extLst>
            </p:cNvPr>
            <p:cNvSpPr/>
            <p:nvPr/>
          </p:nvSpPr>
          <p:spPr>
            <a:xfrm>
              <a:off x="4759445" y="2735214"/>
              <a:ext cx="14678" cy="12649"/>
            </a:xfrm>
            <a:custGeom>
              <a:avLst/>
              <a:gdLst/>
              <a:ahLst/>
              <a:cxnLst/>
              <a:rect l="l" t="t" r="r" b="b"/>
              <a:pathLst>
                <a:path w="369" h="318" extrusionOk="0">
                  <a:moveTo>
                    <a:pt x="51" y="67"/>
                  </a:moveTo>
                  <a:cubicBezTo>
                    <a:pt x="0" y="201"/>
                    <a:pt x="201" y="317"/>
                    <a:pt x="351" y="284"/>
                  </a:cubicBezTo>
                  <a:cubicBezTo>
                    <a:pt x="368" y="100"/>
                    <a:pt x="168" y="0"/>
                    <a:pt x="51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793;p21">
              <a:extLst>
                <a:ext uri="{FF2B5EF4-FFF2-40B4-BE49-F238E27FC236}">
                  <a16:creationId xmlns:a16="http://schemas.microsoft.com/office/drawing/2014/main" id="{018B3AB2-F49C-4E02-A334-776F470D7877}"/>
                </a:ext>
              </a:extLst>
            </p:cNvPr>
            <p:cNvSpPr/>
            <p:nvPr/>
          </p:nvSpPr>
          <p:spPr>
            <a:xfrm>
              <a:off x="4572013" y="2968471"/>
              <a:ext cx="17979" cy="12013"/>
            </a:xfrm>
            <a:custGeom>
              <a:avLst/>
              <a:gdLst/>
              <a:ahLst/>
              <a:cxnLst/>
              <a:rect l="l" t="t" r="r" b="b"/>
              <a:pathLst>
                <a:path w="452" h="302" extrusionOk="0">
                  <a:moveTo>
                    <a:pt x="352" y="34"/>
                  </a:moveTo>
                  <a:cubicBezTo>
                    <a:pt x="168" y="1"/>
                    <a:pt x="1" y="201"/>
                    <a:pt x="134" y="268"/>
                  </a:cubicBezTo>
                  <a:cubicBezTo>
                    <a:pt x="184" y="301"/>
                    <a:pt x="285" y="235"/>
                    <a:pt x="318" y="218"/>
                  </a:cubicBezTo>
                  <a:cubicBezTo>
                    <a:pt x="452" y="101"/>
                    <a:pt x="352" y="34"/>
                    <a:pt x="352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794;p21">
              <a:extLst>
                <a:ext uri="{FF2B5EF4-FFF2-40B4-BE49-F238E27FC236}">
                  <a16:creationId xmlns:a16="http://schemas.microsoft.com/office/drawing/2014/main" id="{8B63704B-BAE6-4D64-830E-BBD764ACB856}"/>
                </a:ext>
              </a:extLst>
            </p:cNvPr>
            <p:cNvSpPr/>
            <p:nvPr/>
          </p:nvSpPr>
          <p:spPr>
            <a:xfrm>
              <a:off x="4431120" y="2573676"/>
              <a:ext cx="12013" cy="13325"/>
            </a:xfrm>
            <a:custGeom>
              <a:avLst/>
              <a:gdLst/>
              <a:ahLst/>
              <a:cxnLst/>
              <a:rect l="l" t="t" r="r" b="b"/>
              <a:pathLst>
                <a:path w="302" h="335" extrusionOk="0">
                  <a:moveTo>
                    <a:pt x="0" y="51"/>
                  </a:moveTo>
                  <a:cubicBezTo>
                    <a:pt x="17" y="201"/>
                    <a:pt x="84" y="335"/>
                    <a:pt x="234" y="268"/>
                  </a:cubicBezTo>
                  <a:cubicBezTo>
                    <a:pt x="301" y="135"/>
                    <a:pt x="184" y="34"/>
                    <a:pt x="84" y="1"/>
                  </a:cubicBezTo>
                  <a:cubicBezTo>
                    <a:pt x="34" y="18"/>
                    <a:pt x="17" y="18"/>
                    <a:pt x="0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795;p21">
              <a:extLst>
                <a:ext uri="{FF2B5EF4-FFF2-40B4-BE49-F238E27FC236}">
                  <a16:creationId xmlns:a16="http://schemas.microsoft.com/office/drawing/2014/main" id="{EC5DE9FF-2B0B-4E4E-ACF1-546ED718943D}"/>
                </a:ext>
              </a:extLst>
            </p:cNvPr>
            <p:cNvSpPr/>
            <p:nvPr/>
          </p:nvSpPr>
          <p:spPr>
            <a:xfrm>
              <a:off x="4779374" y="3783995"/>
              <a:ext cx="21321" cy="9984"/>
            </a:xfrm>
            <a:custGeom>
              <a:avLst/>
              <a:gdLst/>
              <a:ahLst/>
              <a:cxnLst/>
              <a:rect l="l" t="t" r="r" b="b"/>
              <a:pathLst>
                <a:path w="536" h="251" extrusionOk="0">
                  <a:moveTo>
                    <a:pt x="168" y="217"/>
                  </a:moveTo>
                  <a:cubicBezTo>
                    <a:pt x="235" y="251"/>
                    <a:pt x="535" y="167"/>
                    <a:pt x="251" y="33"/>
                  </a:cubicBezTo>
                  <a:lnTo>
                    <a:pt x="51" y="0"/>
                  </a:lnTo>
                  <a:cubicBezTo>
                    <a:pt x="1" y="100"/>
                    <a:pt x="101" y="167"/>
                    <a:pt x="1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796;p21">
              <a:extLst>
                <a:ext uri="{FF2B5EF4-FFF2-40B4-BE49-F238E27FC236}">
                  <a16:creationId xmlns:a16="http://schemas.microsoft.com/office/drawing/2014/main" id="{3090DB7A-A081-4292-868E-5F7A3180466F}"/>
                </a:ext>
              </a:extLst>
            </p:cNvPr>
            <p:cNvSpPr/>
            <p:nvPr/>
          </p:nvSpPr>
          <p:spPr>
            <a:xfrm>
              <a:off x="4828579" y="3980696"/>
              <a:ext cx="9984" cy="14002"/>
            </a:xfrm>
            <a:custGeom>
              <a:avLst/>
              <a:gdLst/>
              <a:ahLst/>
              <a:cxnLst/>
              <a:rect l="l" t="t" r="r" b="b"/>
              <a:pathLst>
                <a:path w="251" h="352" extrusionOk="0">
                  <a:moveTo>
                    <a:pt x="201" y="17"/>
                  </a:moveTo>
                  <a:cubicBezTo>
                    <a:pt x="34" y="1"/>
                    <a:pt x="0" y="201"/>
                    <a:pt x="84" y="318"/>
                  </a:cubicBezTo>
                  <a:cubicBezTo>
                    <a:pt x="184" y="335"/>
                    <a:pt x="201" y="352"/>
                    <a:pt x="217" y="235"/>
                  </a:cubicBezTo>
                  <a:cubicBezTo>
                    <a:pt x="251" y="134"/>
                    <a:pt x="251" y="101"/>
                    <a:pt x="2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797;p21">
              <a:extLst>
                <a:ext uri="{FF2B5EF4-FFF2-40B4-BE49-F238E27FC236}">
                  <a16:creationId xmlns:a16="http://schemas.microsoft.com/office/drawing/2014/main" id="{57B6D087-43DE-4200-A08A-4AA269590E22}"/>
                </a:ext>
              </a:extLst>
            </p:cNvPr>
            <p:cNvSpPr/>
            <p:nvPr/>
          </p:nvSpPr>
          <p:spPr>
            <a:xfrm>
              <a:off x="4465010" y="3318078"/>
              <a:ext cx="12689" cy="9348"/>
            </a:xfrm>
            <a:custGeom>
              <a:avLst/>
              <a:gdLst/>
              <a:ahLst/>
              <a:cxnLst/>
              <a:rect l="l" t="t" r="r" b="b"/>
              <a:pathLst>
                <a:path w="319" h="235" extrusionOk="0">
                  <a:moveTo>
                    <a:pt x="1" y="218"/>
                  </a:moveTo>
                  <a:cubicBezTo>
                    <a:pt x="134" y="234"/>
                    <a:pt x="234" y="234"/>
                    <a:pt x="318" y="134"/>
                  </a:cubicBezTo>
                  <a:cubicBezTo>
                    <a:pt x="301" y="34"/>
                    <a:pt x="268" y="0"/>
                    <a:pt x="151" y="34"/>
                  </a:cubicBezTo>
                  <a:cubicBezTo>
                    <a:pt x="34" y="51"/>
                    <a:pt x="17" y="101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798;p21">
              <a:extLst>
                <a:ext uri="{FF2B5EF4-FFF2-40B4-BE49-F238E27FC236}">
                  <a16:creationId xmlns:a16="http://schemas.microsoft.com/office/drawing/2014/main" id="{4E7D1D9C-1ECD-4802-90FE-98B4A23BF8BE}"/>
                </a:ext>
              </a:extLst>
            </p:cNvPr>
            <p:cNvSpPr/>
            <p:nvPr/>
          </p:nvSpPr>
          <p:spPr>
            <a:xfrm>
              <a:off x="4574678" y="3236971"/>
              <a:ext cx="15314" cy="19332"/>
            </a:xfrm>
            <a:custGeom>
              <a:avLst/>
              <a:gdLst/>
              <a:ahLst/>
              <a:cxnLst/>
              <a:rect l="l" t="t" r="r" b="b"/>
              <a:pathLst>
                <a:path w="385" h="486" extrusionOk="0">
                  <a:moveTo>
                    <a:pt x="84" y="369"/>
                  </a:moveTo>
                  <a:cubicBezTo>
                    <a:pt x="385" y="485"/>
                    <a:pt x="385" y="1"/>
                    <a:pt x="134" y="185"/>
                  </a:cubicBezTo>
                  <a:cubicBezTo>
                    <a:pt x="101" y="201"/>
                    <a:pt x="84" y="235"/>
                    <a:pt x="67" y="252"/>
                  </a:cubicBezTo>
                  <a:cubicBezTo>
                    <a:pt x="0" y="402"/>
                    <a:pt x="84" y="369"/>
                    <a:pt x="84" y="3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799;p21">
              <a:extLst>
                <a:ext uri="{FF2B5EF4-FFF2-40B4-BE49-F238E27FC236}">
                  <a16:creationId xmlns:a16="http://schemas.microsoft.com/office/drawing/2014/main" id="{8ADA2EA2-2C27-49A2-B1CA-12635269DD7C}"/>
                </a:ext>
              </a:extLst>
            </p:cNvPr>
            <p:cNvSpPr/>
            <p:nvPr/>
          </p:nvSpPr>
          <p:spPr>
            <a:xfrm>
              <a:off x="4814617" y="3761361"/>
              <a:ext cx="11337" cy="12013"/>
            </a:xfrm>
            <a:custGeom>
              <a:avLst/>
              <a:gdLst/>
              <a:ahLst/>
              <a:cxnLst/>
              <a:rect l="l" t="t" r="r" b="b"/>
              <a:pathLst>
                <a:path w="285" h="302" extrusionOk="0">
                  <a:moveTo>
                    <a:pt x="284" y="235"/>
                  </a:moveTo>
                  <a:cubicBezTo>
                    <a:pt x="284" y="118"/>
                    <a:pt x="201" y="1"/>
                    <a:pt x="84" y="18"/>
                  </a:cubicBezTo>
                  <a:cubicBezTo>
                    <a:pt x="0" y="151"/>
                    <a:pt x="50" y="218"/>
                    <a:pt x="1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800;p21">
              <a:extLst>
                <a:ext uri="{FF2B5EF4-FFF2-40B4-BE49-F238E27FC236}">
                  <a16:creationId xmlns:a16="http://schemas.microsoft.com/office/drawing/2014/main" id="{6B8F5AD0-EA45-4B30-A699-F1EA24FE1186}"/>
                </a:ext>
              </a:extLst>
            </p:cNvPr>
            <p:cNvSpPr/>
            <p:nvPr/>
          </p:nvSpPr>
          <p:spPr>
            <a:xfrm>
              <a:off x="4621218" y="2815605"/>
              <a:ext cx="13325" cy="12689"/>
            </a:xfrm>
            <a:custGeom>
              <a:avLst/>
              <a:gdLst/>
              <a:ahLst/>
              <a:cxnLst/>
              <a:rect l="l" t="t" r="r" b="b"/>
              <a:pathLst>
                <a:path w="335" h="319" extrusionOk="0">
                  <a:moveTo>
                    <a:pt x="0" y="118"/>
                  </a:moveTo>
                  <a:cubicBezTo>
                    <a:pt x="84" y="235"/>
                    <a:pt x="251" y="318"/>
                    <a:pt x="334" y="151"/>
                  </a:cubicBezTo>
                  <a:cubicBezTo>
                    <a:pt x="267" y="17"/>
                    <a:pt x="33" y="1"/>
                    <a:pt x="0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801;p21">
              <a:extLst>
                <a:ext uri="{FF2B5EF4-FFF2-40B4-BE49-F238E27FC236}">
                  <a16:creationId xmlns:a16="http://schemas.microsoft.com/office/drawing/2014/main" id="{6648F537-67F7-4A88-9F2E-84F9061E12CD}"/>
                </a:ext>
              </a:extLst>
            </p:cNvPr>
            <p:cNvSpPr/>
            <p:nvPr/>
          </p:nvSpPr>
          <p:spPr>
            <a:xfrm>
              <a:off x="4883074" y="2749136"/>
              <a:ext cx="17303" cy="18019"/>
            </a:xfrm>
            <a:custGeom>
              <a:avLst/>
              <a:gdLst/>
              <a:ahLst/>
              <a:cxnLst/>
              <a:rect l="l" t="t" r="r" b="b"/>
              <a:pathLst>
                <a:path w="435" h="453" extrusionOk="0">
                  <a:moveTo>
                    <a:pt x="167" y="452"/>
                  </a:moveTo>
                  <a:lnTo>
                    <a:pt x="334" y="452"/>
                  </a:lnTo>
                  <a:cubicBezTo>
                    <a:pt x="435" y="1"/>
                    <a:pt x="0" y="185"/>
                    <a:pt x="1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802;p21">
              <a:extLst>
                <a:ext uri="{FF2B5EF4-FFF2-40B4-BE49-F238E27FC236}">
                  <a16:creationId xmlns:a16="http://schemas.microsoft.com/office/drawing/2014/main" id="{6C6ADDDD-2299-428C-9892-348F4EC946C7}"/>
                </a:ext>
              </a:extLst>
            </p:cNvPr>
            <p:cNvSpPr/>
            <p:nvPr/>
          </p:nvSpPr>
          <p:spPr>
            <a:xfrm>
              <a:off x="4784028" y="3929542"/>
              <a:ext cx="10024" cy="14002"/>
            </a:xfrm>
            <a:custGeom>
              <a:avLst/>
              <a:gdLst/>
              <a:ahLst/>
              <a:cxnLst/>
              <a:rect l="l" t="t" r="r" b="b"/>
              <a:pathLst>
                <a:path w="252" h="352" extrusionOk="0">
                  <a:moveTo>
                    <a:pt x="51" y="351"/>
                  </a:moveTo>
                  <a:cubicBezTo>
                    <a:pt x="218" y="334"/>
                    <a:pt x="251" y="201"/>
                    <a:pt x="201" y="34"/>
                  </a:cubicBezTo>
                  <a:cubicBezTo>
                    <a:pt x="17" y="0"/>
                    <a:pt x="1" y="201"/>
                    <a:pt x="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803;p21">
              <a:extLst>
                <a:ext uri="{FF2B5EF4-FFF2-40B4-BE49-F238E27FC236}">
                  <a16:creationId xmlns:a16="http://schemas.microsoft.com/office/drawing/2014/main" id="{E61B44C8-DC0D-4023-8CD1-01FE33BB3A98}"/>
                </a:ext>
              </a:extLst>
            </p:cNvPr>
            <p:cNvSpPr/>
            <p:nvPr/>
          </p:nvSpPr>
          <p:spPr>
            <a:xfrm>
              <a:off x="4673724" y="2950531"/>
              <a:ext cx="11973" cy="1066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33" y="17"/>
                  </a:moveTo>
                  <a:cubicBezTo>
                    <a:pt x="0" y="201"/>
                    <a:pt x="134" y="268"/>
                    <a:pt x="284" y="218"/>
                  </a:cubicBezTo>
                  <a:cubicBezTo>
                    <a:pt x="301" y="118"/>
                    <a:pt x="301" y="84"/>
                    <a:pt x="217" y="34"/>
                  </a:cubicBezTo>
                  <a:cubicBezTo>
                    <a:pt x="167" y="17"/>
                    <a:pt x="67" y="1"/>
                    <a:pt x="33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804;p21">
              <a:extLst>
                <a:ext uri="{FF2B5EF4-FFF2-40B4-BE49-F238E27FC236}">
                  <a16:creationId xmlns:a16="http://schemas.microsoft.com/office/drawing/2014/main" id="{E245D127-07EF-4583-A48D-E7108205265E}"/>
                </a:ext>
              </a:extLst>
            </p:cNvPr>
            <p:cNvSpPr/>
            <p:nvPr/>
          </p:nvSpPr>
          <p:spPr>
            <a:xfrm>
              <a:off x="4358684" y="2642134"/>
              <a:ext cx="11973" cy="14002"/>
            </a:xfrm>
            <a:custGeom>
              <a:avLst/>
              <a:gdLst/>
              <a:ahLst/>
              <a:cxnLst/>
              <a:rect l="l" t="t" r="r" b="b"/>
              <a:pathLst>
                <a:path w="301" h="352" extrusionOk="0">
                  <a:moveTo>
                    <a:pt x="234" y="335"/>
                  </a:moveTo>
                  <a:cubicBezTo>
                    <a:pt x="301" y="185"/>
                    <a:pt x="184" y="1"/>
                    <a:pt x="67" y="68"/>
                  </a:cubicBezTo>
                  <a:cubicBezTo>
                    <a:pt x="0" y="118"/>
                    <a:pt x="17" y="352"/>
                    <a:pt x="2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805;p21">
              <a:extLst>
                <a:ext uri="{FF2B5EF4-FFF2-40B4-BE49-F238E27FC236}">
                  <a16:creationId xmlns:a16="http://schemas.microsoft.com/office/drawing/2014/main" id="{25D2AC01-C24A-41E9-86E4-E3457AC853FE}"/>
                </a:ext>
              </a:extLst>
            </p:cNvPr>
            <p:cNvSpPr/>
            <p:nvPr/>
          </p:nvSpPr>
          <p:spPr>
            <a:xfrm>
              <a:off x="4881722" y="2659437"/>
              <a:ext cx="15991" cy="10660"/>
            </a:xfrm>
            <a:custGeom>
              <a:avLst/>
              <a:gdLst/>
              <a:ahLst/>
              <a:cxnLst/>
              <a:rect l="l" t="t" r="r" b="b"/>
              <a:pathLst>
                <a:path w="402" h="268" extrusionOk="0">
                  <a:moveTo>
                    <a:pt x="68" y="217"/>
                  </a:moveTo>
                  <a:cubicBezTo>
                    <a:pt x="101" y="234"/>
                    <a:pt x="1" y="268"/>
                    <a:pt x="185" y="251"/>
                  </a:cubicBezTo>
                  <a:cubicBezTo>
                    <a:pt x="235" y="251"/>
                    <a:pt x="402" y="151"/>
                    <a:pt x="302" y="50"/>
                  </a:cubicBezTo>
                  <a:cubicBezTo>
                    <a:pt x="251" y="0"/>
                    <a:pt x="1" y="50"/>
                    <a:pt x="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806;p21">
              <a:extLst>
                <a:ext uri="{FF2B5EF4-FFF2-40B4-BE49-F238E27FC236}">
                  <a16:creationId xmlns:a16="http://schemas.microsoft.com/office/drawing/2014/main" id="{D0458BE5-12BB-4282-9638-F4CFB7DBDFAA}"/>
                </a:ext>
              </a:extLst>
            </p:cNvPr>
            <p:cNvSpPr/>
            <p:nvPr/>
          </p:nvSpPr>
          <p:spPr>
            <a:xfrm>
              <a:off x="4908333" y="2735214"/>
              <a:ext cx="11973" cy="14638"/>
            </a:xfrm>
            <a:custGeom>
              <a:avLst/>
              <a:gdLst/>
              <a:ahLst/>
              <a:cxnLst/>
              <a:rect l="l" t="t" r="r" b="b"/>
              <a:pathLst>
                <a:path w="301" h="368" extrusionOk="0">
                  <a:moveTo>
                    <a:pt x="50" y="84"/>
                  </a:moveTo>
                  <a:cubicBezTo>
                    <a:pt x="34" y="100"/>
                    <a:pt x="0" y="33"/>
                    <a:pt x="0" y="167"/>
                  </a:cubicBezTo>
                  <a:cubicBezTo>
                    <a:pt x="17" y="234"/>
                    <a:pt x="134" y="368"/>
                    <a:pt x="234" y="267"/>
                  </a:cubicBezTo>
                  <a:cubicBezTo>
                    <a:pt x="301" y="201"/>
                    <a:pt x="151" y="0"/>
                    <a:pt x="5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807;p21">
              <a:extLst>
                <a:ext uri="{FF2B5EF4-FFF2-40B4-BE49-F238E27FC236}">
                  <a16:creationId xmlns:a16="http://schemas.microsoft.com/office/drawing/2014/main" id="{6FD64B23-439A-4350-AB1A-EDFCC6F893EF}"/>
                </a:ext>
              </a:extLst>
            </p:cNvPr>
            <p:cNvSpPr/>
            <p:nvPr/>
          </p:nvSpPr>
          <p:spPr>
            <a:xfrm>
              <a:off x="4450372" y="2741857"/>
              <a:ext cx="12689" cy="17303"/>
            </a:xfrm>
            <a:custGeom>
              <a:avLst/>
              <a:gdLst/>
              <a:ahLst/>
              <a:cxnLst/>
              <a:rect l="l" t="t" r="r" b="b"/>
              <a:pathLst>
                <a:path w="319" h="435" extrusionOk="0">
                  <a:moveTo>
                    <a:pt x="101" y="418"/>
                  </a:moveTo>
                  <a:cubicBezTo>
                    <a:pt x="185" y="435"/>
                    <a:pt x="218" y="435"/>
                    <a:pt x="252" y="384"/>
                  </a:cubicBezTo>
                  <a:cubicBezTo>
                    <a:pt x="268" y="351"/>
                    <a:pt x="302" y="318"/>
                    <a:pt x="302" y="284"/>
                  </a:cubicBezTo>
                  <a:cubicBezTo>
                    <a:pt x="318" y="0"/>
                    <a:pt x="1" y="234"/>
                    <a:pt x="101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808;p21">
              <a:extLst>
                <a:ext uri="{FF2B5EF4-FFF2-40B4-BE49-F238E27FC236}">
                  <a16:creationId xmlns:a16="http://schemas.microsoft.com/office/drawing/2014/main" id="{D9B50A4B-7C51-4EBB-98B8-44A109E3CEF5}"/>
                </a:ext>
              </a:extLst>
            </p:cNvPr>
            <p:cNvSpPr/>
            <p:nvPr/>
          </p:nvSpPr>
          <p:spPr>
            <a:xfrm>
              <a:off x="4757456" y="3160558"/>
              <a:ext cx="17303" cy="8671"/>
            </a:xfrm>
            <a:custGeom>
              <a:avLst/>
              <a:gdLst/>
              <a:ahLst/>
              <a:cxnLst/>
              <a:rect l="l" t="t" r="r" b="b"/>
              <a:pathLst>
                <a:path w="435" h="218" extrusionOk="0">
                  <a:moveTo>
                    <a:pt x="385" y="17"/>
                  </a:moveTo>
                  <a:cubicBezTo>
                    <a:pt x="234" y="0"/>
                    <a:pt x="0" y="84"/>
                    <a:pt x="184" y="184"/>
                  </a:cubicBezTo>
                  <a:cubicBezTo>
                    <a:pt x="218" y="218"/>
                    <a:pt x="318" y="201"/>
                    <a:pt x="351" y="184"/>
                  </a:cubicBezTo>
                  <a:cubicBezTo>
                    <a:pt x="435" y="134"/>
                    <a:pt x="401" y="101"/>
                    <a:pt x="385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809;p21">
              <a:extLst>
                <a:ext uri="{FF2B5EF4-FFF2-40B4-BE49-F238E27FC236}">
                  <a16:creationId xmlns:a16="http://schemas.microsoft.com/office/drawing/2014/main" id="{8521EE18-8D77-4C49-BC24-B774B2B63845}"/>
                </a:ext>
              </a:extLst>
            </p:cNvPr>
            <p:cNvSpPr/>
            <p:nvPr/>
          </p:nvSpPr>
          <p:spPr>
            <a:xfrm>
              <a:off x="4653119" y="2067902"/>
              <a:ext cx="12649" cy="12689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84" y="301"/>
                  </a:moveTo>
                  <a:cubicBezTo>
                    <a:pt x="284" y="318"/>
                    <a:pt x="318" y="84"/>
                    <a:pt x="217" y="34"/>
                  </a:cubicBezTo>
                  <a:cubicBezTo>
                    <a:pt x="150" y="1"/>
                    <a:pt x="0" y="168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810;p21">
              <a:extLst>
                <a:ext uri="{FF2B5EF4-FFF2-40B4-BE49-F238E27FC236}">
                  <a16:creationId xmlns:a16="http://schemas.microsoft.com/office/drawing/2014/main" id="{0B83C629-2815-40FA-B891-24E6D2B30B1B}"/>
                </a:ext>
              </a:extLst>
            </p:cNvPr>
            <p:cNvSpPr/>
            <p:nvPr/>
          </p:nvSpPr>
          <p:spPr>
            <a:xfrm>
              <a:off x="4463698" y="3396480"/>
              <a:ext cx="12649" cy="13365"/>
            </a:xfrm>
            <a:custGeom>
              <a:avLst/>
              <a:gdLst/>
              <a:ahLst/>
              <a:cxnLst/>
              <a:rect l="l" t="t" r="r" b="b"/>
              <a:pathLst>
                <a:path w="318" h="336" extrusionOk="0">
                  <a:moveTo>
                    <a:pt x="267" y="335"/>
                  </a:moveTo>
                  <a:lnTo>
                    <a:pt x="318" y="268"/>
                  </a:lnTo>
                  <a:cubicBezTo>
                    <a:pt x="318" y="168"/>
                    <a:pt x="201" y="1"/>
                    <a:pt x="100" y="101"/>
                  </a:cubicBezTo>
                  <a:cubicBezTo>
                    <a:pt x="0" y="201"/>
                    <a:pt x="167" y="318"/>
                    <a:pt x="2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811;p21">
              <a:extLst>
                <a:ext uri="{FF2B5EF4-FFF2-40B4-BE49-F238E27FC236}">
                  <a16:creationId xmlns:a16="http://schemas.microsoft.com/office/drawing/2014/main" id="{61329459-F29A-4696-8A03-2586ABDC80DC}"/>
                </a:ext>
              </a:extLst>
            </p:cNvPr>
            <p:cNvSpPr/>
            <p:nvPr/>
          </p:nvSpPr>
          <p:spPr>
            <a:xfrm>
              <a:off x="4363338" y="3634430"/>
              <a:ext cx="9984" cy="12689"/>
            </a:xfrm>
            <a:custGeom>
              <a:avLst/>
              <a:gdLst/>
              <a:ahLst/>
              <a:cxnLst/>
              <a:rect l="l" t="t" r="r" b="b"/>
              <a:pathLst>
                <a:path w="251" h="319" extrusionOk="0">
                  <a:moveTo>
                    <a:pt x="34" y="51"/>
                  </a:moveTo>
                  <a:cubicBezTo>
                    <a:pt x="0" y="218"/>
                    <a:pt x="34" y="318"/>
                    <a:pt x="201" y="268"/>
                  </a:cubicBezTo>
                  <a:cubicBezTo>
                    <a:pt x="234" y="201"/>
                    <a:pt x="251" y="134"/>
                    <a:pt x="184" y="51"/>
                  </a:cubicBezTo>
                  <a:cubicBezTo>
                    <a:pt x="151" y="1"/>
                    <a:pt x="117" y="17"/>
                    <a:pt x="34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812;p21">
              <a:extLst>
                <a:ext uri="{FF2B5EF4-FFF2-40B4-BE49-F238E27FC236}">
                  <a16:creationId xmlns:a16="http://schemas.microsoft.com/office/drawing/2014/main" id="{06B08FC0-1FB7-4494-BF1F-4B0AECA4BC94}"/>
                </a:ext>
              </a:extLst>
            </p:cNvPr>
            <p:cNvSpPr/>
            <p:nvPr/>
          </p:nvSpPr>
          <p:spPr>
            <a:xfrm>
              <a:off x="4457055" y="3847122"/>
              <a:ext cx="13325" cy="10660"/>
            </a:xfrm>
            <a:custGeom>
              <a:avLst/>
              <a:gdLst/>
              <a:ahLst/>
              <a:cxnLst/>
              <a:rect l="l" t="t" r="r" b="b"/>
              <a:pathLst>
                <a:path w="335" h="268" extrusionOk="0">
                  <a:moveTo>
                    <a:pt x="217" y="268"/>
                  </a:moveTo>
                  <a:cubicBezTo>
                    <a:pt x="217" y="184"/>
                    <a:pt x="334" y="184"/>
                    <a:pt x="251" y="17"/>
                  </a:cubicBezTo>
                  <a:lnTo>
                    <a:pt x="150" y="0"/>
                  </a:lnTo>
                  <a:cubicBezTo>
                    <a:pt x="67" y="101"/>
                    <a:pt x="0" y="251"/>
                    <a:pt x="2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813;p21">
              <a:extLst>
                <a:ext uri="{FF2B5EF4-FFF2-40B4-BE49-F238E27FC236}">
                  <a16:creationId xmlns:a16="http://schemas.microsoft.com/office/drawing/2014/main" id="{8CE99099-14C9-4D80-B25A-115F51D2A3BE}"/>
                </a:ext>
              </a:extLst>
            </p:cNvPr>
            <p:cNvSpPr/>
            <p:nvPr/>
          </p:nvSpPr>
          <p:spPr>
            <a:xfrm>
              <a:off x="4797314" y="3841116"/>
              <a:ext cx="12689" cy="13365"/>
            </a:xfrm>
            <a:custGeom>
              <a:avLst/>
              <a:gdLst/>
              <a:ahLst/>
              <a:cxnLst/>
              <a:rect l="l" t="t" r="r" b="b"/>
              <a:pathLst>
                <a:path w="319" h="336" extrusionOk="0">
                  <a:moveTo>
                    <a:pt x="68" y="285"/>
                  </a:moveTo>
                  <a:cubicBezTo>
                    <a:pt x="251" y="335"/>
                    <a:pt x="318" y="1"/>
                    <a:pt x="84" y="34"/>
                  </a:cubicBezTo>
                  <a:cubicBezTo>
                    <a:pt x="68" y="51"/>
                    <a:pt x="34" y="85"/>
                    <a:pt x="34" y="151"/>
                  </a:cubicBezTo>
                  <a:cubicBezTo>
                    <a:pt x="1" y="302"/>
                    <a:pt x="51" y="252"/>
                    <a:pt x="68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814;p21">
              <a:extLst>
                <a:ext uri="{FF2B5EF4-FFF2-40B4-BE49-F238E27FC236}">
                  <a16:creationId xmlns:a16="http://schemas.microsoft.com/office/drawing/2014/main" id="{EA80577E-9BA7-465B-BF18-111FEB504E6A}"/>
                </a:ext>
              </a:extLst>
            </p:cNvPr>
            <p:cNvSpPr/>
            <p:nvPr/>
          </p:nvSpPr>
          <p:spPr>
            <a:xfrm>
              <a:off x="4500890" y="3774011"/>
              <a:ext cx="9348" cy="13325"/>
            </a:xfrm>
            <a:custGeom>
              <a:avLst/>
              <a:gdLst/>
              <a:ahLst/>
              <a:cxnLst/>
              <a:rect l="l" t="t" r="r" b="b"/>
              <a:pathLst>
                <a:path w="235" h="335" extrusionOk="0">
                  <a:moveTo>
                    <a:pt x="1" y="201"/>
                  </a:moveTo>
                  <a:cubicBezTo>
                    <a:pt x="1" y="301"/>
                    <a:pt x="235" y="335"/>
                    <a:pt x="168" y="17"/>
                  </a:cubicBezTo>
                  <a:cubicBezTo>
                    <a:pt x="18" y="0"/>
                    <a:pt x="1" y="51"/>
                    <a:pt x="1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815;p21">
              <a:extLst>
                <a:ext uri="{FF2B5EF4-FFF2-40B4-BE49-F238E27FC236}">
                  <a16:creationId xmlns:a16="http://schemas.microsoft.com/office/drawing/2014/main" id="{3B774CB3-DA96-41EE-92B1-CA172863ADA6}"/>
                </a:ext>
              </a:extLst>
            </p:cNvPr>
            <p:cNvSpPr/>
            <p:nvPr/>
          </p:nvSpPr>
          <p:spPr>
            <a:xfrm>
              <a:off x="4651091" y="2751801"/>
              <a:ext cx="12689" cy="8671"/>
            </a:xfrm>
            <a:custGeom>
              <a:avLst/>
              <a:gdLst/>
              <a:ahLst/>
              <a:cxnLst/>
              <a:rect l="l" t="t" r="r" b="b"/>
              <a:pathLst>
                <a:path w="319" h="218" extrusionOk="0">
                  <a:moveTo>
                    <a:pt x="34" y="68"/>
                  </a:moveTo>
                  <a:cubicBezTo>
                    <a:pt x="1" y="68"/>
                    <a:pt x="34" y="134"/>
                    <a:pt x="34" y="185"/>
                  </a:cubicBezTo>
                  <a:cubicBezTo>
                    <a:pt x="235" y="218"/>
                    <a:pt x="201" y="201"/>
                    <a:pt x="268" y="151"/>
                  </a:cubicBezTo>
                  <a:lnTo>
                    <a:pt x="285" y="68"/>
                  </a:lnTo>
                  <a:cubicBezTo>
                    <a:pt x="252" y="51"/>
                    <a:pt x="318" y="17"/>
                    <a:pt x="168" y="17"/>
                  </a:cubicBezTo>
                  <a:cubicBezTo>
                    <a:pt x="34" y="1"/>
                    <a:pt x="51" y="51"/>
                    <a:pt x="34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816;p21">
              <a:extLst>
                <a:ext uri="{FF2B5EF4-FFF2-40B4-BE49-F238E27FC236}">
                  <a16:creationId xmlns:a16="http://schemas.microsoft.com/office/drawing/2014/main" id="{A95D44C9-615A-4E73-90E1-B80D9325E965}"/>
                </a:ext>
              </a:extLst>
            </p:cNvPr>
            <p:cNvSpPr/>
            <p:nvPr/>
          </p:nvSpPr>
          <p:spPr>
            <a:xfrm>
              <a:off x="4561392" y="2921294"/>
              <a:ext cx="14002" cy="10024"/>
            </a:xfrm>
            <a:custGeom>
              <a:avLst/>
              <a:gdLst/>
              <a:ahLst/>
              <a:cxnLst/>
              <a:rect l="l" t="t" r="r" b="b"/>
              <a:pathLst>
                <a:path w="352" h="252" extrusionOk="0">
                  <a:moveTo>
                    <a:pt x="84" y="218"/>
                  </a:moveTo>
                  <a:cubicBezTo>
                    <a:pt x="234" y="251"/>
                    <a:pt x="351" y="218"/>
                    <a:pt x="301" y="51"/>
                  </a:cubicBezTo>
                  <a:cubicBezTo>
                    <a:pt x="218" y="17"/>
                    <a:pt x="0" y="0"/>
                    <a:pt x="84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817;p21">
              <a:extLst>
                <a:ext uri="{FF2B5EF4-FFF2-40B4-BE49-F238E27FC236}">
                  <a16:creationId xmlns:a16="http://schemas.microsoft.com/office/drawing/2014/main" id="{69712BF0-DEA7-484F-8027-FE720ED08CD6}"/>
                </a:ext>
              </a:extLst>
            </p:cNvPr>
            <p:cNvSpPr/>
            <p:nvPr/>
          </p:nvSpPr>
          <p:spPr>
            <a:xfrm>
              <a:off x="4889717" y="3716850"/>
              <a:ext cx="11337" cy="10660"/>
            </a:xfrm>
            <a:custGeom>
              <a:avLst/>
              <a:gdLst/>
              <a:ahLst/>
              <a:cxnLst/>
              <a:rect l="l" t="t" r="r" b="b"/>
              <a:pathLst>
                <a:path w="285" h="268" extrusionOk="0">
                  <a:moveTo>
                    <a:pt x="251" y="251"/>
                  </a:moveTo>
                  <a:cubicBezTo>
                    <a:pt x="284" y="117"/>
                    <a:pt x="218" y="0"/>
                    <a:pt x="50" y="51"/>
                  </a:cubicBezTo>
                  <a:cubicBezTo>
                    <a:pt x="0" y="201"/>
                    <a:pt x="117" y="268"/>
                    <a:pt x="2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818;p21">
              <a:extLst>
                <a:ext uri="{FF2B5EF4-FFF2-40B4-BE49-F238E27FC236}">
                  <a16:creationId xmlns:a16="http://schemas.microsoft.com/office/drawing/2014/main" id="{3F4CDDB9-21AB-49D0-947B-7C9BF03A92C1}"/>
                </a:ext>
              </a:extLst>
            </p:cNvPr>
            <p:cNvSpPr/>
            <p:nvPr/>
          </p:nvSpPr>
          <p:spPr>
            <a:xfrm>
              <a:off x="4571336" y="2945877"/>
              <a:ext cx="10700" cy="11337"/>
            </a:xfrm>
            <a:custGeom>
              <a:avLst/>
              <a:gdLst/>
              <a:ahLst/>
              <a:cxnLst/>
              <a:rect l="l" t="t" r="r" b="b"/>
              <a:pathLst>
                <a:path w="269" h="285" extrusionOk="0">
                  <a:moveTo>
                    <a:pt x="1" y="51"/>
                  </a:moveTo>
                  <a:cubicBezTo>
                    <a:pt x="1" y="285"/>
                    <a:pt x="268" y="285"/>
                    <a:pt x="252" y="51"/>
                  </a:cubicBezTo>
                  <a:cubicBezTo>
                    <a:pt x="201" y="34"/>
                    <a:pt x="68" y="1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819;p21">
              <a:extLst>
                <a:ext uri="{FF2B5EF4-FFF2-40B4-BE49-F238E27FC236}">
                  <a16:creationId xmlns:a16="http://schemas.microsoft.com/office/drawing/2014/main" id="{5F3E33CA-454A-496B-8EFA-1DA3BEA8C20F}"/>
                </a:ext>
              </a:extLst>
            </p:cNvPr>
            <p:cNvSpPr/>
            <p:nvPr/>
          </p:nvSpPr>
          <p:spPr>
            <a:xfrm>
              <a:off x="4809963" y="2280594"/>
              <a:ext cx="12649" cy="14002"/>
            </a:xfrm>
            <a:custGeom>
              <a:avLst/>
              <a:gdLst/>
              <a:ahLst/>
              <a:cxnLst/>
              <a:rect l="l" t="t" r="r" b="b"/>
              <a:pathLst>
                <a:path w="318" h="352" extrusionOk="0">
                  <a:moveTo>
                    <a:pt x="117" y="101"/>
                  </a:moveTo>
                  <a:cubicBezTo>
                    <a:pt x="0" y="151"/>
                    <a:pt x="34" y="351"/>
                    <a:pt x="184" y="301"/>
                  </a:cubicBezTo>
                  <a:cubicBezTo>
                    <a:pt x="318" y="251"/>
                    <a:pt x="284" y="0"/>
                    <a:pt x="117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820;p21">
              <a:extLst>
                <a:ext uri="{FF2B5EF4-FFF2-40B4-BE49-F238E27FC236}">
                  <a16:creationId xmlns:a16="http://schemas.microsoft.com/office/drawing/2014/main" id="{C73BE8BD-CA5D-4659-A969-6A44CCF28EA6}"/>
                </a:ext>
              </a:extLst>
            </p:cNvPr>
            <p:cNvSpPr/>
            <p:nvPr/>
          </p:nvSpPr>
          <p:spPr>
            <a:xfrm>
              <a:off x="4690311" y="4013950"/>
              <a:ext cx="8671" cy="10660"/>
            </a:xfrm>
            <a:custGeom>
              <a:avLst/>
              <a:gdLst/>
              <a:ahLst/>
              <a:cxnLst/>
              <a:rect l="l" t="t" r="r" b="b"/>
              <a:pathLst>
                <a:path w="218" h="268" extrusionOk="0">
                  <a:moveTo>
                    <a:pt x="51" y="34"/>
                  </a:moveTo>
                  <a:cubicBezTo>
                    <a:pt x="1" y="167"/>
                    <a:pt x="17" y="268"/>
                    <a:pt x="185" y="251"/>
                  </a:cubicBezTo>
                  <a:cubicBezTo>
                    <a:pt x="218" y="167"/>
                    <a:pt x="218" y="100"/>
                    <a:pt x="185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821;p21">
              <a:extLst>
                <a:ext uri="{FF2B5EF4-FFF2-40B4-BE49-F238E27FC236}">
                  <a16:creationId xmlns:a16="http://schemas.microsoft.com/office/drawing/2014/main" id="{6794CFF0-B919-43FB-AB04-40B5DEEF01D9}"/>
                </a:ext>
              </a:extLst>
            </p:cNvPr>
            <p:cNvSpPr/>
            <p:nvPr/>
          </p:nvSpPr>
          <p:spPr>
            <a:xfrm>
              <a:off x="4659086" y="3379892"/>
              <a:ext cx="10024" cy="11337"/>
            </a:xfrm>
            <a:custGeom>
              <a:avLst/>
              <a:gdLst/>
              <a:ahLst/>
              <a:cxnLst/>
              <a:rect l="l" t="t" r="r" b="b"/>
              <a:pathLst>
                <a:path w="252" h="285" extrusionOk="0">
                  <a:moveTo>
                    <a:pt x="51" y="234"/>
                  </a:moveTo>
                  <a:cubicBezTo>
                    <a:pt x="218" y="284"/>
                    <a:pt x="251" y="217"/>
                    <a:pt x="251" y="67"/>
                  </a:cubicBezTo>
                  <a:cubicBezTo>
                    <a:pt x="101" y="0"/>
                    <a:pt x="0" y="67"/>
                    <a:pt x="51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822;p21">
              <a:extLst>
                <a:ext uri="{FF2B5EF4-FFF2-40B4-BE49-F238E27FC236}">
                  <a16:creationId xmlns:a16="http://schemas.microsoft.com/office/drawing/2014/main" id="{39A3C538-DA26-4C14-B425-34F025C7AE33}"/>
                </a:ext>
              </a:extLst>
            </p:cNvPr>
            <p:cNvSpPr/>
            <p:nvPr/>
          </p:nvSpPr>
          <p:spPr>
            <a:xfrm>
              <a:off x="4322129" y="3613149"/>
              <a:ext cx="15314" cy="15991"/>
            </a:xfrm>
            <a:custGeom>
              <a:avLst/>
              <a:gdLst/>
              <a:ahLst/>
              <a:cxnLst/>
              <a:rect l="l" t="t" r="r" b="b"/>
              <a:pathLst>
                <a:path w="385" h="402" extrusionOk="0">
                  <a:moveTo>
                    <a:pt x="117" y="402"/>
                  </a:moveTo>
                  <a:cubicBezTo>
                    <a:pt x="385" y="218"/>
                    <a:pt x="67" y="1"/>
                    <a:pt x="0" y="318"/>
                  </a:cubicBezTo>
                  <a:cubicBezTo>
                    <a:pt x="67" y="402"/>
                    <a:pt x="0" y="369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823;p21">
              <a:extLst>
                <a:ext uri="{FF2B5EF4-FFF2-40B4-BE49-F238E27FC236}">
                  <a16:creationId xmlns:a16="http://schemas.microsoft.com/office/drawing/2014/main" id="{80C903B2-8CE6-462F-BE82-A3B2BAE2F7CC}"/>
                </a:ext>
              </a:extLst>
            </p:cNvPr>
            <p:cNvSpPr/>
            <p:nvPr/>
          </p:nvSpPr>
          <p:spPr>
            <a:xfrm>
              <a:off x="4333426" y="2703949"/>
              <a:ext cx="10660" cy="10024"/>
            </a:xfrm>
            <a:custGeom>
              <a:avLst/>
              <a:gdLst/>
              <a:ahLst/>
              <a:cxnLst/>
              <a:rect l="l" t="t" r="r" b="b"/>
              <a:pathLst>
                <a:path w="268" h="252" extrusionOk="0">
                  <a:moveTo>
                    <a:pt x="151" y="251"/>
                  </a:moveTo>
                  <a:cubicBezTo>
                    <a:pt x="234" y="201"/>
                    <a:pt x="268" y="184"/>
                    <a:pt x="234" y="51"/>
                  </a:cubicBezTo>
                  <a:cubicBezTo>
                    <a:pt x="134" y="1"/>
                    <a:pt x="101" y="17"/>
                    <a:pt x="50" y="101"/>
                  </a:cubicBezTo>
                  <a:cubicBezTo>
                    <a:pt x="0" y="218"/>
                    <a:pt x="50" y="235"/>
                    <a:pt x="1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824;p21">
              <a:extLst>
                <a:ext uri="{FF2B5EF4-FFF2-40B4-BE49-F238E27FC236}">
                  <a16:creationId xmlns:a16="http://schemas.microsoft.com/office/drawing/2014/main" id="{16B6D590-1A8C-4B12-9BCC-484B35B0B851}"/>
                </a:ext>
              </a:extLst>
            </p:cNvPr>
            <p:cNvSpPr/>
            <p:nvPr/>
          </p:nvSpPr>
          <p:spPr>
            <a:xfrm>
              <a:off x="4557414" y="3848435"/>
              <a:ext cx="11337" cy="10024"/>
            </a:xfrm>
            <a:custGeom>
              <a:avLst/>
              <a:gdLst/>
              <a:ahLst/>
              <a:cxnLst/>
              <a:rect l="l" t="t" r="r" b="b"/>
              <a:pathLst>
                <a:path w="285" h="252" extrusionOk="0">
                  <a:moveTo>
                    <a:pt x="201" y="251"/>
                  </a:moveTo>
                  <a:cubicBezTo>
                    <a:pt x="201" y="201"/>
                    <a:pt x="284" y="185"/>
                    <a:pt x="267" y="84"/>
                  </a:cubicBezTo>
                  <a:cubicBezTo>
                    <a:pt x="251" y="17"/>
                    <a:pt x="201" y="1"/>
                    <a:pt x="134" y="34"/>
                  </a:cubicBezTo>
                  <a:cubicBezTo>
                    <a:pt x="33" y="101"/>
                    <a:pt x="0" y="235"/>
                    <a:pt x="20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825;p21">
              <a:extLst>
                <a:ext uri="{FF2B5EF4-FFF2-40B4-BE49-F238E27FC236}">
                  <a16:creationId xmlns:a16="http://schemas.microsoft.com/office/drawing/2014/main" id="{20AF6255-B70D-409A-9054-01A328A42D11}"/>
                </a:ext>
              </a:extLst>
            </p:cNvPr>
            <p:cNvSpPr/>
            <p:nvPr/>
          </p:nvSpPr>
          <p:spPr>
            <a:xfrm>
              <a:off x="4617200" y="3894975"/>
              <a:ext cx="12013" cy="12649"/>
            </a:xfrm>
            <a:custGeom>
              <a:avLst/>
              <a:gdLst/>
              <a:ahLst/>
              <a:cxnLst/>
              <a:rect l="l" t="t" r="r" b="b"/>
              <a:pathLst>
                <a:path w="302" h="318" extrusionOk="0">
                  <a:moveTo>
                    <a:pt x="101" y="268"/>
                  </a:moveTo>
                  <a:cubicBezTo>
                    <a:pt x="235" y="318"/>
                    <a:pt x="302" y="218"/>
                    <a:pt x="285" y="101"/>
                  </a:cubicBezTo>
                  <a:cubicBezTo>
                    <a:pt x="218" y="0"/>
                    <a:pt x="1" y="84"/>
                    <a:pt x="101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826;p21">
              <a:extLst>
                <a:ext uri="{FF2B5EF4-FFF2-40B4-BE49-F238E27FC236}">
                  <a16:creationId xmlns:a16="http://schemas.microsoft.com/office/drawing/2014/main" id="{25050457-CD9F-4BA6-A571-FB072E8C0C3B}"/>
                </a:ext>
              </a:extLst>
            </p:cNvPr>
            <p:cNvSpPr/>
            <p:nvPr/>
          </p:nvSpPr>
          <p:spPr>
            <a:xfrm>
              <a:off x="4717559" y="3804600"/>
              <a:ext cx="13325" cy="10660"/>
            </a:xfrm>
            <a:custGeom>
              <a:avLst/>
              <a:gdLst/>
              <a:ahLst/>
              <a:cxnLst/>
              <a:rect l="l" t="t" r="r" b="b"/>
              <a:pathLst>
                <a:path w="335" h="268" extrusionOk="0">
                  <a:moveTo>
                    <a:pt x="235" y="217"/>
                  </a:moveTo>
                  <a:cubicBezTo>
                    <a:pt x="335" y="167"/>
                    <a:pt x="268" y="0"/>
                    <a:pt x="68" y="33"/>
                  </a:cubicBezTo>
                  <a:cubicBezTo>
                    <a:pt x="1" y="167"/>
                    <a:pt x="151" y="267"/>
                    <a:pt x="235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827;p21">
              <a:extLst>
                <a:ext uri="{FF2B5EF4-FFF2-40B4-BE49-F238E27FC236}">
                  <a16:creationId xmlns:a16="http://schemas.microsoft.com/office/drawing/2014/main" id="{3025BEE9-9E26-4E95-A9C5-F480CF5154A9}"/>
                </a:ext>
              </a:extLst>
            </p:cNvPr>
            <p:cNvSpPr/>
            <p:nvPr/>
          </p:nvSpPr>
          <p:spPr>
            <a:xfrm>
              <a:off x="4681004" y="2872766"/>
              <a:ext cx="13365" cy="12689"/>
            </a:xfrm>
            <a:custGeom>
              <a:avLst/>
              <a:gdLst/>
              <a:ahLst/>
              <a:cxnLst/>
              <a:rect l="l" t="t" r="r" b="b"/>
              <a:pathLst>
                <a:path w="336" h="319" extrusionOk="0">
                  <a:moveTo>
                    <a:pt x="201" y="318"/>
                  </a:moveTo>
                  <a:cubicBezTo>
                    <a:pt x="235" y="268"/>
                    <a:pt x="335" y="1"/>
                    <a:pt x="118" y="118"/>
                  </a:cubicBezTo>
                  <a:cubicBezTo>
                    <a:pt x="34" y="168"/>
                    <a:pt x="1" y="301"/>
                    <a:pt x="201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828;p21">
              <a:extLst>
                <a:ext uri="{FF2B5EF4-FFF2-40B4-BE49-F238E27FC236}">
                  <a16:creationId xmlns:a16="http://schemas.microsoft.com/office/drawing/2014/main" id="{5E621330-90F7-4EA8-B6E8-7F370F16E90C}"/>
                </a:ext>
              </a:extLst>
            </p:cNvPr>
            <p:cNvSpPr/>
            <p:nvPr/>
          </p:nvSpPr>
          <p:spPr>
            <a:xfrm>
              <a:off x="4676350" y="2929250"/>
              <a:ext cx="13365" cy="11337"/>
            </a:xfrm>
            <a:custGeom>
              <a:avLst/>
              <a:gdLst/>
              <a:ahLst/>
              <a:cxnLst/>
              <a:rect l="l" t="t" r="r" b="b"/>
              <a:pathLst>
                <a:path w="336" h="285" extrusionOk="0">
                  <a:moveTo>
                    <a:pt x="268" y="235"/>
                  </a:moveTo>
                  <a:cubicBezTo>
                    <a:pt x="335" y="68"/>
                    <a:pt x="168" y="1"/>
                    <a:pt x="84" y="84"/>
                  </a:cubicBezTo>
                  <a:cubicBezTo>
                    <a:pt x="1" y="168"/>
                    <a:pt x="118" y="285"/>
                    <a:pt x="268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829;p21">
              <a:extLst>
                <a:ext uri="{FF2B5EF4-FFF2-40B4-BE49-F238E27FC236}">
                  <a16:creationId xmlns:a16="http://schemas.microsoft.com/office/drawing/2014/main" id="{405B2D40-C723-40D1-AB89-C8CF9D517A31}"/>
                </a:ext>
              </a:extLst>
            </p:cNvPr>
            <p:cNvSpPr/>
            <p:nvPr/>
          </p:nvSpPr>
          <p:spPr>
            <a:xfrm>
              <a:off x="4796677" y="2886051"/>
              <a:ext cx="11973" cy="11337"/>
            </a:xfrm>
            <a:custGeom>
              <a:avLst/>
              <a:gdLst/>
              <a:ahLst/>
              <a:cxnLst/>
              <a:rect l="l" t="t" r="r" b="b"/>
              <a:pathLst>
                <a:path w="301" h="285" extrusionOk="0">
                  <a:moveTo>
                    <a:pt x="34" y="101"/>
                  </a:moveTo>
                  <a:cubicBezTo>
                    <a:pt x="0" y="235"/>
                    <a:pt x="100" y="285"/>
                    <a:pt x="217" y="235"/>
                  </a:cubicBezTo>
                  <a:cubicBezTo>
                    <a:pt x="301" y="118"/>
                    <a:pt x="201" y="1"/>
                    <a:pt x="34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830;p21">
              <a:extLst>
                <a:ext uri="{FF2B5EF4-FFF2-40B4-BE49-F238E27FC236}">
                  <a16:creationId xmlns:a16="http://schemas.microsoft.com/office/drawing/2014/main" id="{4BB14946-CFB7-4C5F-AF9D-87359568C310}"/>
                </a:ext>
              </a:extLst>
            </p:cNvPr>
            <p:cNvSpPr/>
            <p:nvPr/>
          </p:nvSpPr>
          <p:spPr>
            <a:xfrm>
              <a:off x="4691664" y="2909321"/>
              <a:ext cx="10660" cy="10660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0" y="84"/>
                  </a:moveTo>
                  <a:cubicBezTo>
                    <a:pt x="17" y="218"/>
                    <a:pt x="67" y="268"/>
                    <a:pt x="201" y="235"/>
                  </a:cubicBezTo>
                  <a:cubicBezTo>
                    <a:pt x="268" y="1"/>
                    <a:pt x="50" y="1"/>
                    <a:pt x="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831;p21">
              <a:extLst>
                <a:ext uri="{FF2B5EF4-FFF2-40B4-BE49-F238E27FC236}">
                  <a16:creationId xmlns:a16="http://schemas.microsoft.com/office/drawing/2014/main" id="{261BA6DC-4F22-4245-B661-BBC202A0829D}"/>
                </a:ext>
              </a:extLst>
            </p:cNvPr>
            <p:cNvSpPr/>
            <p:nvPr/>
          </p:nvSpPr>
          <p:spPr>
            <a:xfrm>
              <a:off x="4745483" y="2824913"/>
              <a:ext cx="10660" cy="10024"/>
            </a:xfrm>
            <a:custGeom>
              <a:avLst/>
              <a:gdLst/>
              <a:ahLst/>
              <a:cxnLst/>
              <a:rect l="l" t="t" r="r" b="b"/>
              <a:pathLst>
                <a:path w="268" h="252" extrusionOk="0">
                  <a:moveTo>
                    <a:pt x="67" y="34"/>
                  </a:moveTo>
                  <a:cubicBezTo>
                    <a:pt x="17" y="168"/>
                    <a:pt x="134" y="251"/>
                    <a:pt x="268" y="184"/>
                  </a:cubicBezTo>
                  <a:cubicBezTo>
                    <a:pt x="268" y="118"/>
                    <a:pt x="268" y="17"/>
                    <a:pt x="151" y="1"/>
                  </a:cubicBezTo>
                  <a:cubicBezTo>
                    <a:pt x="1" y="1"/>
                    <a:pt x="134" y="1"/>
                    <a:pt x="67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832;p21">
              <a:extLst>
                <a:ext uri="{FF2B5EF4-FFF2-40B4-BE49-F238E27FC236}">
                  <a16:creationId xmlns:a16="http://schemas.microsoft.com/office/drawing/2014/main" id="{8CFF4DB8-C28A-43AF-ADF4-EC2A1CF40970}"/>
                </a:ext>
              </a:extLst>
            </p:cNvPr>
            <p:cNvSpPr/>
            <p:nvPr/>
          </p:nvSpPr>
          <p:spPr>
            <a:xfrm>
              <a:off x="4419823" y="2593645"/>
              <a:ext cx="12649" cy="9348"/>
            </a:xfrm>
            <a:custGeom>
              <a:avLst/>
              <a:gdLst/>
              <a:ahLst/>
              <a:cxnLst/>
              <a:rect l="l" t="t" r="r" b="b"/>
              <a:pathLst>
                <a:path w="318" h="235" extrusionOk="0">
                  <a:moveTo>
                    <a:pt x="84" y="50"/>
                  </a:moveTo>
                  <a:cubicBezTo>
                    <a:pt x="84" y="50"/>
                    <a:pt x="0" y="201"/>
                    <a:pt x="151" y="217"/>
                  </a:cubicBezTo>
                  <a:cubicBezTo>
                    <a:pt x="318" y="234"/>
                    <a:pt x="218" y="201"/>
                    <a:pt x="251" y="167"/>
                  </a:cubicBezTo>
                  <a:lnTo>
                    <a:pt x="268" y="67"/>
                  </a:lnTo>
                  <a:cubicBezTo>
                    <a:pt x="167" y="17"/>
                    <a:pt x="184" y="0"/>
                    <a:pt x="84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833;p21">
              <a:extLst>
                <a:ext uri="{FF2B5EF4-FFF2-40B4-BE49-F238E27FC236}">
                  <a16:creationId xmlns:a16="http://schemas.microsoft.com/office/drawing/2014/main" id="{3E0696EF-4918-4FF0-8310-64A130710EC1}"/>
                </a:ext>
              </a:extLst>
            </p:cNvPr>
            <p:cNvSpPr/>
            <p:nvPr/>
          </p:nvSpPr>
          <p:spPr>
            <a:xfrm>
              <a:off x="4782039" y="4039209"/>
              <a:ext cx="12013" cy="11973"/>
            </a:xfrm>
            <a:custGeom>
              <a:avLst/>
              <a:gdLst/>
              <a:ahLst/>
              <a:cxnLst/>
              <a:rect l="l" t="t" r="r" b="b"/>
              <a:pathLst>
                <a:path w="302" h="301" extrusionOk="0">
                  <a:moveTo>
                    <a:pt x="51" y="251"/>
                  </a:moveTo>
                  <a:cubicBezTo>
                    <a:pt x="301" y="301"/>
                    <a:pt x="251" y="100"/>
                    <a:pt x="168" y="67"/>
                  </a:cubicBezTo>
                  <a:cubicBezTo>
                    <a:pt x="1" y="0"/>
                    <a:pt x="34" y="184"/>
                    <a:pt x="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834;p21">
              <a:extLst>
                <a:ext uri="{FF2B5EF4-FFF2-40B4-BE49-F238E27FC236}">
                  <a16:creationId xmlns:a16="http://schemas.microsoft.com/office/drawing/2014/main" id="{05E08903-062C-4CF9-87DD-C54E1D97C25F}"/>
                </a:ext>
              </a:extLst>
            </p:cNvPr>
            <p:cNvSpPr/>
            <p:nvPr/>
          </p:nvSpPr>
          <p:spPr>
            <a:xfrm>
              <a:off x="4349376" y="2725230"/>
              <a:ext cx="8671" cy="8671"/>
            </a:xfrm>
            <a:custGeom>
              <a:avLst/>
              <a:gdLst/>
              <a:ahLst/>
              <a:cxnLst/>
              <a:rect l="l" t="t" r="r" b="b"/>
              <a:pathLst>
                <a:path w="218" h="218" extrusionOk="0">
                  <a:moveTo>
                    <a:pt x="0" y="184"/>
                  </a:moveTo>
                  <a:lnTo>
                    <a:pt x="167" y="218"/>
                  </a:lnTo>
                  <a:cubicBezTo>
                    <a:pt x="201" y="51"/>
                    <a:pt x="217" y="0"/>
                    <a:pt x="34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835;p21">
              <a:extLst>
                <a:ext uri="{FF2B5EF4-FFF2-40B4-BE49-F238E27FC236}">
                  <a16:creationId xmlns:a16="http://schemas.microsoft.com/office/drawing/2014/main" id="{8528CD46-A00E-4275-9C4E-9A046F738EA9}"/>
                </a:ext>
              </a:extLst>
            </p:cNvPr>
            <p:cNvSpPr/>
            <p:nvPr/>
          </p:nvSpPr>
          <p:spPr>
            <a:xfrm>
              <a:off x="4484303" y="2793011"/>
              <a:ext cx="8671" cy="10660"/>
            </a:xfrm>
            <a:custGeom>
              <a:avLst/>
              <a:gdLst/>
              <a:ahLst/>
              <a:cxnLst/>
              <a:rect l="l" t="t" r="r" b="b"/>
              <a:pathLst>
                <a:path w="218" h="268" extrusionOk="0">
                  <a:moveTo>
                    <a:pt x="50" y="184"/>
                  </a:moveTo>
                  <a:cubicBezTo>
                    <a:pt x="201" y="268"/>
                    <a:pt x="217" y="218"/>
                    <a:pt x="217" y="67"/>
                  </a:cubicBezTo>
                  <a:lnTo>
                    <a:pt x="100" y="1"/>
                  </a:lnTo>
                  <a:cubicBezTo>
                    <a:pt x="50" y="67"/>
                    <a:pt x="0" y="67"/>
                    <a:pt x="50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836;p21">
              <a:extLst>
                <a:ext uri="{FF2B5EF4-FFF2-40B4-BE49-F238E27FC236}">
                  <a16:creationId xmlns:a16="http://schemas.microsoft.com/office/drawing/2014/main" id="{5FFBB40B-85FE-425B-9BF3-5B382BD0971D}"/>
                </a:ext>
              </a:extLst>
            </p:cNvPr>
            <p:cNvSpPr/>
            <p:nvPr/>
          </p:nvSpPr>
          <p:spPr>
            <a:xfrm>
              <a:off x="4359997" y="3978707"/>
              <a:ext cx="12689" cy="13325"/>
            </a:xfrm>
            <a:custGeom>
              <a:avLst/>
              <a:gdLst/>
              <a:ahLst/>
              <a:cxnLst/>
              <a:rect l="l" t="t" r="r" b="b"/>
              <a:pathLst>
                <a:path w="319" h="335" extrusionOk="0">
                  <a:moveTo>
                    <a:pt x="168" y="1"/>
                  </a:moveTo>
                  <a:cubicBezTo>
                    <a:pt x="1" y="201"/>
                    <a:pt x="318" y="335"/>
                    <a:pt x="3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837;p21">
              <a:extLst>
                <a:ext uri="{FF2B5EF4-FFF2-40B4-BE49-F238E27FC236}">
                  <a16:creationId xmlns:a16="http://schemas.microsoft.com/office/drawing/2014/main" id="{EA3BE14A-C64F-4357-88EC-0FFE7519225C}"/>
                </a:ext>
              </a:extLst>
            </p:cNvPr>
            <p:cNvSpPr/>
            <p:nvPr/>
          </p:nvSpPr>
          <p:spPr>
            <a:xfrm>
              <a:off x="4505544" y="3038917"/>
              <a:ext cx="9348" cy="9348"/>
            </a:xfrm>
            <a:custGeom>
              <a:avLst/>
              <a:gdLst/>
              <a:ahLst/>
              <a:cxnLst/>
              <a:rect l="l" t="t" r="r" b="b"/>
              <a:pathLst>
                <a:path w="235" h="235" extrusionOk="0">
                  <a:moveTo>
                    <a:pt x="84" y="201"/>
                  </a:moveTo>
                  <a:cubicBezTo>
                    <a:pt x="218" y="235"/>
                    <a:pt x="235" y="151"/>
                    <a:pt x="201" y="51"/>
                  </a:cubicBezTo>
                  <a:cubicBezTo>
                    <a:pt x="151" y="34"/>
                    <a:pt x="151" y="1"/>
                    <a:pt x="84" y="51"/>
                  </a:cubicBezTo>
                  <a:cubicBezTo>
                    <a:pt x="1" y="151"/>
                    <a:pt x="84" y="201"/>
                    <a:pt x="8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838;p21">
              <a:extLst>
                <a:ext uri="{FF2B5EF4-FFF2-40B4-BE49-F238E27FC236}">
                  <a16:creationId xmlns:a16="http://schemas.microsoft.com/office/drawing/2014/main" id="{5B8822BC-992F-48FD-AA79-6EB933BFDF18}"/>
                </a:ext>
              </a:extLst>
            </p:cNvPr>
            <p:cNvSpPr/>
            <p:nvPr/>
          </p:nvSpPr>
          <p:spPr>
            <a:xfrm>
              <a:off x="4558727" y="4191399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117" y="385"/>
                  </a:moveTo>
                  <a:lnTo>
                    <a:pt x="184" y="385"/>
                  </a:lnTo>
                  <a:cubicBezTo>
                    <a:pt x="335" y="117"/>
                    <a:pt x="385" y="184"/>
                    <a:pt x="385" y="17"/>
                  </a:cubicBezTo>
                  <a:cubicBezTo>
                    <a:pt x="184" y="0"/>
                    <a:pt x="0" y="167"/>
                    <a:pt x="117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253E458-8D62-497B-A542-179EC2FF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700" y="1616150"/>
            <a:ext cx="3784600" cy="481200"/>
          </a:xfrm>
        </p:spPr>
        <p:txBody>
          <a:bodyPr/>
          <a:lstStyle/>
          <a:p>
            <a:r>
              <a:rPr lang="en-US" sz="7200" dirty="0"/>
              <a:t>GRACIAS</a:t>
            </a:r>
            <a:endParaRPr lang="es-AR" sz="72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F96EE1A-EFCF-4300-8F03-FB4092A66044}"/>
              </a:ext>
            </a:extLst>
          </p:cNvPr>
          <p:cNvSpPr txBox="1">
            <a:spLocks/>
          </p:cNvSpPr>
          <p:nvPr/>
        </p:nvSpPr>
        <p:spPr>
          <a:xfrm>
            <a:off x="2857500" y="2282900"/>
            <a:ext cx="34290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i="0" dirty="0">
                <a:solidFill>
                  <a:schemeClr val="tx1"/>
                </a:solidFill>
                <a:effectLst/>
                <a:latin typeface="Inter Variable"/>
              </a:rPr>
              <a:t>¿</a:t>
            </a:r>
            <a:r>
              <a:rPr lang="en-US" i="0" dirty="0" err="1">
                <a:solidFill>
                  <a:schemeClr val="tx1"/>
                </a:solidFill>
                <a:effectLst/>
                <a:latin typeface="Inter Variable"/>
              </a:rPr>
              <a:t>Preguntas</a:t>
            </a:r>
            <a:r>
              <a:rPr lang="en-US" i="0" dirty="0">
                <a:solidFill>
                  <a:schemeClr val="tx1"/>
                </a:solidFill>
                <a:effectLst/>
                <a:latin typeface="Inter Variable"/>
              </a:rPr>
              <a:t>?</a:t>
            </a:r>
            <a:endParaRPr lang="es-AR" dirty="0">
              <a:solidFill>
                <a:schemeClr val="tx1"/>
              </a:solidFill>
            </a:endParaRPr>
          </a:p>
        </p:txBody>
      </p:sp>
      <p:grpSp>
        <p:nvGrpSpPr>
          <p:cNvPr id="386" name="Google Shape;457;p21">
            <a:extLst>
              <a:ext uri="{FF2B5EF4-FFF2-40B4-BE49-F238E27FC236}">
                <a16:creationId xmlns:a16="http://schemas.microsoft.com/office/drawing/2014/main" id="{8D8D0E78-6366-4C4A-AA70-DF333BF4F848}"/>
              </a:ext>
            </a:extLst>
          </p:cNvPr>
          <p:cNvGrpSpPr/>
          <p:nvPr/>
        </p:nvGrpSpPr>
        <p:grpSpPr>
          <a:xfrm rot="20330845">
            <a:off x="605121" y="449073"/>
            <a:ext cx="1678889" cy="2354112"/>
            <a:chOff x="3884136" y="1881821"/>
            <a:chExt cx="1678889" cy="2354112"/>
          </a:xfrm>
        </p:grpSpPr>
        <p:sp>
          <p:nvSpPr>
            <p:cNvPr id="387" name="Google Shape;458;p21">
              <a:extLst>
                <a:ext uri="{FF2B5EF4-FFF2-40B4-BE49-F238E27FC236}">
                  <a16:creationId xmlns:a16="http://schemas.microsoft.com/office/drawing/2014/main" id="{0FC420D8-FEC9-4FC4-BED1-118B16465F94}"/>
                </a:ext>
              </a:extLst>
            </p:cNvPr>
            <p:cNvSpPr/>
            <p:nvPr/>
          </p:nvSpPr>
          <p:spPr>
            <a:xfrm>
              <a:off x="3884136" y="1931663"/>
              <a:ext cx="1678889" cy="1846352"/>
            </a:xfrm>
            <a:custGeom>
              <a:avLst/>
              <a:gdLst/>
              <a:ahLst/>
              <a:cxnLst/>
              <a:rect l="l" t="t" r="r" b="b"/>
              <a:pathLst>
                <a:path w="42207" h="46417" extrusionOk="0">
                  <a:moveTo>
                    <a:pt x="21103" y="0"/>
                  </a:moveTo>
                  <a:cubicBezTo>
                    <a:pt x="8973" y="0"/>
                    <a:pt x="0" y="8839"/>
                    <a:pt x="4779" y="23158"/>
                  </a:cubicBezTo>
                  <a:cubicBezTo>
                    <a:pt x="6684" y="28889"/>
                    <a:pt x="10878" y="31914"/>
                    <a:pt x="11713" y="37678"/>
                  </a:cubicBezTo>
                  <a:cubicBezTo>
                    <a:pt x="11813" y="38380"/>
                    <a:pt x="11830" y="39583"/>
                    <a:pt x="12014" y="40669"/>
                  </a:cubicBezTo>
                  <a:cubicBezTo>
                    <a:pt x="12699" y="44846"/>
                    <a:pt x="29725" y="46417"/>
                    <a:pt x="30326" y="39566"/>
                  </a:cubicBezTo>
                  <a:cubicBezTo>
                    <a:pt x="30393" y="38848"/>
                    <a:pt x="30427" y="38146"/>
                    <a:pt x="30493" y="37678"/>
                  </a:cubicBezTo>
                  <a:cubicBezTo>
                    <a:pt x="31312" y="31914"/>
                    <a:pt x="35506" y="28889"/>
                    <a:pt x="37427" y="23158"/>
                  </a:cubicBezTo>
                  <a:cubicBezTo>
                    <a:pt x="42206" y="8839"/>
                    <a:pt x="33234" y="0"/>
                    <a:pt x="21103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459;p21">
              <a:extLst>
                <a:ext uri="{FF2B5EF4-FFF2-40B4-BE49-F238E27FC236}">
                  <a16:creationId xmlns:a16="http://schemas.microsoft.com/office/drawing/2014/main" id="{53BEE1AB-79A6-4AB8-B953-804F9E0E04FA}"/>
                </a:ext>
              </a:extLst>
            </p:cNvPr>
            <p:cNvSpPr/>
            <p:nvPr/>
          </p:nvSpPr>
          <p:spPr>
            <a:xfrm>
              <a:off x="3913373" y="1881821"/>
              <a:ext cx="1426978" cy="2354112"/>
            </a:xfrm>
            <a:custGeom>
              <a:avLst/>
              <a:gdLst/>
              <a:ahLst/>
              <a:cxnLst/>
              <a:rect l="l" t="t" r="r" b="b"/>
              <a:pathLst>
                <a:path w="35874" h="59182" extrusionOk="0">
                  <a:moveTo>
                    <a:pt x="14838" y="19365"/>
                  </a:moveTo>
                  <a:cubicBezTo>
                    <a:pt x="14921" y="18931"/>
                    <a:pt x="14854" y="18664"/>
                    <a:pt x="14721" y="18530"/>
                  </a:cubicBezTo>
                  <a:cubicBezTo>
                    <a:pt x="14637" y="18430"/>
                    <a:pt x="14503" y="18396"/>
                    <a:pt x="14403" y="18446"/>
                  </a:cubicBezTo>
                  <a:cubicBezTo>
                    <a:pt x="14303" y="18480"/>
                    <a:pt x="14236" y="18563"/>
                    <a:pt x="14253" y="18680"/>
                  </a:cubicBezTo>
                  <a:cubicBezTo>
                    <a:pt x="14270" y="18864"/>
                    <a:pt x="14437" y="19098"/>
                    <a:pt x="14838" y="19365"/>
                  </a:cubicBezTo>
                  <a:close/>
                  <a:moveTo>
                    <a:pt x="17929" y="20251"/>
                  </a:moveTo>
                  <a:cubicBezTo>
                    <a:pt x="17929" y="20251"/>
                    <a:pt x="16241" y="20318"/>
                    <a:pt x="15172" y="19716"/>
                  </a:cubicBezTo>
                  <a:lnTo>
                    <a:pt x="15138" y="19633"/>
                  </a:lnTo>
                  <a:cubicBezTo>
                    <a:pt x="15322" y="18948"/>
                    <a:pt x="15205" y="18530"/>
                    <a:pt x="14988" y="18296"/>
                  </a:cubicBezTo>
                  <a:cubicBezTo>
                    <a:pt x="14788" y="18062"/>
                    <a:pt x="14503" y="18012"/>
                    <a:pt x="14270" y="18112"/>
                  </a:cubicBezTo>
                  <a:cubicBezTo>
                    <a:pt x="14036" y="18196"/>
                    <a:pt x="13852" y="18413"/>
                    <a:pt x="13902" y="18731"/>
                  </a:cubicBezTo>
                  <a:cubicBezTo>
                    <a:pt x="13935" y="19015"/>
                    <a:pt x="14186" y="19399"/>
                    <a:pt x="14804" y="19766"/>
                  </a:cubicBezTo>
                  <a:lnTo>
                    <a:pt x="14821" y="19800"/>
                  </a:lnTo>
                  <a:cubicBezTo>
                    <a:pt x="14570" y="20134"/>
                    <a:pt x="13752" y="21153"/>
                    <a:pt x="12849" y="21237"/>
                  </a:cubicBezTo>
                  <a:cubicBezTo>
                    <a:pt x="12933" y="20602"/>
                    <a:pt x="12766" y="20218"/>
                    <a:pt x="12549" y="20017"/>
                  </a:cubicBezTo>
                  <a:cubicBezTo>
                    <a:pt x="12331" y="19817"/>
                    <a:pt x="12031" y="19800"/>
                    <a:pt x="11813" y="19917"/>
                  </a:cubicBezTo>
                  <a:cubicBezTo>
                    <a:pt x="11579" y="20034"/>
                    <a:pt x="11429" y="20268"/>
                    <a:pt x="11513" y="20568"/>
                  </a:cubicBezTo>
                  <a:cubicBezTo>
                    <a:pt x="11579" y="20869"/>
                    <a:pt x="11864" y="21203"/>
                    <a:pt x="12532" y="21504"/>
                  </a:cubicBezTo>
                  <a:lnTo>
                    <a:pt x="17093" y="29524"/>
                  </a:lnTo>
                  <a:cubicBezTo>
                    <a:pt x="16692" y="29725"/>
                    <a:pt x="16158" y="29975"/>
                    <a:pt x="15606" y="30126"/>
                  </a:cubicBezTo>
                  <a:cubicBezTo>
                    <a:pt x="15021" y="30293"/>
                    <a:pt x="14938" y="30644"/>
                    <a:pt x="15055" y="31078"/>
                  </a:cubicBezTo>
                  <a:cubicBezTo>
                    <a:pt x="15138" y="31379"/>
                    <a:pt x="15356" y="31696"/>
                    <a:pt x="15539" y="31997"/>
                  </a:cubicBezTo>
                  <a:cubicBezTo>
                    <a:pt x="15673" y="32198"/>
                    <a:pt x="15790" y="32381"/>
                    <a:pt x="15857" y="32532"/>
                  </a:cubicBezTo>
                  <a:cubicBezTo>
                    <a:pt x="15623" y="32766"/>
                    <a:pt x="15072" y="33551"/>
                    <a:pt x="15072" y="35239"/>
                  </a:cubicBezTo>
                  <a:lnTo>
                    <a:pt x="15072" y="44011"/>
                  </a:lnTo>
                  <a:cubicBezTo>
                    <a:pt x="14503" y="43927"/>
                    <a:pt x="13952" y="43810"/>
                    <a:pt x="13434" y="43676"/>
                  </a:cubicBezTo>
                  <a:cubicBezTo>
                    <a:pt x="11947" y="43309"/>
                    <a:pt x="10694" y="42774"/>
                    <a:pt x="9925" y="42122"/>
                  </a:cubicBezTo>
                  <a:cubicBezTo>
                    <a:pt x="9892" y="42089"/>
                    <a:pt x="9859" y="42056"/>
                    <a:pt x="9825" y="42039"/>
                  </a:cubicBezTo>
                  <a:cubicBezTo>
                    <a:pt x="9441" y="41688"/>
                    <a:pt x="9207" y="41320"/>
                    <a:pt x="9140" y="40919"/>
                  </a:cubicBezTo>
                  <a:cubicBezTo>
                    <a:pt x="9040" y="40301"/>
                    <a:pt x="8990" y="39650"/>
                    <a:pt x="8956" y="39048"/>
                  </a:cubicBezTo>
                  <a:cubicBezTo>
                    <a:pt x="8923" y="38630"/>
                    <a:pt x="8889" y="38246"/>
                    <a:pt x="8856" y="37929"/>
                  </a:cubicBezTo>
                  <a:cubicBezTo>
                    <a:pt x="8371" y="34637"/>
                    <a:pt x="6834" y="32248"/>
                    <a:pt x="5230" y="29758"/>
                  </a:cubicBezTo>
                  <a:cubicBezTo>
                    <a:pt x="3994" y="27837"/>
                    <a:pt x="2724" y="25848"/>
                    <a:pt x="1889" y="23359"/>
                  </a:cubicBezTo>
                  <a:cubicBezTo>
                    <a:pt x="1003" y="20702"/>
                    <a:pt x="602" y="18246"/>
                    <a:pt x="602" y="16007"/>
                  </a:cubicBezTo>
                  <a:cubicBezTo>
                    <a:pt x="602" y="12381"/>
                    <a:pt x="1671" y="9307"/>
                    <a:pt x="3509" y="6901"/>
                  </a:cubicBezTo>
                  <a:cubicBezTo>
                    <a:pt x="5347" y="4478"/>
                    <a:pt x="7970" y="2690"/>
                    <a:pt x="11078" y="1654"/>
                  </a:cubicBezTo>
                  <a:cubicBezTo>
                    <a:pt x="13184" y="969"/>
                    <a:pt x="15489" y="602"/>
                    <a:pt x="17945" y="602"/>
                  </a:cubicBezTo>
                  <a:cubicBezTo>
                    <a:pt x="20385" y="602"/>
                    <a:pt x="22707" y="969"/>
                    <a:pt x="24796" y="1654"/>
                  </a:cubicBezTo>
                  <a:cubicBezTo>
                    <a:pt x="27904" y="2690"/>
                    <a:pt x="30527" y="4478"/>
                    <a:pt x="32365" y="6901"/>
                  </a:cubicBezTo>
                  <a:cubicBezTo>
                    <a:pt x="34203" y="9307"/>
                    <a:pt x="35272" y="12381"/>
                    <a:pt x="35272" y="16007"/>
                  </a:cubicBezTo>
                  <a:cubicBezTo>
                    <a:pt x="35272" y="18246"/>
                    <a:pt x="34871" y="20702"/>
                    <a:pt x="33986" y="23359"/>
                  </a:cubicBezTo>
                  <a:cubicBezTo>
                    <a:pt x="33150" y="25848"/>
                    <a:pt x="31880" y="27837"/>
                    <a:pt x="30644" y="29758"/>
                  </a:cubicBezTo>
                  <a:cubicBezTo>
                    <a:pt x="29040" y="32248"/>
                    <a:pt x="27503" y="34637"/>
                    <a:pt x="27035" y="37929"/>
                  </a:cubicBezTo>
                  <a:cubicBezTo>
                    <a:pt x="26985" y="38246"/>
                    <a:pt x="26951" y="38630"/>
                    <a:pt x="26935" y="39048"/>
                  </a:cubicBezTo>
                  <a:cubicBezTo>
                    <a:pt x="26918" y="39299"/>
                    <a:pt x="26901" y="39549"/>
                    <a:pt x="26868" y="39850"/>
                  </a:cubicBezTo>
                  <a:cubicBezTo>
                    <a:pt x="26717" y="41554"/>
                    <a:pt x="25448" y="42707"/>
                    <a:pt x="23643" y="43409"/>
                  </a:cubicBezTo>
                  <a:cubicBezTo>
                    <a:pt x="22791" y="43726"/>
                    <a:pt x="21822" y="43960"/>
                    <a:pt x="20803" y="44094"/>
                  </a:cubicBezTo>
                  <a:lnTo>
                    <a:pt x="20803" y="35239"/>
                  </a:lnTo>
                  <a:cubicBezTo>
                    <a:pt x="20803" y="33534"/>
                    <a:pt x="20251" y="32766"/>
                    <a:pt x="20034" y="32515"/>
                  </a:cubicBezTo>
                  <a:cubicBezTo>
                    <a:pt x="20101" y="32381"/>
                    <a:pt x="20218" y="32198"/>
                    <a:pt x="20335" y="31997"/>
                  </a:cubicBezTo>
                  <a:cubicBezTo>
                    <a:pt x="20535" y="31696"/>
                    <a:pt x="20736" y="31362"/>
                    <a:pt x="20819" y="31061"/>
                  </a:cubicBezTo>
                  <a:cubicBezTo>
                    <a:pt x="20936" y="30644"/>
                    <a:pt x="20853" y="30293"/>
                    <a:pt x="20268" y="30126"/>
                  </a:cubicBezTo>
                  <a:cubicBezTo>
                    <a:pt x="19733" y="29975"/>
                    <a:pt x="19199" y="29725"/>
                    <a:pt x="18781" y="29524"/>
                  </a:cubicBezTo>
                  <a:lnTo>
                    <a:pt x="23359" y="21504"/>
                  </a:lnTo>
                  <a:cubicBezTo>
                    <a:pt x="24027" y="21203"/>
                    <a:pt x="24311" y="20869"/>
                    <a:pt x="24378" y="20568"/>
                  </a:cubicBezTo>
                  <a:cubicBezTo>
                    <a:pt x="24445" y="20268"/>
                    <a:pt x="24295" y="20017"/>
                    <a:pt x="24061" y="19900"/>
                  </a:cubicBezTo>
                  <a:cubicBezTo>
                    <a:pt x="23844" y="19800"/>
                    <a:pt x="23560" y="19800"/>
                    <a:pt x="23326" y="20017"/>
                  </a:cubicBezTo>
                  <a:cubicBezTo>
                    <a:pt x="23108" y="20218"/>
                    <a:pt x="22958" y="20602"/>
                    <a:pt x="23025" y="21237"/>
                  </a:cubicBezTo>
                  <a:cubicBezTo>
                    <a:pt x="22123" y="21153"/>
                    <a:pt x="21304" y="20134"/>
                    <a:pt x="21070" y="19800"/>
                  </a:cubicBezTo>
                  <a:lnTo>
                    <a:pt x="21070" y="19766"/>
                  </a:lnTo>
                  <a:cubicBezTo>
                    <a:pt x="21705" y="19399"/>
                    <a:pt x="21956" y="19015"/>
                    <a:pt x="21989" y="18731"/>
                  </a:cubicBezTo>
                  <a:cubicBezTo>
                    <a:pt x="22022" y="18413"/>
                    <a:pt x="21839" y="18196"/>
                    <a:pt x="21605" y="18096"/>
                  </a:cubicBezTo>
                  <a:cubicBezTo>
                    <a:pt x="21371" y="18012"/>
                    <a:pt x="21087" y="18062"/>
                    <a:pt x="20886" y="18296"/>
                  </a:cubicBezTo>
                  <a:cubicBezTo>
                    <a:pt x="20686" y="18513"/>
                    <a:pt x="20569" y="18948"/>
                    <a:pt x="20736" y="19633"/>
                  </a:cubicBezTo>
                  <a:lnTo>
                    <a:pt x="20702" y="19716"/>
                  </a:lnTo>
                  <a:cubicBezTo>
                    <a:pt x="19633" y="20301"/>
                    <a:pt x="17945" y="20251"/>
                    <a:pt x="17945" y="20251"/>
                  </a:cubicBezTo>
                  <a:lnTo>
                    <a:pt x="17945" y="20251"/>
                  </a:lnTo>
                  <a:lnTo>
                    <a:pt x="17945" y="20251"/>
                  </a:lnTo>
                  <a:lnTo>
                    <a:pt x="17945" y="20251"/>
                  </a:lnTo>
                  <a:lnTo>
                    <a:pt x="17929" y="20251"/>
                  </a:lnTo>
                  <a:close/>
                  <a:moveTo>
                    <a:pt x="17945" y="20485"/>
                  </a:moveTo>
                  <a:cubicBezTo>
                    <a:pt x="17862" y="20485"/>
                    <a:pt x="16408" y="20535"/>
                    <a:pt x="15305" y="20050"/>
                  </a:cubicBezTo>
                  <a:lnTo>
                    <a:pt x="17026" y="24311"/>
                  </a:lnTo>
                  <a:lnTo>
                    <a:pt x="18848" y="24311"/>
                  </a:lnTo>
                  <a:lnTo>
                    <a:pt x="20569" y="20050"/>
                  </a:lnTo>
                  <a:cubicBezTo>
                    <a:pt x="19466" y="20535"/>
                    <a:pt x="18012" y="20485"/>
                    <a:pt x="17945" y="20485"/>
                  </a:cubicBezTo>
                  <a:close/>
                  <a:moveTo>
                    <a:pt x="14921" y="20050"/>
                  </a:moveTo>
                  <a:cubicBezTo>
                    <a:pt x="14587" y="20485"/>
                    <a:pt x="13802" y="21354"/>
                    <a:pt x="12916" y="21471"/>
                  </a:cubicBezTo>
                  <a:lnTo>
                    <a:pt x="17160" y="28906"/>
                  </a:lnTo>
                  <a:lnTo>
                    <a:pt x="17160" y="25765"/>
                  </a:lnTo>
                  <a:lnTo>
                    <a:pt x="16742" y="25765"/>
                  </a:lnTo>
                  <a:cubicBezTo>
                    <a:pt x="16542" y="25765"/>
                    <a:pt x="16358" y="25681"/>
                    <a:pt x="16224" y="25548"/>
                  </a:cubicBezTo>
                  <a:lnTo>
                    <a:pt x="16224" y="25531"/>
                  </a:lnTo>
                  <a:cubicBezTo>
                    <a:pt x="16091" y="25414"/>
                    <a:pt x="16007" y="25230"/>
                    <a:pt x="16007" y="25030"/>
                  </a:cubicBezTo>
                  <a:cubicBezTo>
                    <a:pt x="16007" y="24829"/>
                    <a:pt x="16091" y="24645"/>
                    <a:pt x="16224" y="24512"/>
                  </a:cubicBezTo>
                  <a:cubicBezTo>
                    <a:pt x="16241" y="24512"/>
                    <a:pt x="16241" y="24512"/>
                    <a:pt x="16241" y="24512"/>
                  </a:cubicBezTo>
                  <a:cubicBezTo>
                    <a:pt x="16358" y="24411"/>
                    <a:pt x="16492" y="24328"/>
                    <a:pt x="16642" y="24311"/>
                  </a:cubicBezTo>
                  <a:close/>
                  <a:moveTo>
                    <a:pt x="17862" y="33100"/>
                  </a:moveTo>
                  <a:cubicBezTo>
                    <a:pt x="17795" y="33267"/>
                    <a:pt x="17728" y="33501"/>
                    <a:pt x="17661" y="33785"/>
                  </a:cubicBezTo>
                  <a:cubicBezTo>
                    <a:pt x="17595" y="34152"/>
                    <a:pt x="17544" y="34637"/>
                    <a:pt x="17544" y="35239"/>
                  </a:cubicBezTo>
                  <a:lnTo>
                    <a:pt x="17544" y="44244"/>
                  </a:lnTo>
                  <a:cubicBezTo>
                    <a:pt x="17812" y="44261"/>
                    <a:pt x="18062" y="44261"/>
                    <a:pt x="18330" y="44261"/>
                  </a:cubicBezTo>
                  <a:lnTo>
                    <a:pt x="18330" y="35239"/>
                  </a:lnTo>
                  <a:cubicBezTo>
                    <a:pt x="18330" y="34637"/>
                    <a:pt x="18280" y="34152"/>
                    <a:pt x="18213" y="33785"/>
                  </a:cubicBezTo>
                  <a:cubicBezTo>
                    <a:pt x="18146" y="33501"/>
                    <a:pt x="18079" y="33267"/>
                    <a:pt x="18012" y="33100"/>
                  </a:cubicBezTo>
                  <a:lnTo>
                    <a:pt x="17945" y="33100"/>
                  </a:lnTo>
                  <a:close/>
                  <a:moveTo>
                    <a:pt x="17194" y="44228"/>
                  </a:moveTo>
                  <a:lnTo>
                    <a:pt x="17194" y="35239"/>
                  </a:lnTo>
                  <a:cubicBezTo>
                    <a:pt x="17194" y="34604"/>
                    <a:pt x="17244" y="34119"/>
                    <a:pt x="17311" y="33718"/>
                  </a:cubicBezTo>
                  <a:cubicBezTo>
                    <a:pt x="17361" y="33467"/>
                    <a:pt x="17427" y="33250"/>
                    <a:pt x="17478" y="33083"/>
                  </a:cubicBezTo>
                  <a:cubicBezTo>
                    <a:pt x="17294" y="33066"/>
                    <a:pt x="17127" y="33050"/>
                    <a:pt x="16976" y="33033"/>
                  </a:cubicBezTo>
                  <a:cubicBezTo>
                    <a:pt x="16859" y="33217"/>
                    <a:pt x="16726" y="33501"/>
                    <a:pt x="16625" y="33902"/>
                  </a:cubicBezTo>
                  <a:cubicBezTo>
                    <a:pt x="16542" y="34253"/>
                    <a:pt x="16492" y="34687"/>
                    <a:pt x="16492" y="35239"/>
                  </a:cubicBezTo>
                  <a:cubicBezTo>
                    <a:pt x="16492" y="36893"/>
                    <a:pt x="16475" y="42707"/>
                    <a:pt x="16458" y="44178"/>
                  </a:cubicBezTo>
                  <a:cubicBezTo>
                    <a:pt x="16709" y="44194"/>
                    <a:pt x="16943" y="44211"/>
                    <a:pt x="17194" y="44228"/>
                  </a:cubicBezTo>
                  <a:close/>
                  <a:moveTo>
                    <a:pt x="16893" y="32649"/>
                  </a:moveTo>
                  <a:cubicBezTo>
                    <a:pt x="16910" y="32649"/>
                    <a:pt x="16926" y="32649"/>
                    <a:pt x="16926" y="32649"/>
                  </a:cubicBezTo>
                  <a:cubicBezTo>
                    <a:pt x="17194" y="32699"/>
                    <a:pt x="17528" y="32732"/>
                    <a:pt x="17945" y="32732"/>
                  </a:cubicBezTo>
                  <a:cubicBezTo>
                    <a:pt x="18346" y="32732"/>
                    <a:pt x="18681" y="32699"/>
                    <a:pt x="18948" y="32649"/>
                  </a:cubicBezTo>
                  <a:cubicBezTo>
                    <a:pt x="18965" y="32649"/>
                    <a:pt x="18965" y="32649"/>
                    <a:pt x="18981" y="32649"/>
                  </a:cubicBezTo>
                  <a:cubicBezTo>
                    <a:pt x="19349" y="32582"/>
                    <a:pt x="19566" y="32498"/>
                    <a:pt x="19666" y="32448"/>
                  </a:cubicBezTo>
                  <a:cubicBezTo>
                    <a:pt x="19750" y="32248"/>
                    <a:pt x="19884" y="32030"/>
                    <a:pt x="20034" y="31797"/>
                  </a:cubicBezTo>
                  <a:cubicBezTo>
                    <a:pt x="20218" y="31529"/>
                    <a:pt x="20402" y="31228"/>
                    <a:pt x="20485" y="30978"/>
                  </a:cubicBezTo>
                  <a:cubicBezTo>
                    <a:pt x="20535" y="30744"/>
                    <a:pt x="20485" y="30560"/>
                    <a:pt x="20168" y="30477"/>
                  </a:cubicBezTo>
                  <a:cubicBezTo>
                    <a:pt x="19533" y="30293"/>
                    <a:pt x="18915" y="29992"/>
                    <a:pt x="18463" y="29758"/>
                  </a:cubicBezTo>
                  <a:cubicBezTo>
                    <a:pt x="18463" y="29758"/>
                    <a:pt x="18447" y="29741"/>
                    <a:pt x="18447" y="29741"/>
                  </a:cubicBezTo>
                  <a:cubicBezTo>
                    <a:pt x="18213" y="29624"/>
                    <a:pt x="18046" y="29508"/>
                    <a:pt x="17945" y="29457"/>
                  </a:cubicBezTo>
                  <a:cubicBezTo>
                    <a:pt x="17845" y="29508"/>
                    <a:pt x="17661" y="29624"/>
                    <a:pt x="17444" y="29741"/>
                  </a:cubicBezTo>
                  <a:cubicBezTo>
                    <a:pt x="17427" y="29741"/>
                    <a:pt x="17427" y="29758"/>
                    <a:pt x="17411" y="29758"/>
                  </a:cubicBezTo>
                  <a:cubicBezTo>
                    <a:pt x="16976" y="29992"/>
                    <a:pt x="16358" y="30293"/>
                    <a:pt x="15707" y="30477"/>
                  </a:cubicBezTo>
                  <a:cubicBezTo>
                    <a:pt x="15389" y="30560"/>
                    <a:pt x="15339" y="30744"/>
                    <a:pt x="15406" y="30978"/>
                  </a:cubicBezTo>
                  <a:cubicBezTo>
                    <a:pt x="15473" y="31228"/>
                    <a:pt x="15673" y="31529"/>
                    <a:pt x="15840" y="31797"/>
                  </a:cubicBezTo>
                  <a:cubicBezTo>
                    <a:pt x="15991" y="32030"/>
                    <a:pt x="16141" y="32248"/>
                    <a:pt x="16208" y="32448"/>
                  </a:cubicBezTo>
                  <a:cubicBezTo>
                    <a:pt x="16308" y="32482"/>
                    <a:pt x="16525" y="32582"/>
                    <a:pt x="16893" y="32649"/>
                  </a:cubicBezTo>
                  <a:close/>
                  <a:moveTo>
                    <a:pt x="16108" y="44144"/>
                  </a:moveTo>
                  <a:cubicBezTo>
                    <a:pt x="16108" y="42657"/>
                    <a:pt x="16124" y="37143"/>
                    <a:pt x="16124" y="35239"/>
                  </a:cubicBezTo>
                  <a:cubicBezTo>
                    <a:pt x="16124" y="34670"/>
                    <a:pt x="16191" y="34203"/>
                    <a:pt x="16275" y="33818"/>
                  </a:cubicBezTo>
                  <a:cubicBezTo>
                    <a:pt x="16375" y="33451"/>
                    <a:pt x="16492" y="33167"/>
                    <a:pt x="16592" y="32949"/>
                  </a:cubicBezTo>
                  <a:cubicBezTo>
                    <a:pt x="16358" y="32883"/>
                    <a:pt x="16191" y="32833"/>
                    <a:pt x="16091" y="32782"/>
                  </a:cubicBezTo>
                  <a:cubicBezTo>
                    <a:pt x="15907" y="32983"/>
                    <a:pt x="15439" y="33668"/>
                    <a:pt x="15439" y="35239"/>
                  </a:cubicBezTo>
                  <a:lnTo>
                    <a:pt x="15439" y="44061"/>
                  </a:lnTo>
                  <a:cubicBezTo>
                    <a:pt x="15656" y="44094"/>
                    <a:pt x="15874" y="44127"/>
                    <a:pt x="16108" y="44144"/>
                  </a:cubicBezTo>
                  <a:close/>
                  <a:moveTo>
                    <a:pt x="12498" y="21103"/>
                  </a:moveTo>
                  <a:cubicBezTo>
                    <a:pt x="12549" y="20652"/>
                    <a:pt x="12448" y="20401"/>
                    <a:pt x="12315" y="20284"/>
                  </a:cubicBezTo>
                  <a:cubicBezTo>
                    <a:pt x="12214" y="20184"/>
                    <a:pt x="12081" y="20184"/>
                    <a:pt x="11980" y="20234"/>
                  </a:cubicBezTo>
                  <a:cubicBezTo>
                    <a:pt x="11880" y="20284"/>
                    <a:pt x="11830" y="20385"/>
                    <a:pt x="11847" y="20502"/>
                  </a:cubicBezTo>
                  <a:cubicBezTo>
                    <a:pt x="11897" y="20669"/>
                    <a:pt x="12081" y="20886"/>
                    <a:pt x="12498" y="21103"/>
                  </a:cubicBezTo>
                  <a:close/>
                  <a:moveTo>
                    <a:pt x="17511" y="29290"/>
                  </a:moveTo>
                  <a:cubicBezTo>
                    <a:pt x="17712" y="29173"/>
                    <a:pt x="17812" y="29107"/>
                    <a:pt x="17828" y="29090"/>
                  </a:cubicBezTo>
                  <a:cubicBezTo>
                    <a:pt x="17845" y="29090"/>
                    <a:pt x="17845" y="29073"/>
                    <a:pt x="17862" y="29073"/>
                  </a:cubicBezTo>
                  <a:lnTo>
                    <a:pt x="17862" y="29073"/>
                  </a:lnTo>
                  <a:lnTo>
                    <a:pt x="17862" y="29073"/>
                  </a:lnTo>
                  <a:cubicBezTo>
                    <a:pt x="17879" y="29056"/>
                    <a:pt x="17912" y="29056"/>
                    <a:pt x="17929" y="29056"/>
                  </a:cubicBezTo>
                  <a:cubicBezTo>
                    <a:pt x="17962" y="29056"/>
                    <a:pt x="17979" y="29056"/>
                    <a:pt x="18012" y="29073"/>
                  </a:cubicBezTo>
                  <a:lnTo>
                    <a:pt x="18012" y="29073"/>
                  </a:lnTo>
                  <a:lnTo>
                    <a:pt x="18012" y="29073"/>
                  </a:lnTo>
                  <a:cubicBezTo>
                    <a:pt x="18029" y="29073"/>
                    <a:pt x="18029" y="29090"/>
                    <a:pt x="18029" y="29090"/>
                  </a:cubicBezTo>
                  <a:cubicBezTo>
                    <a:pt x="18062" y="29107"/>
                    <a:pt x="18163" y="29173"/>
                    <a:pt x="18346" y="29290"/>
                  </a:cubicBezTo>
                  <a:lnTo>
                    <a:pt x="18346" y="25765"/>
                  </a:lnTo>
                  <a:lnTo>
                    <a:pt x="17511" y="25765"/>
                  </a:lnTo>
                  <a:lnTo>
                    <a:pt x="17511" y="29290"/>
                  </a:lnTo>
                  <a:close/>
                  <a:moveTo>
                    <a:pt x="20953" y="20050"/>
                  </a:moveTo>
                  <a:lnTo>
                    <a:pt x="19232" y="24311"/>
                  </a:lnTo>
                  <a:cubicBezTo>
                    <a:pt x="19399" y="24328"/>
                    <a:pt x="19533" y="24411"/>
                    <a:pt x="19650" y="24512"/>
                  </a:cubicBezTo>
                  <a:lnTo>
                    <a:pt x="19650" y="24512"/>
                  </a:lnTo>
                  <a:cubicBezTo>
                    <a:pt x="19783" y="24645"/>
                    <a:pt x="19867" y="24829"/>
                    <a:pt x="19867" y="25030"/>
                  </a:cubicBezTo>
                  <a:cubicBezTo>
                    <a:pt x="19867" y="25230"/>
                    <a:pt x="19783" y="25414"/>
                    <a:pt x="19650" y="25548"/>
                  </a:cubicBezTo>
                  <a:lnTo>
                    <a:pt x="19650" y="25548"/>
                  </a:lnTo>
                  <a:lnTo>
                    <a:pt x="19650" y="25548"/>
                  </a:lnTo>
                  <a:cubicBezTo>
                    <a:pt x="19516" y="25681"/>
                    <a:pt x="19332" y="25765"/>
                    <a:pt x="19132" y="25765"/>
                  </a:cubicBezTo>
                  <a:lnTo>
                    <a:pt x="18714" y="25765"/>
                  </a:lnTo>
                  <a:lnTo>
                    <a:pt x="18714" y="28906"/>
                  </a:lnTo>
                  <a:lnTo>
                    <a:pt x="22958" y="21471"/>
                  </a:lnTo>
                  <a:cubicBezTo>
                    <a:pt x="22072" y="21354"/>
                    <a:pt x="21287" y="20485"/>
                    <a:pt x="20953" y="20050"/>
                  </a:cubicBezTo>
                  <a:close/>
                  <a:moveTo>
                    <a:pt x="18681" y="44261"/>
                  </a:moveTo>
                  <a:cubicBezTo>
                    <a:pt x="18931" y="44244"/>
                    <a:pt x="19165" y="44244"/>
                    <a:pt x="19416" y="44228"/>
                  </a:cubicBezTo>
                  <a:cubicBezTo>
                    <a:pt x="19416" y="42858"/>
                    <a:pt x="19399" y="36909"/>
                    <a:pt x="19399" y="35239"/>
                  </a:cubicBezTo>
                  <a:cubicBezTo>
                    <a:pt x="19399" y="34687"/>
                    <a:pt x="19332" y="34253"/>
                    <a:pt x="19249" y="33902"/>
                  </a:cubicBezTo>
                  <a:cubicBezTo>
                    <a:pt x="19148" y="33501"/>
                    <a:pt x="19032" y="33217"/>
                    <a:pt x="18915" y="33033"/>
                  </a:cubicBezTo>
                  <a:cubicBezTo>
                    <a:pt x="18764" y="33050"/>
                    <a:pt x="18580" y="33066"/>
                    <a:pt x="18397" y="33083"/>
                  </a:cubicBezTo>
                  <a:cubicBezTo>
                    <a:pt x="18463" y="33250"/>
                    <a:pt x="18514" y="33467"/>
                    <a:pt x="18564" y="33718"/>
                  </a:cubicBezTo>
                  <a:cubicBezTo>
                    <a:pt x="18631" y="34119"/>
                    <a:pt x="18697" y="34604"/>
                    <a:pt x="18697" y="35239"/>
                  </a:cubicBezTo>
                  <a:lnTo>
                    <a:pt x="18697" y="44261"/>
                  </a:lnTo>
                  <a:close/>
                  <a:moveTo>
                    <a:pt x="19767" y="44211"/>
                  </a:moveTo>
                  <a:cubicBezTo>
                    <a:pt x="20001" y="44194"/>
                    <a:pt x="20218" y="44161"/>
                    <a:pt x="20435" y="44144"/>
                  </a:cubicBezTo>
                  <a:lnTo>
                    <a:pt x="20435" y="35239"/>
                  </a:lnTo>
                  <a:cubicBezTo>
                    <a:pt x="20435" y="33668"/>
                    <a:pt x="19967" y="33000"/>
                    <a:pt x="19783" y="32782"/>
                  </a:cubicBezTo>
                  <a:cubicBezTo>
                    <a:pt x="19683" y="32833"/>
                    <a:pt x="19516" y="32899"/>
                    <a:pt x="19282" y="32949"/>
                  </a:cubicBezTo>
                  <a:cubicBezTo>
                    <a:pt x="19399" y="33167"/>
                    <a:pt x="19516" y="33451"/>
                    <a:pt x="19600" y="33818"/>
                  </a:cubicBezTo>
                  <a:cubicBezTo>
                    <a:pt x="19683" y="34203"/>
                    <a:pt x="19750" y="34670"/>
                    <a:pt x="19750" y="35239"/>
                  </a:cubicBezTo>
                  <a:cubicBezTo>
                    <a:pt x="19750" y="37160"/>
                    <a:pt x="19767" y="42824"/>
                    <a:pt x="19767" y="44211"/>
                  </a:cubicBezTo>
                  <a:close/>
                  <a:moveTo>
                    <a:pt x="23560" y="20284"/>
                  </a:moveTo>
                  <a:cubicBezTo>
                    <a:pt x="23426" y="20401"/>
                    <a:pt x="23342" y="20652"/>
                    <a:pt x="23376" y="21103"/>
                  </a:cubicBezTo>
                  <a:cubicBezTo>
                    <a:pt x="23793" y="20886"/>
                    <a:pt x="23977" y="20669"/>
                    <a:pt x="24027" y="20502"/>
                  </a:cubicBezTo>
                  <a:cubicBezTo>
                    <a:pt x="24044" y="20368"/>
                    <a:pt x="23994" y="20284"/>
                    <a:pt x="23894" y="20234"/>
                  </a:cubicBezTo>
                  <a:cubicBezTo>
                    <a:pt x="23793" y="20184"/>
                    <a:pt x="23660" y="20184"/>
                    <a:pt x="23560" y="20284"/>
                  </a:cubicBezTo>
                  <a:close/>
                  <a:moveTo>
                    <a:pt x="21153" y="18530"/>
                  </a:moveTo>
                  <a:cubicBezTo>
                    <a:pt x="21020" y="18664"/>
                    <a:pt x="20953" y="18931"/>
                    <a:pt x="21037" y="19365"/>
                  </a:cubicBezTo>
                  <a:cubicBezTo>
                    <a:pt x="21438" y="19098"/>
                    <a:pt x="21605" y="18864"/>
                    <a:pt x="21621" y="18680"/>
                  </a:cubicBezTo>
                  <a:cubicBezTo>
                    <a:pt x="21638" y="18563"/>
                    <a:pt x="21571" y="18480"/>
                    <a:pt x="21471" y="18446"/>
                  </a:cubicBezTo>
                  <a:cubicBezTo>
                    <a:pt x="21371" y="18396"/>
                    <a:pt x="21237" y="18430"/>
                    <a:pt x="21153" y="18530"/>
                  </a:cubicBezTo>
                  <a:close/>
                  <a:moveTo>
                    <a:pt x="16742" y="25414"/>
                  </a:moveTo>
                  <a:lnTo>
                    <a:pt x="17344" y="25414"/>
                  </a:lnTo>
                  <a:lnTo>
                    <a:pt x="18530" y="25414"/>
                  </a:lnTo>
                  <a:lnTo>
                    <a:pt x="19132" y="25414"/>
                  </a:lnTo>
                  <a:cubicBezTo>
                    <a:pt x="19232" y="25414"/>
                    <a:pt x="19316" y="25364"/>
                    <a:pt x="19382" y="25297"/>
                  </a:cubicBezTo>
                  <a:lnTo>
                    <a:pt x="19382" y="25297"/>
                  </a:lnTo>
                  <a:cubicBezTo>
                    <a:pt x="19449" y="25230"/>
                    <a:pt x="19499" y="25147"/>
                    <a:pt x="19499" y="25030"/>
                  </a:cubicBezTo>
                  <a:cubicBezTo>
                    <a:pt x="19499" y="24929"/>
                    <a:pt x="19449" y="24846"/>
                    <a:pt x="19382" y="24779"/>
                  </a:cubicBezTo>
                  <a:lnTo>
                    <a:pt x="19382" y="24779"/>
                  </a:lnTo>
                  <a:lnTo>
                    <a:pt x="19382" y="24779"/>
                  </a:lnTo>
                  <a:cubicBezTo>
                    <a:pt x="19316" y="24712"/>
                    <a:pt x="19232" y="24662"/>
                    <a:pt x="19132" y="24662"/>
                  </a:cubicBezTo>
                  <a:lnTo>
                    <a:pt x="16742" y="24662"/>
                  </a:lnTo>
                  <a:cubicBezTo>
                    <a:pt x="16642" y="24662"/>
                    <a:pt x="16559" y="24712"/>
                    <a:pt x="16492" y="24762"/>
                  </a:cubicBezTo>
                  <a:lnTo>
                    <a:pt x="16492" y="24779"/>
                  </a:lnTo>
                  <a:cubicBezTo>
                    <a:pt x="16425" y="24846"/>
                    <a:pt x="16375" y="24929"/>
                    <a:pt x="16375" y="25030"/>
                  </a:cubicBezTo>
                  <a:cubicBezTo>
                    <a:pt x="16375" y="25130"/>
                    <a:pt x="16408" y="25230"/>
                    <a:pt x="16475" y="25297"/>
                  </a:cubicBezTo>
                  <a:lnTo>
                    <a:pt x="16492" y="25297"/>
                  </a:lnTo>
                  <a:cubicBezTo>
                    <a:pt x="16559" y="25364"/>
                    <a:pt x="16642" y="25414"/>
                    <a:pt x="16742" y="25414"/>
                  </a:cubicBezTo>
                  <a:close/>
                  <a:moveTo>
                    <a:pt x="25682" y="53351"/>
                  </a:moveTo>
                  <a:cubicBezTo>
                    <a:pt x="24128" y="54671"/>
                    <a:pt x="18915" y="58213"/>
                    <a:pt x="10644" y="54854"/>
                  </a:cubicBezTo>
                  <a:cubicBezTo>
                    <a:pt x="11412" y="56525"/>
                    <a:pt x="13284" y="58580"/>
                    <a:pt x="17945" y="58580"/>
                  </a:cubicBezTo>
                  <a:cubicBezTo>
                    <a:pt x="24228" y="58580"/>
                    <a:pt x="25448" y="54821"/>
                    <a:pt x="25682" y="53351"/>
                  </a:cubicBezTo>
                  <a:close/>
                  <a:moveTo>
                    <a:pt x="10460" y="54386"/>
                  </a:moveTo>
                  <a:cubicBezTo>
                    <a:pt x="10260" y="53818"/>
                    <a:pt x="10176" y="53317"/>
                    <a:pt x="10143" y="53033"/>
                  </a:cubicBezTo>
                  <a:cubicBezTo>
                    <a:pt x="12081" y="53484"/>
                    <a:pt x="21287" y="55289"/>
                    <a:pt x="26032" y="50026"/>
                  </a:cubicBezTo>
                  <a:cubicBezTo>
                    <a:pt x="26316" y="50493"/>
                    <a:pt x="26868" y="51663"/>
                    <a:pt x="25849" y="52549"/>
                  </a:cubicBezTo>
                  <a:cubicBezTo>
                    <a:pt x="25782" y="52599"/>
                    <a:pt x="25748" y="52699"/>
                    <a:pt x="25748" y="52782"/>
                  </a:cubicBezTo>
                  <a:lnTo>
                    <a:pt x="25748" y="52816"/>
                  </a:lnTo>
                  <a:cubicBezTo>
                    <a:pt x="24746" y="53752"/>
                    <a:pt x="19399" y="58179"/>
                    <a:pt x="10460" y="54386"/>
                  </a:cubicBezTo>
                  <a:close/>
                  <a:moveTo>
                    <a:pt x="10109" y="52649"/>
                  </a:moveTo>
                  <a:cubicBezTo>
                    <a:pt x="10092" y="52615"/>
                    <a:pt x="10059" y="52582"/>
                    <a:pt x="10026" y="52549"/>
                  </a:cubicBezTo>
                  <a:cubicBezTo>
                    <a:pt x="8906" y="51579"/>
                    <a:pt x="9691" y="50243"/>
                    <a:pt x="9925" y="49909"/>
                  </a:cubicBezTo>
                  <a:cubicBezTo>
                    <a:pt x="17244" y="52866"/>
                    <a:pt x="24362" y="47887"/>
                    <a:pt x="25782" y="46818"/>
                  </a:cubicBezTo>
                  <a:cubicBezTo>
                    <a:pt x="26032" y="47252"/>
                    <a:pt x="26617" y="48472"/>
                    <a:pt x="25899" y="49457"/>
                  </a:cubicBezTo>
                  <a:cubicBezTo>
                    <a:pt x="25849" y="49541"/>
                    <a:pt x="25832" y="49625"/>
                    <a:pt x="25849" y="49708"/>
                  </a:cubicBezTo>
                  <a:cubicBezTo>
                    <a:pt x="21137" y="55055"/>
                    <a:pt x="11696" y="53033"/>
                    <a:pt x="10109" y="52649"/>
                  </a:cubicBezTo>
                  <a:close/>
                  <a:moveTo>
                    <a:pt x="10243" y="46366"/>
                  </a:moveTo>
                  <a:cubicBezTo>
                    <a:pt x="11463" y="46667"/>
                    <a:pt x="17411" y="47904"/>
                    <a:pt x="22189" y="44462"/>
                  </a:cubicBezTo>
                  <a:cubicBezTo>
                    <a:pt x="21087" y="44712"/>
                    <a:pt x="19884" y="44829"/>
                    <a:pt x="18664" y="44846"/>
                  </a:cubicBezTo>
                  <a:cubicBezTo>
                    <a:pt x="16809" y="44879"/>
                    <a:pt x="14921" y="44662"/>
                    <a:pt x="13284" y="44261"/>
                  </a:cubicBezTo>
                  <a:cubicBezTo>
                    <a:pt x="11880" y="43894"/>
                    <a:pt x="10644" y="43392"/>
                    <a:pt x="9792" y="42757"/>
                  </a:cubicBezTo>
                  <a:cubicBezTo>
                    <a:pt x="9541" y="43409"/>
                    <a:pt x="9140" y="44929"/>
                    <a:pt x="10193" y="46283"/>
                  </a:cubicBezTo>
                  <a:cubicBezTo>
                    <a:pt x="10209" y="46316"/>
                    <a:pt x="10226" y="46333"/>
                    <a:pt x="10243" y="46366"/>
                  </a:cubicBezTo>
                  <a:close/>
                  <a:moveTo>
                    <a:pt x="23058" y="44228"/>
                  </a:moveTo>
                  <a:cubicBezTo>
                    <a:pt x="18079" y="48388"/>
                    <a:pt x="11513" y="47051"/>
                    <a:pt x="10159" y="46717"/>
                  </a:cubicBezTo>
                  <a:cubicBezTo>
                    <a:pt x="9959" y="47035"/>
                    <a:pt x="9207" y="48388"/>
                    <a:pt x="9975" y="49457"/>
                  </a:cubicBezTo>
                  <a:cubicBezTo>
                    <a:pt x="10009" y="49491"/>
                    <a:pt x="10026" y="49524"/>
                    <a:pt x="10026" y="49558"/>
                  </a:cubicBezTo>
                  <a:cubicBezTo>
                    <a:pt x="17311" y="52515"/>
                    <a:pt x="24395" y="47419"/>
                    <a:pt x="25615" y="46483"/>
                  </a:cubicBezTo>
                  <a:cubicBezTo>
                    <a:pt x="25615" y="46417"/>
                    <a:pt x="25631" y="46350"/>
                    <a:pt x="25682" y="46283"/>
                  </a:cubicBezTo>
                  <a:cubicBezTo>
                    <a:pt x="26784" y="44863"/>
                    <a:pt x="26300" y="43259"/>
                    <a:pt x="26049" y="42674"/>
                  </a:cubicBezTo>
                  <a:cubicBezTo>
                    <a:pt x="25448" y="43208"/>
                    <a:pt x="24712" y="43626"/>
                    <a:pt x="23860" y="43960"/>
                  </a:cubicBezTo>
                  <a:cubicBezTo>
                    <a:pt x="23593" y="44061"/>
                    <a:pt x="23342" y="44144"/>
                    <a:pt x="23058" y="44228"/>
                  </a:cubicBezTo>
                  <a:close/>
                  <a:moveTo>
                    <a:pt x="26500" y="42223"/>
                  </a:moveTo>
                  <a:cubicBezTo>
                    <a:pt x="26667" y="42590"/>
                    <a:pt x="27586" y="44629"/>
                    <a:pt x="26283" y="46483"/>
                  </a:cubicBezTo>
                  <a:cubicBezTo>
                    <a:pt x="26567" y="46985"/>
                    <a:pt x="27252" y="48388"/>
                    <a:pt x="26500" y="49641"/>
                  </a:cubicBezTo>
                  <a:cubicBezTo>
                    <a:pt x="26818" y="50159"/>
                    <a:pt x="27620" y="51696"/>
                    <a:pt x="26333" y="52916"/>
                  </a:cubicBezTo>
                  <a:cubicBezTo>
                    <a:pt x="26283" y="53835"/>
                    <a:pt x="25631" y="59182"/>
                    <a:pt x="17945" y="59182"/>
                  </a:cubicBezTo>
                  <a:cubicBezTo>
                    <a:pt x="10243" y="59182"/>
                    <a:pt x="9591" y="53835"/>
                    <a:pt x="9541" y="52916"/>
                  </a:cubicBezTo>
                  <a:cubicBezTo>
                    <a:pt x="8254" y="51696"/>
                    <a:pt x="9056" y="50159"/>
                    <a:pt x="9391" y="49641"/>
                  </a:cubicBezTo>
                  <a:cubicBezTo>
                    <a:pt x="8639" y="48388"/>
                    <a:pt x="9307" y="46985"/>
                    <a:pt x="9591" y="46483"/>
                  </a:cubicBezTo>
                  <a:cubicBezTo>
                    <a:pt x="8422" y="44796"/>
                    <a:pt x="9056" y="42975"/>
                    <a:pt x="9324" y="42356"/>
                  </a:cubicBezTo>
                  <a:cubicBezTo>
                    <a:pt x="8906" y="41955"/>
                    <a:pt x="8639" y="41504"/>
                    <a:pt x="8555" y="41020"/>
                  </a:cubicBezTo>
                  <a:cubicBezTo>
                    <a:pt x="8438" y="40368"/>
                    <a:pt x="8388" y="39700"/>
                    <a:pt x="8355" y="39098"/>
                  </a:cubicBezTo>
                  <a:cubicBezTo>
                    <a:pt x="8321" y="38680"/>
                    <a:pt x="8305" y="38313"/>
                    <a:pt x="8254" y="38012"/>
                  </a:cubicBezTo>
                  <a:cubicBezTo>
                    <a:pt x="7803" y="34854"/>
                    <a:pt x="6300" y="32515"/>
                    <a:pt x="4729" y="30076"/>
                  </a:cubicBezTo>
                  <a:cubicBezTo>
                    <a:pt x="3476" y="28137"/>
                    <a:pt x="2189" y="26116"/>
                    <a:pt x="1320" y="23543"/>
                  </a:cubicBezTo>
                  <a:cubicBezTo>
                    <a:pt x="418" y="20836"/>
                    <a:pt x="0" y="18313"/>
                    <a:pt x="0" y="16007"/>
                  </a:cubicBezTo>
                  <a:cubicBezTo>
                    <a:pt x="0" y="12248"/>
                    <a:pt x="1120" y="9056"/>
                    <a:pt x="3041" y="6533"/>
                  </a:cubicBezTo>
                  <a:cubicBezTo>
                    <a:pt x="4946" y="4010"/>
                    <a:pt x="7670" y="2172"/>
                    <a:pt x="10894" y="1086"/>
                  </a:cubicBezTo>
                  <a:cubicBezTo>
                    <a:pt x="13050" y="368"/>
                    <a:pt x="15422" y="0"/>
                    <a:pt x="17945" y="0"/>
                  </a:cubicBezTo>
                  <a:cubicBezTo>
                    <a:pt x="20452" y="0"/>
                    <a:pt x="22824" y="368"/>
                    <a:pt x="24980" y="1086"/>
                  </a:cubicBezTo>
                  <a:cubicBezTo>
                    <a:pt x="28205" y="2172"/>
                    <a:pt x="30928" y="4010"/>
                    <a:pt x="32849" y="6533"/>
                  </a:cubicBezTo>
                  <a:cubicBezTo>
                    <a:pt x="34771" y="9056"/>
                    <a:pt x="35874" y="12248"/>
                    <a:pt x="35874" y="16007"/>
                  </a:cubicBezTo>
                  <a:cubicBezTo>
                    <a:pt x="35874" y="18313"/>
                    <a:pt x="35456" y="20836"/>
                    <a:pt x="34554" y="23543"/>
                  </a:cubicBezTo>
                  <a:cubicBezTo>
                    <a:pt x="33702" y="26116"/>
                    <a:pt x="32398" y="28137"/>
                    <a:pt x="31145" y="30076"/>
                  </a:cubicBezTo>
                  <a:cubicBezTo>
                    <a:pt x="29575" y="32515"/>
                    <a:pt x="28088" y="34854"/>
                    <a:pt x="27620" y="38012"/>
                  </a:cubicBezTo>
                  <a:cubicBezTo>
                    <a:pt x="27586" y="38313"/>
                    <a:pt x="27553" y="38680"/>
                    <a:pt x="27519" y="39098"/>
                  </a:cubicBezTo>
                  <a:cubicBezTo>
                    <a:pt x="27503" y="39366"/>
                    <a:pt x="27486" y="39650"/>
                    <a:pt x="27469" y="39900"/>
                  </a:cubicBezTo>
                  <a:cubicBezTo>
                    <a:pt x="27386" y="40802"/>
                    <a:pt x="27035" y="41571"/>
                    <a:pt x="26500" y="4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460;p21">
              <a:extLst>
                <a:ext uri="{FF2B5EF4-FFF2-40B4-BE49-F238E27FC236}">
                  <a16:creationId xmlns:a16="http://schemas.microsoft.com/office/drawing/2014/main" id="{9EE36324-FA70-4F02-98F3-DF43EC4AA631}"/>
                </a:ext>
              </a:extLst>
            </p:cNvPr>
            <p:cNvSpPr/>
            <p:nvPr/>
          </p:nvSpPr>
          <p:spPr>
            <a:xfrm>
              <a:off x="4478296" y="3768680"/>
              <a:ext cx="12013" cy="16667"/>
            </a:xfrm>
            <a:custGeom>
              <a:avLst/>
              <a:gdLst/>
              <a:ahLst/>
              <a:cxnLst/>
              <a:rect l="l" t="t" r="r" b="b"/>
              <a:pathLst>
                <a:path w="302" h="419" extrusionOk="0">
                  <a:moveTo>
                    <a:pt x="218" y="34"/>
                  </a:moveTo>
                  <a:cubicBezTo>
                    <a:pt x="185" y="17"/>
                    <a:pt x="301" y="1"/>
                    <a:pt x="151" y="17"/>
                  </a:cubicBezTo>
                  <a:cubicBezTo>
                    <a:pt x="17" y="34"/>
                    <a:pt x="1" y="302"/>
                    <a:pt x="118" y="418"/>
                  </a:cubicBezTo>
                  <a:cubicBezTo>
                    <a:pt x="268" y="368"/>
                    <a:pt x="251" y="201"/>
                    <a:pt x="218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461;p21">
              <a:extLst>
                <a:ext uri="{FF2B5EF4-FFF2-40B4-BE49-F238E27FC236}">
                  <a16:creationId xmlns:a16="http://schemas.microsoft.com/office/drawing/2014/main" id="{61390FD4-70AF-40AF-9AE5-A9055B77C98A}"/>
                </a:ext>
              </a:extLst>
            </p:cNvPr>
            <p:cNvSpPr/>
            <p:nvPr/>
          </p:nvSpPr>
          <p:spPr>
            <a:xfrm>
              <a:off x="4575354" y="3550698"/>
              <a:ext cx="11337" cy="16667"/>
            </a:xfrm>
            <a:custGeom>
              <a:avLst/>
              <a:gdLst/>
              <a:ahLst/>
              <a:cxnLst/>
              <a:rect l="l" t="t" r="r" b="b"/>
              <a:pathLst>
                <a:path w="285" h="419" extrusionOk="0">
                  <a:moveTo>
                    <a:pt x="34" y="351"/>
                  </a:moveTo>
                  <a:cubicBezTo>
                    <a:pt x="201" y="418"/>
                    <a:pt x="284" y="151"/>
                    <a:pt x="251" y="0"/>
                  </a:cubicBezTo>
                  <a:cubicBezTo>
                    <a:pt x="134" y="0"/>
                    <a:pt x="100" y="34"/>
                    <a:pt x="50" y="134"/>
                  </a:cubicBezTo>
                  <a:cubicBezTo>
                    <a:pt x="17" y="201"/>
                    <a:pt x="0" y="251"/>
                    <a:pt x="34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462;p21">
              <a:extLst>
                <a:ext uri="{FF2B5EF4-FFF2-40B4-BE49-F238E27FC236}">
                  <a16:creationId xmlns:a16="http://schemas.microsoft.com/office/drawing/2014/main" id="{E05B964C-0E31-4713-AB18-37829663B5CA}"/>
                </a:ext>
              </a:extLst>
            </p:cNvPr>
            <p:cNvSpPr/>
            <p:nvPr/>
          </p:nvSpPr>
          <p:spPr>
            <a:xfrm>
              <a:off x="4637168" y="2768428"/>
              <a:ext cx="29913" cy="13325"/>
            </a:xfrm>
            <a:custGeom>
              <a:avLst/>
              <a:gdLst/>
              <a:ahLst/>
              <a:cxnLst/>
              <a:rect l="l" t="t" r="r" b="b"/>
              <a:pathLst>
                <a:path w="752" h="335" extrusionOk="0">
                  <a:moveTo>
                    <a:pt x="217" y="84"/>
                  </a:moveTo>
                  <a:cubicBezTo>
                    <a:pt x="0" y="335"/>
                    <a:pt x="752" y="201"/>
                    <a:pt x="451" y="51"/>
                  </a:cubicBezTo>
                  <a:cubicBezTo>
                    <a:pt x="351" y="0"/>
                    <a:pt x="251" y="34"/>
                    <a:pt x="217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463;p21">
              <a:extLst>
                <a:ext uri="{FF2B5EF4-FFF2-40B4-BE49-F238E27FC236}">
                  <a16:creationId xmlns:a16="http://schemas.microsoft.com/office/drawing/2014/main" id="{454249AC-D1DC-4895-97A5-DE1D5DE9A9EB}"/>
                </a:ext>
              </a:extLst>
            </p:cNvPr>
            <p:cNvSpPr/>
            <p:nvPr/>
          </p:nvSpPr>
          <p:spPr>
            <a:xfrm>
              <a:off x="4719548" y="4061803"/>
              <a:ext cx="11337" cy="15314"/>
            </a:xfrm>
            <a:custGeom>
              <a:avLst/>
              <a:gdLst/>
              <a:ahLst/>
              <a:cxnLst/>
              <a:rect l="l" t="t" r="r" b="b"/>
              <a:pathLst>
                <a:path w="285" h="385" extrusionOk="0">
                  <a:moveTo>
                    <a:pt x="84" y="0"/>
                  </a:moveTo>
                  <a:cubicBezTo>
                    <a:pt x="34" y="117"/>
                    <a:pt x="1" y="385"/>
                    <a:pt x="201" y="301"/>
                  </a:cubicBezTo>
                  <a:cubicBezTo>
                    <a:pt x="268" y="184"/>
                    <a:pt x="285" y="0"/>
                    <a:pt x="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464;p21">
              <a:extLst>
                <a:ext uri="{FF2B5EF4-FFF2-40B4-BE49-F238E27FC236}">
                  <a16:creationId xmlns:a16="http://schemas.microsoft.com/office/drawing/2014/main" id="{CEE45FCF-D573-4584-9A02-B41B73C2242E}"/>
                </a:ext>
              </a:extLst>
            </p:cNvPr>
            <p:cNvSpPr/>
            <p:nvPr/>
          </p:nvSpPr>
          <p:spPr>
            <a:xfrm>
              <a:off x="4772731" y="2934580"/>
              <a:ext cx="10660" cy="14678"/>
            </a:xfrm>
            <a:custGeom>
              <a:avLst/>
              <a:gdLst/>
              <a:ahLst/>
              <a:cxnLst/>
              <a:rect l="l" t="t" r="r" b="b"/>
              <a:pathLst>
                <a:path w="268" h="369" extrusionOk="0">
                  <a:moveTo>
                    <a:pt x="51" y="101"/>
                  </a:moveTo>
                  <a:cubicBezTo>
                    <a:pt x="1" y="268"/>
                    <a:pt x="101" y="368"/>
                    <a:pt x="235" y="318"/>
                  </a:cubicBezTo>
                  <a:cubicBezTo>
                    <a:pt x="268" y="184"/>
                    <a:pt x="184" y="1"/>
                    <a:pt x="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465;p21">
              <a:extLst>
                <a:ext uri="{FF2B5EF4-FFF2-40B4-BE49-F238E27FC236}">
                  <a16:creationId xmlns:a16="http://schemas.microsoft.com/office/drawing/2014/main" id="{488A1D30-6FA3-4478-B07E-6C7426209DBB}"/>
                </a:ext>
              </a:extLst>
            </p:cNvPr>
            <p:cNvSpPr/>
            <p:nvPr/>
          </p:nvSpPr>
          <p:spPr>
            <a:xfrm>
              <a:off x="4662427" y="4193388"/>
              <a:ext cx="9308" cy="11337"/>
            </a:xfrm>
            <a:custGeom>
              <a:avLst/>
              <a:gdLst/>
              <a:ahLst/>
              <a:cxnLst/>
              <a:rect l="l" t="t" r="r" b="b"/>
              <a:pathLst>
                <a:path w="234" h="285" extrusionOk="0">
                  <a:moveTo>
                    <a:pt x="0" y="234"/>
                  </a:moveTo>
                  <a:cubicBezTo>
                    <a:pt x="201" y="285"/>
                    <a:pt x="234" y="134"/>
                    <a:pt x="150" y="0"/>
                  </a:cubicBezTo>
                  <a:lnTo>
                    <a:pt x="50" y="0"/>
                  </a:lnTo>
                  <a:cubicBezTo>
                    <a:pt x="17" y="67"/>
                    <a:pt x="0" y="134"/>
                    <a:pt x="0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466;p21">
              <a:extLst>
                <a:ext uri="{FF2B5EF4-FFF2-40B4-BE49-F238E27FC236}">
                  <a16:creationId xmlns:a16="http://schemas.microsoft.com/office/drawing/2014/main" id="{5242F4FD-8BD5-4E54-8AA0-0F72D06F47DF}"/>
                </a:ext>
              </a:extLst>
            </p:cNvPr>
            <p:cNvSpPr/>
            <p:nvPr/>
          </p:nvSpPr>
          <p:spPr>
            <a:xfrm>
              <a:off x="4734863" y="3032274"/>
              <a:ext cx="13325" cy="9348"/>
            </a:xfrm>
            <a:custGeom>
              <a:avLst/>
              <a:gdLst/>
              <a:ahLst/>
              <a:cxnLst/>
              <a:rect l="l" t="t" r="r" b="b"/>
              <a:pathLst>
                <a:path w="335" h="235" extrusionOk="0">
                  <a:moveTo>
                    <a:pt x="100" y="235"/>
                  </a:moveTo>
                  <a:cubicBezTo>
                    <a:pt x="334" y="235"/>
                    <a:pt x="334" y="51"/>
                    <a:pt x="217" y="17"/>
                  </a:cubicBezTo>
                  <a:cubicBezTo>
                    <a:pt x="151" y="1"/>
                    <a:pt x="0" y="84"/>
                    <a:pt x="100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467;p21">
              <a:extLst>
                <a:ext uri="{FF2B5EF4-FFF2-40B4-BE49-F238E27FC236}">
                  <a16:creationId xmlns:a16="http://schemas.microsoft.com/office/drawing/2014/main" id="{BC8B464A-001C-4F07-AD8A-C6C56C9E16E8}"/>
                </a:ext>
              </a:extLst>
            </p:cNvPr>
            <p:cNvSpPr/>
            <p:nvPr/>
          </p:nvSpPr>
          <p:spPr>
            <a:xfrm>
              <a:off x="4780726" y="3231680"/>
              <a:ext cx="9348" cy="1066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0" y="117"/>
                  </a:moveTo>
                  <a:lnTo>
                    <a:pt x="0" y="201"/>
                  </a:lnTo>
                  <a:cubicBezTo>
                    <a:pt x="100" y="268"/>
                    <a:pt x="50" y="251"/>
                    <a:pt x="184" y="251"/>
                  </a:cubicBezTo>
                  <a:cubicBezTo>
                    <a:pt x="201" y="184"/>
                    <a:pt x="234" y="151"/>
                    <a:pt x="167" y="84"/>
                  </a:cubicBezTo>
                  <a:cubicBezTo>
                    <a:pt x="67" y="0"/>
                    <a:pt x="17" y="117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468;p21">
              <a:extLst>
                <a:ext uri="{FF2B5EF4-FFF2-40B4-BE49-F238E27FC236}">
                  <a16:creationId xmlns:a16="http://schemas.microsoft.com/office/drawing/2014/main" id="{C9A7991B-93AD-4353-A38F-C357411D8740}"/>
                </a:ext>
              </a:extLst>
            </p:cNvPr>
            <p:cNvSpPr/>
            <p:nvPr/>
          </p:nvSpPr>
          <p:spPr>
            <a:xfrm>
              <a:off x="4397229" y="3977394"/>
              <a:ext cx="7995" cy="12649"/>
            </a:xfrm>
            <a:custGeom>
              <a:avLst/>
              <a:gdLst/>
              <a:ahLst/>
              <a:cxnLst/>
              <a:rect l="l" t="t" r="r" b="b"/>
              <a:pathLst>
                <a:path w="201" h="318" extrusionOk="0">
                  <a:moveTo>
                    <a:pt x="0" y="117"/>
                  </a:moveTo>
                  <a:cubicBezTo>
                    <a:pt x="0" y="167"/>
                    <a:pt x="0" y="201"/>
                    <a:pt x="34" y="217"/>
                  </a:cubicBezTo>
                  <a:cubicBezTo>
                    <a:pt x="201" y="318"/>
                    <a:pt x="184" y="117"/>
                    <a:pt x="184" y="34"/>
                  </a:cubicBezTo>
                  <a:cubicBezTo>
                    <a:pt x="84" y="17"/>
                    <a:pt x="17" y="0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469;p21">
              <a:extLst>
                <a:ext uri="{FF2B5EF4-FFF2-40B4-BE49-F238E27FC236}">
                  <a16:creationId xmlns:a16="http://schemas.microsoft.com/office/drawing/2014/main" id="{BDB1E44D-126F-42C4-8622-14AE419B3FC5}"/>
                </a:ext>
              </a:extLst>
            </p:cNvPr>
            <p:cNvSpPr/>
            <p:nvPr/>
          </p:nvSpPr>
          <p:spPr>
            <a:xfrm>
              <a:off x="4764775" y="2566397"/>
              <a:ext cx="9348" cy="8671"/>
            </a:xfrm>
            <a:custGeom>
              <a:avLst/>
              <a:gdLst/>
              <a:ahLst/>
              <a:cxnLst/>
              <a:rect l="l" t="t" r="r" b="b"/>
              <a:pathLst>
                <a:path w="235" h="218" extrusionOk="0">
                  <a:moveTo>
                    <a:pt x="34" y="201"/>
                  </a:moveTo>
                  <a:lnTo>
                    <a:pt x="134" y="217"/>
                  </a:lnTo>
                  <a:cubicBezTo>
                    <a:pt x="234" y="134"/>
                    <a:pt x="234" y="117"/>
                    <a:pt x="201" y="17"/>
                  </a:cubicBezTo>
                  <a:lnTo>
                    <a:pt x="67" y="0"/>
                  </a:lnTo>
                  <a:cubicBezTo>
                    <a:pt x="0" y="100"/>
                    <a:pt x="17" y="100"/>
                    <a:pt x="3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470;p21">
              <a:extLst>
                <a:ext uri="{FF2B5EF4-FFF2-40B4-BE49-F238E27FC236}">
                  <a16:creationId xmlns:a16="http://schemas.microsoft.com/office/drawing/2014/main" id="{86C0E641-C05B-4357-B2A7-99D82790081B}"/>
                </a:ext>
              </a:extLst>
            </p:cNvPr>
            <p:cNvSpPr/>
            <p:nvPr/>
          </p:nvSpPr>
          <p:spPr>
            <a:xfrm>
              <a:off x="4901690" y="2687998"/>
              <a:ext cx="7995" cy="9348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0" y="151"/>
                  </a:moveTo>
                  <a:cubicBezTo>
                    <a:pt x="167" y="235"/>
                    <a:pt x="201" y="201"/>
                    <a:pt x="201" y="34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71;p21">
              <a:extLst>
                <a:ext uri="{FF2B5EF4-FFF2-40B4-BE49-F238E27FC236}">
                  <a16:creationId xmlns:a16="http://schemas.microsoft.com/office/drawing/2014/main" id="{2F370358-E967-423C-8838-609ABE57E2C7}"/>
                </a:ext>
              </a:extLst>
            </p:cNvPr>
            <p:cNvSpPr/>
            <p:nvPr/>
          </p:nvSpPr>
          <p:spPr>
            <a:xfrm>
              <a:off x="4635140" y="2789709"/>
              <a:ext cx="9348" cy="8671"/>
            </a:xfrm>
            <a:custGeom>
              <a:avLst/>
              <a:gdLst/>
              <a:ahLst/>
              <a:cxnLst/>
              <a:rect l="l" t="t" r="r" b="b"/>
              <a:pathLst>
                <a:path w="235" h="218" extrusionOk="0">
                  <a:moveTo>
                    <a:pt x="68" y="184"/>
                  </a:moveTo>
                  <a:cubicBezTo>
                    <a:pt x="151" y="217"/>
                    <a:pt x="135" y="217"/>
                    <a:pt x="218" y="167"/>
                  </a:cubicBezTo>
                  <a:lnTo>
                    <a:pt x="235" y="17"/>
                  </a:lnTo>
                  <a:cubicBezTo>
                    <a:pt x="84" y="0"/>
                    <a:pt x="1" y="34"/>
                    <a:pt x="68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72;p21">
              <a:extLst>
                <a:ext uri="{FF2B5EF4-FFF2-40B4-BE49-F238E27FC236}">
                  <a16:creationId xmlns:a16="http://schemas.microsoft.com/office/drawing/2014/main" id="{926B3A74-9024-489B-B25B-ACDE1FF812EC}"/>
                </a:ext>
              </a:extLst>
            </p:cNvPr>
            <p:cNvSpPr/>
            <p:nvPr/>
          </p:nvSpPr>
          <p:spPr>
            <a:xfrm>
              <a:off x="4687646" y="3316089"/>
              <a:ext cx="43914" cy="81783"/>
            </a:xfrm>
            <a:custGeom>
              <a:avLst/>
              <a:gdLst/>
              <a:ahLst/>
              <a:cxnLst/>
              <a:rect l="l" t="t" r="r" b="b"/>
              <a:pathLst>
                <a:path w="1104" h="2056" extrusionOk="0">
                  <a:moveTo>
                    <a:pt x="285" y="1604"/>
                  </a:moveTo>
                  <a:cubicBezTo>
                    <a:pt x="235" y="1771"/>
                    <a:pt x="168" y="1838"/>
                    <a:pt x="185" y="2055"/>
                  </a:cubicBezTo>
                  <a:cubicBezTo>
                    <a:pt x="352" y="1989"/>
                    <a:pt x="536" y="1537"/>
                    <a:pt x="636" y="1370"/>
                  </a:cubicBezTo>
                  <a:cubicBezTo>
                    <a:pt x="719" y="1220"/>
                    <a:pt x="1020" y="752"/>
                    <a:pt x="987" y="568"/>
                  </a:cubicBezTo>
                  <a:cubicBezTo>
                    <a:pt x="886" y="568"/>
                    <a:pt x="903" y="568"/>
                    <a:pt x="820" y="685"/>
                  </a:cubicBezTo>
                  <a:lnTo>
                    <a:pt x="753" y="769"/>
                  </a:lnTo>
                  <a:cubicBezTo>
                    <a:pt x="820" y="552"/>
                    <a:pt x="1104" y="201"/>
                    <a:pt x="1087" y="0"/>
                  </a:cubicBezTo>
                  <a:cubicBezTo>
                    <a:pt x="937" y="0"/>
                    <a:pt x="886" y="134"/>
                    <a:pt x="736" y="368"/>
                  </a:cubicBezTo>
                  <a:cubicBezTo>
                    <a:pt x="636" y="535"/>
                    <a:pt x="569" y="669"/>
                    <a:pt x="469" y="819"/>
                  </a:cubicBezTo>
                  <a:cubicBezTo>
                    <a:pt x="385" y="969"/>
                    <a:pt x="285" y="1120"/>
                    <a:pt x="201" y="1270"/>
                  </a:cubicBezTo>
                  <a:cubicBezTo>
                    <a:pt x="1" y="1571"/>
                    <a:pt x="84" y="1755"/>
                    <a:pt x="285" y="16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73;p21">
              <a:extLst>
                <a:ext uri="{FF2B5EF4-FFF2-40B4-BE49-F238E27FC236}">
                  <a16:creationId xmlns:a16="http://schemas.microsoft.com/office/drawing/2014/main" id="{FD65A7CF-81D8-4977-9C44-67BD59401B5B}"/>
                </a:ext>
              </a:extLst>
            </p:cNvPr>
            <p:cNvSpPr/>
            <p:nvPr/>
          </p:nvSpPr>
          <p:spPr>
            <a:xfrm>
              <a:off x="4530803" y="4189410"/>
              <a:ext cx="15991" cy="17303"/>
            </a:xfrm>
            <a:custGeom>
              <a:avLst/>
              <a:gdLst/>
              <a:ahLst/>
              <a:cxnLst/>
              <a:rect l="l" t="t" r="r" b="b"/>
              <a:pathLst>
                <a:path w="402" h="435" extrusionOk="0">
                  <a:moveTo>
                    <a:pt x="68" y="435"/>
                  </a:moveTo>
                  <a:lnTo>
                    <a:pt x="168" y="435"/>
                  </a:lnTo>
                  <a:lnTo>
                    <a:pt x="201" y="385"/>
                  </a:lnTo>
                  <a:cubicBezTo>
                    <a:pt x="201" y="385"/>
                    <a:pt x="201" y="368"/>
                    <a:pt x="218" y="368"/>
                  </a:cubicBezTo>
                  <a:lnTo>
                    <a:pt x="301" y="234"/>
                  </a:lnTo>
                  <a:cubicBezTo>
                    <a:pt x="352" y="134"/>
                    <a:pt x="402" y="0"/>
                    <a:pt x="251" y="34"/>
                  </a:cubicBezTo>
                  <a:cubicBezTo>
                    <a:pt x="185" y="50"/>
                    <a:pt x="1" y="251"/>
                    <a:pt x="68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74;p21">
              <a:extLst>
                <a:ext uri="{FF2B5EF4-FFF2-40B4-BE49-F238E27FC236}">
                  <a16:creationId xmlns:a16="http://schemas.microsoft.com/office/drawing/2014/main" id="{CFA52DB4-8CDA-4CAC-9390-E57D964CA11A}"/>
                </a:ext>
              </a:extLst>
            </p:cNvPr>
            <p:cNvSpPr/>
            <p:nvPr/>
          </p:nvSpPr>
          <p:spPr>
            <a:xfrm>
              <a:off x="4691664" y="4190723"/>
              <a:ext cx="12649" cy="15991"/>
            </a:xfrm>
            <a:custGeom>
              <a:avLst/>
              <a:gdLst/>
              <a:ahLst/>
              <a:cxnLst/>
              <a:rect l="l" t="t" r="r" b="b"/>
              <a:pathLst>
                <a:path w="318" h="402" extrusionOk="0">
                  <a:moveTo>
                    <a:pt x="117" y="402"/>
                  </a:moveTo>
                  <a:lnTo>
                    <a:pt x="167" y="402"/>
                  </a:lnTo>
                  <a:cubicBezTo>
                    <a:pt x="234" y="318"/>
                    <a:pt x="318" y="201"/>
                    <a:pt x="284" y="67"/>
                  </a:cubicBezTo>
                  <a:cubicBezTo>
                    <a:pt x="100" y="1"/>
                    <a:pt x="0" y="251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75;p21">
              <a:extLst>
                <a:ext uri="{FF2B5EF4-FFF2-40B4-BE49-F238E27FC236}">
                  <a16:creationId xmlns:a16="http://schemas.microsoft.com/office/drawing/2014/main" id="{3AAF07D4-B325-415D-A323-30DA507CE1AF}"/>
                </a:ext>
              </a:extLst>
            </p:cNvPr>
            <p:cNvSpPr/>
            <p:nvPr/>
          </p:nvSpPr>
          <p:spPr>
            <a:xfrm>
              <a:off x="4392575" y="4020593"/>
              <a:ext cx="98410" cy="122316"/>
            </a:xfrm>
            <a:custGeom>
              <a:avLst/>
              <a:gdLst/>
              <a:ahLst/>
              <a:cxnLst/>
              <a:rect l="l" t="t" r="r" b="b"/>
              <a:pathLst>
                <a:path w="2474" h="3075" extrusionOk="0">
                  <a:moveTo>
                    <a:pt x="1137" y="1721"/>
                  </a:moveTo>
                  <a:cubicBezTo>
                    <a:pt x="1237" y="1537"/>
                    <a:pt x="1337" y="1404"/>
                    <a:pt x="1454" y="1253"/>
                  </a:cubicBezTo>
                  <a:lnTo>
                    <a:pt x="2156" y="435"/>
                  </a:lnTo>
                  <a:cubicBezTo>
                    <a:pt x="2340" y="234"/>
                    <a:pt x="2473" y="151"/>
                    <a:pt x="2456" y="0"/>
                  </a:cubicBezTo>
                  <a:cubicBezTo>
                    <a:pt x="2156" y="34"/>
                    <a:pt x="1320" y="1053"/>
                    <a:pt x="1137" y="1370"/>
                  </a:cubicBezTo>
                  <a:cubicBezTo>
                    <a:pt x="1003" y="1604"/>
                    <a:pt x="1036" y="1604"/>
                    <a:pt x="953" y="1872"/>
                  </a:cubicBezTo>
                  <a:cubicBezTo>
                    <a:pt x="903" y="2039"/>
                    <a:pt x="0" y="2740"/>
                    <a:pt x="234" y="3075"/>
                  </a:cubicBezTo>
                  <a:cubicBezTo>
                    <a:pt x="301" y="3025"/>
                    <a:pt x="451" y="2757"/>
                    <a:pt x="502" y="2690"/>
                  </a:cubicBezTo>
                  <a:cubicBezTo>
                    <a:pt x="619" y="2540"/>
                    <a:pt x="702" y="2456"/>
                    <a:pt x="819" y="2339"/>
                  </a:cubicBezTo>
                  <a:cubicBezTo>
                    <a:pt x="1070" y="2039"/>
                    <a:pt x="1404" y="1788"/>
                    <a:pt x="1404" y="1604"/>
                  </a:cubicBezTo>
                  <a:cubicBezTo>
                    <a:pt x="1253" y="1604"/>
                    <a:pt x="1220" y="1671"/>
                    <a:pt x="1137" y="17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76;p21">
              <a:extLst>
                <a:ext uri="{FF2B5EF4-FFF2-40B4-BE49-F238E27FC236}">
                  <a16:creationId xmlns:a16="http://schemas.microsoft.com/office/drawing/2014/main" id="{8E50B67A-E6E3-41D3-9176-1E90B306AFC9}"/>
                </a:ext>
              </a:extLst>
            </p:cNvPr>
            <p:cNvSpPr/>
            <p:nvPr/>
          </p:nvSpPr>
          <p:spPr>
            <a:xfrm>
              <a:off x="4371970" y="4023258"/>
              <a:ext cx="91767" cy="101035"/>
            </a:xfrm>
            <a:custGeom>
              <a:avLst/>
              <a:gdLst/>
              <a:ahLst/>
              <a:cxnLst/>
              <a:rect l="l" t="t" r="r" b="b"/>
              <a:pathLst>
                <a:path w="2307" h="2540" extrusionOk="0">
                  <a:moveTo>
                    <a:pt x="0" y="2540"/>
                  </a:moveTo>
                  <a:cubicBezTo>
                    <a:pt x="251" y="2540"/>
                    <a:pt x="218" y="2389"/>
                    <a:pt x="318" y="2222"/>
                  </a:cubicBezTo>
                  <a:lnTo>
                    <a:pt x="1103" y="1220"/>
                  </a:lnTo>
                  <a:cubicBezTo>
                    <a:pt x="1337" y="1036"/>
                    <a:pt x="1521" y="836"/>
                    <a:pt x="1738" y="635"/>
                  </a:cubicBezTo>
                  <a:cubicBezTo>
                    <a:pt x="1922" y="485"/>
                    <a:pt x="2306" y="167"/>
                    <a:pt x="2273" y="0"/>
                  </a:cubicBezTo>
                  <a:cubicBezTo>
                    <a:pt x="2089" y="0"/>
                    <a:pt x="1471" y="635"/>
                    <a:pt x="1287" y="819"/>
                  </a:cubicBezTo>
                  <a:cubicBezTo>
                    <a:pt x="886" y="1220"/>
                    <a:pt x="1036" y="986"/>
                    <a:pt x="702" y="1454"/>
                  </a:cubicBezTo>
                  <a:cubicBezTo>
                    <a:pt x="552" y="1654"/>
                    <a:pt x="0" y="2105"/>
                    <a:pt x="0" y="254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77;p21">
              <a:extLst>
                <a:ext uri="{FF2B5EF4-FFF2-40B4-BE49-F238E27FC236}">
                  <a16:creationId xmlns:a16="http://schemas.microsoft.com/office/drawing/2014/main" id="{DE606483-F1F0-46B9-986E-24482525141A}"/>
                </a:ext>
              </a:extLst>
            </p:cNvPr>
            <p:cNvSpPr/>
            <p:nvPr/>
          </p:nvSpPr>
          <p:spPr>
            <a:xfrm>
              <a:off x="4643811" y="3081480"/>
              <a:ext cx="61854" cy="108354"/>
            </a:xfrm>
            <a:custGeom>
              <a:avLst/>
              <a:gdLst/>
              <a:ahLst/>
              <a:cxnLst/>
              <a:rect l="l" t="t" r="r" b="b"/>
              <a:pathLst>
                <a:path w="1555" h="2724" extrusionOk="0">
                  <a:moveTo>
                    <a:pt x="67" y="2724"/>
                  </a:moveTo>
                  <a:cubicBezTo>
                    <a:pt x="217" y="2707"/>
                    <a:pt x="368" y="2323"/>
                    <a:pt x="485" y="2105"/>
                  </a:cubicBezTo>
                  <a:cubicBezTo>
                    <a:pt x="602" y="1871"/>
                    <a:pt x="735" y="1638"/>
                    <a:pt x="852" y="1420"/>
                  </a:cubicBezTo>
                  <a:cubicBezTo>
                    <a:pt x="986" y="1186"/>
                    <a:pt x="1103" y="953"/>
                    <a:pt x="1220" y="735"/>
                  </a:cubicBezTo>
                  <a:cubicBezTo>
                    <a:pt x="1320" y="552"/>
                    <a:pt x="1554" y="201"/>
                    <a:pt x="1554" y="0"/>
                  </a:cubicBezTo>
                  <a:cubicBezTo>
                    <a:pt x="1370" y="34"/>
                    <a:pt x="1186" y="418"/>
                    <a:pt x="1086" y="602"/>
                  </a:cubicBezTo>
                  <a:cubicBezTo>
                    <a:pt x="953" y="836"/>
                    <a:pt x="819" y="1069"/>
                    <a:pt x="702" y="1287"/>
                  </a:cubicBezTo>
                  <a:cubicBezTo>
                    <a:pt x="585" y="1487"/>
                    <a:pt x="0" y="2540"/>
                    <a:pt x="67" y="272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78;p21">
              <a:extLst>
                <a:ext uri="{FF2B5EF4-FFF2-40B4-BE49-F238E27FC236}">
                  <a16:creationId xmlns:a16="http://schemas.microsoft.com/office/drawing/2014/main" id="{FC44FE03-DF71-40E2-A16D-5513DAF1F8C7}"/>
                </a:ext>
              </a:extLst>
            </p:cNvPr>
            <p:cNvSpPr/>
            <p:nvPr/>
          </p:nvSpPr>
          <p:spPr>
            <a:xfrm>
              <a:off x="4615211" y="3083468"/>
              <a:ext cx="61178" cy="102387"/>
            </a:xfrm>
            <a:custGeom>
              <a:avLst/>
              <a:gdLst/>
              <a:ahLst/>
              <a:cxnLst/>
              <a:rect l="l" t="t" r="r" b="b"/>
              <a:pathLst>
                <a:path w="1538" h="2574" extrusionOk="0">
                  <a:moveTo>
                    <a:pt x="1" y="2557"/>
                  </a:moveTo>
                  <a:cubicBezTo>
                    <a:pt x="184" y="2573"/>
                    <a:pt x="268" y="2323"/>
                    <a:pt x="452" y="2022"/>
                  </a:cubicBezTo>
                  <a:cubicBezTo>
                    <a:pt x="585" y="1771"/>
                    <a:pt x="1538" y="184"/>
                    <a:pt x="1438" y="101"/>
                  </a:cubicBezTo>
                  <a:cubicBezTo>
                    <a:pt x="1354" y="0"/>
                    <a:pt x="1103" y="468"/>
                    <a:pt x="1037" y="602"/>
                  </a:cubicBezTo>
                  <a:cubicBezTo>
                    <a:pt x="836" y="936"/>
                    <a:pt x="1" y="2339"/>
                    <a:pt x="1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79;p21">
              <a:extLst>
                <a:ext uri="{FF2B5EF4-FFF2-40B4-BE49-F238E27FC236}">
                  <a16:creationId xmlns:a16="http://schemas.microsoft.com/office/drawing/2014/main" id="{E3C76010-89DF-4178-9244-1FAEAB855D73}"/>
                </a:ext>
              </a:extLst>
            </p:cNvPr>
            <p:cNvSpPr/>
            <p:nvPr/>
          </p:nvSpPr>
          <p:spPr>
            <a:xfrm>
              <a:off x="5049902" y="2109788"/>
              <a:ext cx="67144" cy="85760"/>
            </a:xfrm>
            <a:custGeom>
              <a:avLst/>
              <a:gdLst/>
              <a:ahLst/>
              <a:cxnLst/>
              <a:rect l="l" t="t" r="r" b="b"/>
              <a:pathLst>
                <a:path w="1688" h="2156" extrusionOk="0">
                  <a:moveTo>
                    <a:pt x="0" y="2156"/>
                  </a:moveTo>
                  <a:cubicBezTo>
                    <a:pt x="150" y="2156"/>
                    <a:pt x="318" y="1872"/>
                    <a:pt x="468" y="1688"/>
                  </a:cubicBezTo>
                  <a:cubicBezTo>
                    <a:pt x="719" y="1370"/>
                    <a:pt x="1671" y="268"/>
                    <a:pt x="1688" y="0"/>
                  </a:cubicBezTo>
                  <a:cubicBezTo>
                    <a:pt x="1521" y="34"/>
                    <a:pt x="1320" y="318"/>
                    <a:pt x="1203" y="451"/>
                  </a:cubicBezTo>
                  <a:cubicBezTo>
                    <a:pt x="952" y="786"/>
                    <a:pt x="0" y="1838"/>
                    <a:pt x="0" y="215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80;p21">
              <a:extLst>
                <a:ext uri="{FF2B5EF4-FFF2-40B4-BE49-F238E27FC236}">
                  <a16:creationId xmlns:a16="http://schemas.microsoft.com/office/drawing/2014/main" id="{C6067059-835B-4FA9-A47E-87180A6B59F1}"/>
                </a:ext>
              </a:extLst>
            </p:cNvPr>
            <p:cNvSpPr/>
            <p:nvPr/>
          </p:nvSpPr>
          <p:spPr>
            <a:xfrm>
              <a:off x="4545441" y="3094089"/>
              <a:ext cx="61854" cy="92443"/>
            </a:xfrm>
            <a:custGeom>
              <a:avLst/>
              <a:gdLst/>
              <a:ahLst/>
              <a:cxnLst/>
              <a:rect l="l" t="t" r="r" b="b"/>
              <a:pathLst>
                <a:path w="1555" h="2324" extrusionOk="0">
                  <a:moveTo>
                    <a:pt x="1421" y="1"/>
                  </a:moveTo>
                  <a:cubicBezTo>
                    <a:pt x="1287" y="34"/>
                    <a:pt x="1153" y="368"/>
                    <a:pt x="1053" y="552"/>
                  </a:cubicBezTo>
                  <a:lnTo>
                    <a:pt x="385" y="1688"/>
                  </a:lnTo>
                  <a:cubicBezTo>
                    <a:pt x="334" y="1772"/>
                    <a:pt x="0" y="2189"/>
                    <a:pt x="101" y="2223"/>
                  </a:cubicBezTo>
                  <a:cubicBezTo>
                    <a:pt x="301" y="2323"/>
                    <a:pt x="1554" y="235"/>
                    <a:pt x="142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81;p21">
              <a:extLst>
                <a:ext uri="{FF2B5EF4-FFF2-40B4-BE49-F238E27FC236}">
                  <a16:creationId xmlns:a16="http://schemas.microsoft.com/office/drawing/2014/main" id="{23BA0BA9-6CE8-4C55-AE05-17A41A2C50B8}"/>
                </a:ext>
              </a:extLst>
            </p:cNvPr>
            <p:cNvSpPr/>
            <p:nvPr/>
          </p:nvSpPr>
          <p:spPr>
            <a:xfrm>
              <a:off x="4834546" y="4059138"/>
              <a:ext cx="28600" cy="101711"/>
            </a:xfrm>
            <a:custGeom>
              <a:avLst/>
              <a:gdLst/>
              <a:ahLst/>
              <a:cxnLst/>
              <a:rect l="l" t="t" r="r" b="b"/>
              <a:pathLst>
                <a:path w="719" h="2557" extrusionOk="0">
                  <a:moveTo>
                    <a:pt x="67" y="2557"/>
                  </a:moveTo>
                  <a:cubicBezTo>
                    <a:pt x="184" y="2507"/>
                    <a:pt x="184" y="2423"/>
                    <a:pt x="218" y="2273"/>
                  </a:cubicBezTo>
                  <a:lnTo>
                    <a:pt x="435" y="1304"/>
                  </a:lnTo>
                  <a:cubicBezTo>
                    <a:pt x="502" y="1036"/>
                    <a:pt x="719" y="218"/>
                    <a:pt x="635" y="0"/>
                  </a:cubicBezTo>
                  <a:cubicBezTo>
                    <a:pt x="502" y="34"/>
                    <a:pt x="518" y="101"/>
                    <a:pt x="485" y="251"/>
                  </a:cubicBezTo>
                  <a:cubicBezTo>
                    <a:pt x="351" y="786"/>
                    <a:pt x="1" y="2156"/>
                    <a:pt x="67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82;p21">
              <a:extLst>
                <a:ext uri="{FF2B5EF4-FFF2-40B4-BE49-F238E27FC236}">
                  <a16:creationId xmlns:a16="http://schemas.microsoft.com/office/drawing/2014/main" id="{8DDFFA4C-3A68-4EC3-84BD-407B01BA5060}"/>
                </a:ext>
              </a:extLst>
            </p:cNvPr>
            <p:cNvSpPr/>
            <p:nvPr/>
          </p:nvSpPr>
          <p:spPr>
            <a:xfrm>
              <a:off x="4687646" y="3539401"/>
              <a:ext cx="52546" cy="82459"/>
            </a:xfrm>
            <a:custGeom>
              <a:avLst/>
              <a:gdLst/>
              <a:ahLst/>
              <a:cxnLst/>
              <a:rect l="l" t="t" r="r" b="b"/>
              <a:pathLst>
                <a:path w="1321" h="2073" extrusionOk="0">
                  <a:moveTo>
                    <a:pt x="402" y="1671"/>
                  </a:moveTo>
                  <a:cubicBezTo>
                    <a:pt x="452" y="1521"/>
                    <a:pt x="937" y="702"/>
                    <a:pt x="1087" y="435"/>
                  </a:cubicBezTo>
                  <a:cubicBezTo>
                    <a:pt x="1120" y="368"/>
                    <a:pt x="1171" y="301"/>
                    <a:pt x="1204" y="234"/>
                  </a:cubicBezTo>
                  <a:cubicBezTo>
                    <a:pt x="1321" y="34"/>
                    <a:pt x="1237" y="17"/>
                    <a:pt x="1237" y="0"/>
                  </a:cubicBezTo>
                  <a:cubicBezTo>
                    <a:pt x="1104" y="17"/>
                    <a:pt x="1087" y="101"/>
                    <a:pt x="1020" y="201"/>
                  </a:cubicBezTo>
                  <a:lnTo>
                    <a:pt x="569" y="969"/>
                  </a:lnTo>
                  <a:cubicBezTo>
                    <a:pt x="385" y="1253"/>
                    <a:pt x="18" y="1788"/>
                    <a:pt x="1" y="2022"/>
                  </a:cubicBezTo>
                  <a:cubicBezTo>
                    <a:pt x="268" y="2072"/>
                    <a:pt x="235" y="1872"/>
                    <a:pt x="402" y="16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83;p21">
              <a:extLst>
                <a:ext uri="{FF2B5EF4-FFF2-40B4-BE49-F238E27FC236}">
                  <a16:creationId xmlns:a16="http://schemas.microsoft.com/office/drawing/2014/main" id="{3E2C0403-C8A0-403D-8562-3D8B35F501D0}"/>
                </a:ext>
              </a:extLst>
            </p:cNvPr>
            <p:cNvSpPr/>
            <p:nvPr/>
          </p:nvSpPr>
          <p:spPr>
            <a:xfrm>
              <a:off x="5186141" y="2428129"/>
              <a:ext cx="71798" cy="70486"/>
            </a:xfrm>
            <a:custGeom>
              <a:avLst/>
              <a:gdLst/>
              <a:ahLst/>
              <a:cxnLst/>
              <a:rect l="l" t="t" r="r" b="b"/>
              <a:pathLst>
                <a:path w="1805" h="1772" extrusionOk="0">
                  <a:moveTo>
                    <a:pt x="0" y="1772"/>
                  </a:moveTo>
                  <a:cubicBezTo>
                    <a:pt x="134" y="1772"/>
                    <a:pt x="786" y="1053"/>
                    <a:pt x="936" y="920"/>
                  </a:cubicBezTo>
                  <a:cubicBezTo>
                    <a:pt x="1120" y="736"/>
                    <a:pt x="1771" y="235"/>
                    <a:pt x="1805" y="1"/>
                  </a:cubicBezTo>
                  <a:cubicBezTo>
                    <a:pt x="1571" y="17"/>
                    <a:pt x="969" y="636"/>
                    <a:pt x="802" y="786"/>
                  </a:cubicBezTo>
                  <a:cubicBezTo>
                    <a:pt x="635" y="920"/>
                    <a:pt x="34" y="1504"/>
                    <a:pt x="0" y="177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84;p21">
              <a:extLst>
                <a:ext uri="{FF2B5EF4-FFF2-40B4-BE49-F238E27FC236}">
                  <a16:creationId xmlns:a16="http://schemas.microsoft.com/office/drawing/2014/main" id="{5101571B-60FC-47BA-933A-4BCF178DC0DC}"/>
                </a:ext>
              </a:extLst>
            </p:cNvPr>
            <p:cNvSpPr/>
            <p:nvPr/>
          </p:nvSpPr>
          <p:spPr>
            <a:xfrm>
              <a:off x="4571336" y="3098067"/>
              <a:ext cx="48568" cy="91767"/>
            </a:xfrm>
            <a:custGeom>
              <a:avLst/>
              <a:gdLst/>
              <a:ahLst/>
              <a:cxnLst/>
              <a:rect l="l" t="t" r="r" b="b"/>
              <a:pathLst>
                <a:path w="1221" h="2307" extrusionOk="0">
                  <a:moveTo>
                    <a:pt x="34" y="2257"/>
                  </a:moveTo>
                  <a:cubicBezTo>
                    <a:pt x="135" y="2223"/>
                    <a:pt x="84" y="2307"/>
                    <a:pt x="201" y="2006"/>
                  </a:cubicBezTo>
                  <a:lnTo>
                    <a:pt x="636" y="1154"/>
                  </a:lnTo>
                  <a:cubicBezTo>
                    <a:pt x="736" y="970"/>
                    <a:pt x="836" y="786"/>
                    <a:pt x="937" y="602"/>
                  </a:cubicBezTo>
                  <a:cubicBezTo>
                    <a:pt x="1003" y="485"/>
                    <a:pt x="1221" y="168"/>
                    <a:pt x="1221" y="34"/>
                  </a:cubicBezTo>
                  <a:cubicBezTo>
                    <a:pt x="1054" y="1"/>
                    <a:pt x="937" y="268"/>
                    <a:pt x="820" y="452"/>
                  </a:cubicBezTo>
                  <a:cubicBezTo>
                    <a:pt x="569" y="820"/>
                    <a:pt x="1" y="1856"/>
                    <a:pt x="34" y="22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85;p21">
              <a:extLst>
                <a:ext uri="{FF2B5EF4-FFF2-40B4-BE49-F238E27FC236}">
                  <a16:creationId xmlns:a16="http://schemas.microsoft.com/office/drawing/2014/main" id="{16B0479F-1BE3-40A4-83C1-0AB82269AFF6}"/>
                </a:ext>
              </a:extLst>
            </p:cNvPr>
            <p:cNvSpPr/>
            <p:nvPr/>
          </p:nvSpPr>
          <p:spPr>
            <a:xfrm>
              <a:off x="4906981" y="4005955"/>
              <a:ext cx="25298" cy="96421"/>
            </a:xfrm>
            <a:custGeom>
              <a:avLst/>
              <a:gdLst/>
              <a:ahLst/>
              <a:cxnLst/>
              <a:rect l="l" t="t" r="r" b="b"/>
              <a:pathLst>
                <a:path w="636" h="2424" extrusionOk="0">
                  <a:moveTo>
                    <a:pt x="51" y="2423"/>
                  </a:moveTo>
                  <a:cubicBezTo>
                    <a:pt x="302" y="2357"/>
                    <a:pt x="552" y="953"/>
                    <a:pt x="619" y="686"/>
                  </a:cubicBezTo>
                  <a:lnTo>
                    <a:pt x="636" y="1"/>
                  </a:lnTo>
                  <a:cubicBezTo>
                    <a:pt x="485" y="118"/>
                    <a:pt x="352" y="953"/>
                    <a:pt x="302" y="1187"/>
                  </a:cubicBezTo>
                  <a:cubicBezTo>
                    <a:pt x="235" y="1421"/>
                    <a:pt x="1" y="2223"/>
                    <a:pt x="51" y="24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86;p21">
              <a:extLst>
                <a:ext uri="{FF2B5EF4-FFF2-40B4-BE49-F238E27FC236}">
                  <a16:creationId xmlns:a16="http://schemas.microsoft.com/office/drawing/2014/main" id="{F0AD664D-57DC-424F-87DB-028E46187535}"/>
                </a:ext>
              </a:extLst>
            </p:cNvPr>
            <p:cNvSpPr/>
            <p:nvPr/>
          </p:nvSpPr>
          <p:spPr>
            <a:xfrm>
              <a:off x="4589316" y="3104073"/>
              <a:ext cx="52546" cy="83771"/>
            </a:xfrm>
            <a:custGeom>
              <a:avLst/>
              <a:gdLst/>
              <a:ahLst/>
              <a:cxnLst/>
              <a:rect l="l" t="t" r="r" b="b"/>
              <a:pathLst>
                <a:path w="1321" h="2106" extrusionOk="0">
                  <a:moveTo>
                    <a:pt x="17" y="2106"/>
                  </a:moveTo>
                  <a:cubicBezTo>
                    <a:pt x="167" y="2072"/>
                    <a:pt x="167" y="2005"/>
                    <a:pt x="234" y="1888"/>
                  </a:cubicBezTo>
                  <a:cubicBezTo>
                    <a:pt x="468" y="1471"/>
                    <a:pt x="1320" y="284"/>
                    <a:pt x="1270" y="0"/>
                  </a:cubicBezTo>
                  <a:cubicBezTo>
                    <a:pt x="1103" y="34"/>
                    <a:pt x="1019" y="284"/>
                    <a:pt x="919" y="435"/>
                  </a:cubicBezTo>
                  <a:cubicBezTo>
                    <a:pt x="685" y="802"/>
                    <a:pt x="0" y="1771"/>
                    <a:pt x="17" y="21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87;p21">
              <a:extLst>
                <a:ext uri="{FF2B5EF4-FFF2-40B4-BE49-F238E27FC236}">
                  <a16:creationId xmlns:a16="http://schemas.microsoft.com/office/drawing/2014/main" id="{8B6D2AA4-1635-41ED-8062-B3A94D53E8B2}"/>
                </a:ext>
              </a:extLst>
            </p:cNvPr>
            <p:cNvSpPr/>
            <p:nvPr/>
          </p:nvSpPr>
          <p:spPr>
            <a:xfrm>
              <a:off x="4404548" y="4097006"/>
              <a:ext cx="61178" cy="68497"/>
            </a:xfrm>
            <a:custGeom>
              <a:avLst/>
              <a:gdLst/>
              <a:ahLst/>
              <a:cxnLst/>
              <a:rect l="l" t="t" r="r" b="b"/>
              <a:pathLst>
                <a:path w="1538" h="1722" extrusionOk="0">
                  <a:moveTo>
                    <a:pt x="134" y="1705"/>
                  </a:moveTo>
                  <a:cubicBezTo>
                    <a:pt x="334" y="1722"/>
                    <a:pt x="384" y="1505"/>
                    <a:pt x="418" y="1421"/>
                  </a:cubicBezTo>
                  <a:cubicBezTo>
                    <a:pt x="435" y="1388"/>
                    <a:pt x="485" y="1337"/>
                    <a:pt x="501" y="1304"/>
                  </a:cubicBezTo>
                  <a:cubicBezTo>
                    <a:pt x="668" y="1104"/>
                    <a:pt x="1521" y="168"/>
                    <a:pt x="1537" y="1"/>
                  </a:cubicBezTo>
                  <a:cubicBezTo>
                    <a:pt x="1270" y="17"/>
                    <a:pt x="886" y="569"/>
                    <a:pt x="702" y="769"/>
                  </a:cubicBezTo>
                  <a:cubicBezTo>
                    <a:pt x="652" y="819"/>
                    <a:pt x="585" y="903"/>
                    <a:pt x="518" y="987"/>
                  </a:cubicBezTo>
                  <a:cubicBezTo>
                    <a:pt x="351" y="1187"/>
                    <a:pt x="0" y="1505"/>
                    <a:pt x="13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88;p21">
              <a:extLst>
                <a:ext uri="{FF2B5EF4-FFF2-40B4-BE49-F238E27FC236}">
                  <a16:creationId xmlns:a16="http://schemas.microsoft.com/office/drawing/2014/main" id="{E35B3D71-EFA6-4648-91D8-8ED978A63C26}"/>
                </a:ext>
              </a:extLst>
            </p:cNvPr>
            <p:cNvSpPr/>
            <p:nvPr/>
          </p:nvSpPr>
          <p:spPr>
            <a:xfrm>
              <a:off x="4862470" y="4044500"/>
              <a:ext cx="27287" cy="88465"/>
            </a:xfrm>
            <a:custGeom>
              <a:avLst/>
              <a:gdLst/>
              <a:ahLst/>
              <a:cxnLst/>
              <a:rect l="l" t="t" r="r" b="b"/>
              <a:pathLst>
                <a:path w="686" h="2224" extrusionOk="0">
                  <a:moveTo>
                    <a:pt x="151" y="2223"/>
                  </a:moveTo>
                  <a:cubicBezTo>
                    <a:pt x="301" y="2156"/>
                    <a:pt x="401" y="1421"/>
                    <a:pt x="451" y="1137"/>
                  </a:cubicBezTo>
                  <a:cubicBezTo>
                    <a:pt x="502" y="920"/>
                    <a:pt x="685" y="168"/>
                    <a:pt x="635" y="1"/>
                  </a:cubicBezTo>
                  <a:cubicBezTo>
                    <a:pt x="485" y="17"/>
                    <a:pt x="468" y="201"/>
                    <a:pt x="401" y="485"/>
                  </a:cubicBezTo>
                  <a:cubicBezTo>
                    <a:pt x="334" y="803"/>
                    <a:pt x="0" y="2073"/>
                    <a:pt x="151" y="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89;p21">
              <a:extLst>
                <a:ext uri="{FF2B5EF4-FFF2-40B4-BE49-F238E27FC236}">
                  <a16:creationId xmlns:a16="http://schemas.microsoft.com/office/drawing/2014/main" id="{BD7FA003-FA11-42A5-9EC9-9EEB40248B29}"/>
                </a:ext>
              </a:extLst>
            </p:cNvPr>
            <p:cNvSpPr/>
            <p:nvPr/>
          </p:nvSpPr>
          <p:spPr>
            <a:xfrm>
              <a:off x="4693653" y="3476910"/>
              <a:ext cx="49205" cy="77129"/>
            </a:xfrm>
            <a:custGeom>
              <a:avLst/>
              <a:gdLst/>
              <a:ahLst/>
              <a:cxnLst/>
              <a:rect l="l" t="t" r="r" b="b"/>
              <a:pathLst>
                <a:path w="1237" h="1939" extrusionOk="0">
                  <a:moveTo>
                    <a:pt x="17" y="1839"/>
                  </a:moveTo>
                  <a:cubicBezTo>
                    <a:pt x="234" y="1939"/>
                    <a:pt x="184" y="1789"/>
                    <a:pt x="351" y="1521"/>
                  </a:cubicBezTo>
                  <a:cubicBezTo>
                    <a:pt x="485" y="1304"/>
                    <a:pt x="1237" y="201"/>
                    <a:pt x="1187" y="17"/>
                  </a:cubicBezTo>
                  <a:cubicBezTo>
                    <a:pt x="1036" y="1"/>
                    <a:pt x="1053" y="51"/>
                    <a:pt x="986" y="168"/>
                  </a:cubicBezTo>
                  <a:cubicBezTo>
                    <a:pt x="936" y="251"/>
                    <a:pt x="886" y="301"/>
                    <a:pt x="836" y="385"/>
                  </a:cubicBezTo>
                  <a:cubicBezTo>
                    <a:pt x="652" y="652"/>
                    <a:pt x="0" y="1621"/>
                    <a:pt x="17" y="18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90;p21">
              <a:extLst>
                <a:ext uri="{FF2B5EF4-FFF2-40B4-BE49-F238E27FC236}">
                  <a16:creationId xmlns:a16="http://schemas.microsoft.com/office/drawing/2014/main" id="{E991300D-151E-43E7-BE14-9BA2024E5981}"/>
                </a:ext>
              </a:extLst>
            </p:cNvPr>
            <p:cNvSpPr/>
            <p:nvPr/>
          </p:nvSpPr>
          <p:spPr>
            <a:xfrm>
              <a:off x="4691664" y="3509488"/>
              <a:ext cx="47892" cy="77129"/>
            </a:xfrm>
            <a:custGeom>
              <a:avLst/>
              <a:gdLst/>
              <a:ahLst/>
              <a:cxnLst/>
              <a:rect l="l" t="t" r="r" b="b"/>
              <a:pathLst>
                <a:path w="1204" h="1939" extrusionOk="0">
                  <a:moveTo>
                    <a:pt x="84" y="1888"/>
                  </a:moveTo>
                  <a:cubicBezTo>
                    <a:pt x="151" y="1888"/>
                    <a:pt x="167" y="1939"/>
                    <a:pt x="301" y="1721"/>
                  </a:cubicBezTo>
                  <a:cubicBezTo>
                    <a:pt x="351" y="1638"/>
                    <a:pt x="384" y="1554"/>
                    <a:pt x="435" y="1471"/>
                  </a:cubicBezTo>
                  <a:cubicBezTo>
                    <a:pt x="535" y="1287"/>
                    <a:pt x="1203" y="251"/>
                    <a:pt x="1203" y="101"/>
                  </a:cubicBezTo>
                  <a:cubicBezTo>
                    <a:pt x="1203" y="34"/>
                    <a:pt x="1203" y="51"/>
                    <a:pt x="1186" y="34"/>
                  </a:cubicBezTo>
                  <a:cubicBezTo>
                    <a:pt x="1053" y="0"/>
                    <a:pt x="669" y="702"/>
                    <a:pt x="552" y="869"/>
                  </a:cubicBezTo>
                  <a:cubicBezTo>
                    <a:pt x="368" y="1170"/>
                    <a:pt x="0" y="1671"/>
                    <a:pt x="84" y="18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91;p21">
              <a:extLst>
                <a:ext uri="{FF2B5EF4-FFF2-40B4-BE49-F238E27FC236}">
                  <a16:creationId xmlns:a16="http://schemas.microsoft.com/office/drawing/2014/main" id="{FA77BC36-4D64-4731-BF31-7E9FAC3A4AB0}"/>
                </a:ext>
              </a:extLst>
            </p:cNvPr>
            <p:cNvSpPr/>
            <p:nvPr/>
          </p:nvSpPr>
          <p:spPr>
            <a:xfrm>
              <a:off x="4956822" y="3754082"/>
              <a:ext cx="22633" cy="91090"/>
            </a:xfrm>
            <a:custGeom>
              <a:avLst/>
              <a:gdLst/>
              <a:ahLst/>
              <a:cxnLst/>
              <a:rect l="l" t="t" r="r" b="b"/>
              <a:pathLst>
                <a:path w="569" h="2290" extrusionOk="0">
                  <a:moveTo>
                    <a:pt x="135" y="2289"/>
                  </a:moveTo>
                  <a:cubicBezTo>
                    <a:pt x="569" y="2172"/>
                    <a:pt x="335" y="635"/>
                    <a:pt x="218" y="217"/>
                  </a:cubicBezTo>
                  <a:cubicBezTo>
                    <a:pt x="185" y="84"/>
                    <a:pt x="185" y="50"/>
                    <a:pt x="84" y="0"/>
                  </a:cubicBezTo>
                  <a:cubicBezTo>
                    <a:pt x="1" y="134"/>
                    <a:pt x="84" y="418"/>
                    <a:pt x="101" y="568"/>
                  </a:cubicBezTo>
                  <a:cubicBezTo>
                    <a:pt x="151" y="953"/>
                    <a:pt x="201" y="1337"/>
                    <a:pt x="201" y="1738"/>
                  </a:cubicBezTo>
                  <a:cubicBezTo>
                    <a:pt x="201" y="1938"/>
                    <a:pt x="135" y="2156"/>
                    <a:pt x="135" y="228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92;p21">
              <a:extLst>
                <a:ext uri="{FF2B5EF4-FFF2-40B4-BE49-F238E27FC236}">
                  <a16:creationId xmlns:a16="http://schemas.microsoft.com/office/drawing/2014/main" id="{BB438D6B-E09B-418D-B016-E16D0B70A4C7}"/>
                </a:ext>
              </a:extLst>
            </p:cNvPr>
            <p:cNvSpPr/>
            <p:nvPr/>
          </p:nvSpPr>
          <p:spPr>
            <a:xfrm>
              <a:off x="4599936" y="3534071"/>
              <a:ext cx="51870" cy="69849"/>
            </a:xfrm>
            <a:custGeom>
              <a:avLst/>
              <a:gdLst/>
              <a:ahLst/>
              <a:cxnLst/>
              <a:rect l="l" t="t" r="r" b="b"/>
              <a:pathLst>
                <a:path w="1304" h="1756" extrusionOk="0">
                  <a:moveTo>
                    <a:pt x="67" y="1755"/>
                  </a:moveTo>
                  <a:cubicBezTo>
                    <a:pt x="318" y="1738"/>
                    <a:pt x="318" y="1521"/>
                    <a:pt x="418" y="1337"/>
                  </a:cubicBezTo>
                  <a:cubicBezTo>
                    <a:pt x="535" y="1170"/>
                    <a:pt x="1254" y="218"/>
                    <a:pt x="1270" y="134"/>
                  </a:cubicBezTo>
                  <a:cubicBezTo>
                    <a:pt x="1287" y="1"/>
                    <a:pt x="1304" y="67"/>
                    <a:pt x="1220" y="34"/>
                  </a:cubicBezTo>
                  <a:cubicBezTo>
                    <a:pt x="1120" y="1"/>
                    <a:pt x="635" y="702"/>
                    <a:pt x="552" y="803"/>
                  </a:cubicBezTo>
                  <a:cubicBezTo>
                    <a:pt x="351" y="1070"/>
                    <a:pt x="0" y="1471"/>
                    <a:pt x="67" y="17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93;p21">
              <a:extLst>
                <a:ext uri="{FF2B5EF4-FFF2-40B4-BE49-F238E27FC236}">
                  <a16:creationId xmlns:a16="http://schemas.microsoft.com/office/drawing/2014/main" id="{A753E6A5-1D97-4882-BDFD-32057A440B89}"/>
                </a:ext>
              </a:extLst>
            </p:cNvPr>
            <p:cNvSpPr/>
            <p:nvPr/>
          </p:nvSpPr>
          <p:spPr>
            <a:xfrm>
              <a:off x="4449736" y="4114310"/>
              <a:ext cx="63167" cy="73787"/>
            </a:xfrm>
            <a:custGeom>
              <a:avLst/>
              <a:gdLst/>
              <a:ahLst/>
              <a:cxnLst/>
              <a:rect l="l" t="t" r="r" b="b"/>
              <a:pathLst>
                <a:path w="1588" h="1855" extrusionOk="0">
                  <a:moveTo>
                    <a:pt x="886" y="953"/>
                  </a:moveTo>
                  <a:cubicBezTo>
                    <a:pt x="1003" y="802"/>
                    <a:pt x="1588" y="201"/>
                    <a:pt x="1537" y="17"/>
                  </a:cubicBezTo>
                  <a:cubicBezTo>
                    <a:pt x="1404" y="0"/>
                    <a:pt x="1370" y="84"/>
                    <a:pt x="1304" y="167"/>
                  </a:cubicBezTo>
                  <a:cubicBezTo>
                    <a:pt x="1120" y="384"/>
                    <a:pt x="953" y="535"/>
                    <a:pt x="735" y="836"/>
                  </a:cubicBezTo>
                  <a:cubicBezTo>
                    <a:pt x="635" y="969"/>
                    <a:pt x="0" y="1638"/>
                    <a:pt x="151" y="18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94;p21">
              <a:extLst>
                <a:ext uri="{FF2B5EF4-FFF2-40B4-BE49-F238E27FC236}">
                  <a16:creationId xmlns:a16="http://schemas.microsoft.com/office/drawing/2014/main" id="{8E207D2C-86F5-40B1-A2DF-C5CEEF889234}"/>
                </a:ext>
              </a:extLst>
            </p:cNvPr>
            <p:cNvSpPr/>
            <p:nvPr/>
          </p:nvSpPr>
          <p:spPr>
            <a:xfrm>
              <a:off x="4339392" y="3993345"/>
              <a:ext cx="65832" cy="67144"/>
            </a:xfrm>
            <a:custGeom>
              <a:avLst/>
              <a:gdLst/>
              <a:ahLst/>
              <a:cxnLst/>
              <a:rect l="l" t="t" r="r" b="b"/>
              <a:pathLst>
                <a:path w="1655" h="1688" extrusionOk="0">
                  <a:moveTo>
                    <a:pt x="17" y="1654"/>
                  </a:moveTo>
                  <a:cubicBezTo>
                    <a:pt x="134" y="1638"/>
                    <a:pt x="84" y="1688"/>
                    <a:pt x="151" y="1554"/>
                  </a:cubicBezTo>
                  <a:lnTo>
                    <a:pt x="402" y="1170"/>
                  </a:lnTo>
                  <a:cubicBezTo>
                    <a:pt x="519" y="1003"/>
                    <a:pt x="853" y="702"/>
                    <a:pt x="1020" y="568"/>
                  </a:cubicBezTo>
                  <a:cubicBezTo>
                    <a:pt x="1137" y="485"/>
                    <a:pt x="1655" y="134"/>
                    <a:pt x="1638" y="17"/>
                  </a:cubicBezTo>
                  <a:cubicBezTo>
                    <a:pt x="1638" y="17"/>
                    <a:pt x="1621" y="17"/>
                    <a:pt x="1621" y="17"/>
                  </a:cubicBezTo>
                  <a:cubicBezTo>
                    <a:pt x="1504" y="0"/>
                    <a:pt x="1471" y="34"/>
                    <a:pt x="1354" y="117"/>
                  </a:cubicBezTo>
                  <a:cubicBezTo>
                    <a:pt x="986" y="334"/>
                    <a:pt x="953" y="401"/>
                    <a:pt x="652" y="635"/>
                  </a:cubicBezTo>
                  <a:cubicBezTo>
                    <a:pt x="468" y="786"/>
                    <a:pt x="1" y="1253"/>
                    <a:pt x="17" y="16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95;p21">
              <a:extLst>
                <a:ext uri="{FF2B5EF4-FFF2-40B4-BE49-F238E27FC236}">
                  <a16:creationId xmlns:a16="http://schemas.microsoft.com/office/drawing/2014/main" id="{AABDF386-22A3-4EF3-9DA9-EDB0C0283FCE}"/>
                </a:ext>
              </a:extLst>
            </p:cNvPr>
            <p:cNvSpPr/>
            <p:nvPr/>
          </p:nvSpPr>
          <p:spPr>
            <a:xfrm>
              <a:off x="4886376" y="4029225"/>
              <a:ext cx="23986" cy="89102"/>
            </a:xfrm>
            <a:custGeom>
              <a:avLst/>
              <a:gdLst/>
              <a:ahLst/>
              <a:cxnLst/>
              <a:rect l="l" t="t" r="r" b="b"/>
              <a:pathLst>
                <a:path w="603" h="2240" extrusionOk="0">
                  <a:moveTo>
                    <a:pt x="84" y="2239"/>
                  </a:moveTo>
                  <a:cubicBezTo>
                    <a:pt x="185" y="2173"/>
                    <a:pt x="151" y="2106"/>
                    <a:pt x="185" y="1972"/>
                  </a:cubicBezTo>
                  <a:lnTo>
                    <a:pt x="368" y="1120"/>
                  </a:lnTo>
                  <a:cubicBezTo>
                    <a:pt x="419" y="869"/>
                    <a:pt x="602" y="201"/>
                    <a:pt x="469" y="0"/>
                  </a:cubicBezTo>
                  <a:cubicBezTo>
                    <a:pt x="335" y="67"/>
                    <a:pt x="218" y="886"/>
                    <a:pt x="185" y="1087"/>
                  </a:cubicBezTo>
                  <a:lnTo>
                    <a:pt x="18" y="1972"/>
                  </a:lnTo>
                  <a:cubicBezTo>
                    <a:pt x="1" y="2239"/>
                    <a:pt x="51" y="2206"/>
                    <a:pt x="84" y="22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96;p21">
              <a:extLst>
                <a:ext uri="{FF2B5EF4-FFF2-40B4-BE49-F238E27FC236}">
                  <a16:creationId xmlns:a16="http://schemas.microsoft.com/office/drawing/2014/main" id="{2CDB7106-3D1A-4E26-A418-18D32D70F114}"/>
                </a:ext>
              </a:extLst>
            </p:cNvPr>
            <p:cNvSpPr/>
            <p:nvPr/>
          </p:nvSpPr>
          <p:spPr>
            <a:xfrm>
              <a:off x="4676350" y="3101408"/>
              <a:ext cx="47256" cy="81106"/>
            </a:xfrm>
            <a:custGeom>
              <a:avLst/>
              <a:gdLst/>
              <a:ahLst/>
              <a:cxnLst/>
              <a:rect l="l" t="t" r="r" b="b"/>
              <a:pathLst>
                <a:path w="1188" h="2039" extrusionOk="0">
                  <a:moveTo>
                    <a:pt x="1" y="2039"/>
                  </a:moveTo>
                  <a:cubicBezTo>
                    <a:pt x="268" y="2005"/>
                    <a:pt x="1187" y="251"/>
                    <a:pt x="1170" y="0"/>
                  </a:cubicBezTo>
                  <a:cubicBezTo>
                    <a:pt x="987" y="67"/>
                    <a:pt x="636" y="769"/>
                    <a:pt x="536" y="969"/>
                  </a:cubicBezTo>
                  <a:cubicBezTo>
                    <a:pt x="419" y="1170"/>
                    <a:pt x="34" y="1838"/>
                    <a:pt x="1" y="20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97;p21">
              <a:extLst>
                <a:ext uri="{FF2B5EF4-FFF2-40B4-BE49-F238E27FC236}">
                  <a16:creationId xmlns:a16="http://schemas.microsoft.com/office/drawing/2014/main" id="{027947A5-B068-48DF-8BA7-DC8573CCB4BF}"/>
                </a:ext>
              </a:extLst>
            </p:cNvPr>
            <p:cNvSpPr/>
            <p:nvPr/>
          </p:nvSpPr>
          <p:spPr>
            <a:xfrm>
              <a:off x="4694965" y="3453640"/>
              <a:ext cx="47256" cy="74503"/>
            </a:xfrm>
            <a:custGeom>
              <a:avLst/>
              <a:gdLst/>
              <a:ahLst/>
              <a:cxnLst/>
              <a:rect l="l" t="t" r="r" b="b"/>
              <a:pathLst>
                <a:path w="1188" h="1873" extrusionOk="0">
                  <a:moveTo>
                    <a:pt x="1137" y="1"/>
                  </a:moveTo>
                  <a:cubicBezTo>
                    <a:pt x="987" y="1"/>
                    <a:pt x="936" y="151"/>
                    <a:pt x="803" y="385"/>
                  </a:cubicBezTo>
                  <a:lnTo>
                    <a:pt x="285" y="1304"/>
                  </a:lnTo>
                  <a:cubicBezTo>
                    <a:pt x="235" y="1388"/>
                    <a:pt x="1" y="1705"/>
                    <a:pt x="118" y="1772"/>
                  </a:cubicBezTo>
                  <a:cubicBezTo>
                    <a:pt x="251" y="1872"/>
                    <a:pt x="318" y="1638"/>
                    <a:pt x="452" y="1404"/>
                  </a:cubicBezTo>
                  <a:cubicBezTo>
                    <a:pt x="586" y="1171"/>
                    <a:pt x="1187" y="151"/>
                    <a:pt x="113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98;p21">
              <a:extLst>
                <a:ext uri="{FF2B5EF4-FFF2-40B4-BE49-F238E27FC236}">
                  <a16:creationId xmlns:a16="http://schemas.microsoft.com/office/drawing/2014/main" id="{9F0FF8B7-05AF-40A0-9DD2-9EAA859358E3}"/>
                </a:ext>
              </a:extLst>
            </p:cNvPr>
            <p:cNvSpPr/>
            <p:nvPr/>
          </p:nvSpPr>
          <p:spPr>
            <a:xfrm>
              <a:off x="4364651" y="4007944"/>
              <a:ext cx="68497" cy="61854"/>
            </a:xfrm>
            <a:custGeom>
              <a:avLst/>
              <a:gdLst/>
              <a:ahLst/>
              <a:cxnLst/>
              <a:rect l="l" t="t" r="r" b="b"/>
              <a:pathLst>
                <a:path w="1722" h="1555" extrusionOk="0">
                  <a:moveTo>
                    <a:pt x="1705" y="18"/>
                  </a:moveTo>
                  <a:cubicBezTo>
                    <a:pt x="1471" y="1"/>
                    <a:pt x="1" y="1354"/>
                    <a:pt x="118" y="1471"/>
                  </a:cubicBezTo>
                  <a:cubicBezTo>
                    <a:pt x="201" y="1555"/>
                    <a:pt x="468" y="1237"/>
                    <a:pt x="552" y="1187"/>
                  </a:cubicBezTo>
                  <a:lnTo>
                    <a:pt x="1371" y="435"/>
                  </a:lnTo>
                  <a:cubicBezTo>
                    <a:pt x="1471" y="352"/>
                    <a:pt x="1722" y="134"/>
                    <a:pt x="1705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99;p21">
              <a:extLst>
                <a:ext uri="{FF2B5EF4-FFF2-40B4-BE49-F238E27FC236}">
                  <a16:creationId xmlns:a16="http://schemas.microsoft.com/office/drawing/2014/main" id="{6B0AF772-90AE-4555-A33D-A6FE0CB4F95A}"/>
                </a:ext>
              </a:extLst>
            </p:cNvPr>
            <p:cNvSpPr/>
            <p:nvPr/>
          </p:nvSpPr>
          <p:spPr>
            <a:xfrm>
              <a:off x="4601249" y="3247631"/>
              <a:ext cx="49881" cy="65156"/>
            </a:xfrm>
            <a:custGeom>
              <a:avLst/>
              <a:gdLst/>
              <a:ahLst/>
              <a:cxnLst/>
              <a:rect l="l" t="t" r="r" b="b"/>
              <a:pathLst>
                <a:path w="1254" h="1638" extrusionOk="0">
                  <a:moveTo>
                    <a:pt x="51" y="1621"/>
                  </a:moveTo>
                  <a:cubicBezTo>
                    <a:pt x="201" y="1638"/>
                    <a:pt x="201" y="1554"/>
                    <a:pt x="385" y="1287"/>
                  </a:cubicBezTo>
                  <a:cubicBezTo>
                    <a:pt x="535" y="1070"/>
                    <a:pt x="1254" y="201"/>
                    <a:pt x="1221" y="0"/>
                  </a:cubicBezTo>
                  <a:cubicBezTo>
                    <a:pt x="1087" y="0"/>
                    <a:pt x="1087" y="50"/>
                    <a:pt x="1020" y="134"/>
                  </a:cubicBezTo>
                  <a:cubicBezTo>
                    <a:pt x="786" y="418"/>
                    <a:pt x="1" y="1337"/>
                    <a:pt x="51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500;p21">
              <a:extLst>
                <a:ext uri="{FF2B5EF4-FFF2-40B4-BE49-F238E27FC236}">
                  <a16:creationId xmlns:a16="http://schemas.microsoft.com/office/drawing/2014/main" id="{2663D7C2-F4D9-4660-BD4C-CB96645CAA50}"/>
                </a:ext>
              </a:extLst>
            </p:cNvPr>
            <p:cNvSpPr/>
            <p:nvPr/>
          </p:nvSpPr>
          <p:spPr>
            <a:xfrm>
              <a:off x="4599260" y="3268236"/>
              <a:ext cx="50557" cy="67144"/>
            </a:xfrm>
            <a:custGeom>
              <a:avLst/>
              <a:gdLst/>
              <a:ahLst/>
              <a:cxnLst/>
              <a:rect l="l" t="t" r="r" b="b"/>
              <a:pathLst>
                <a:path w="1271" h="1688" extrusionOk="0">
                  <a:moveTo>
                    <a:pt x="101" y="1688"/>
                  </a:moveTo>
                  <a:cubicBezTo>
                    <a:pt x="251" y="1638"/>
                    <a:pt x="602" y="1103"/>
                    <a:pt x="736" y="936"/>
                  </a:cubicBezTo>
                  <a:cubicBezTo>
                    <a:pt x="870" y="735"/>
                    <a:pt x="1220" y="284"/>
                    <a:pt x="1271" y="0"/>
                  </a:cubicBezTo>
                  <a:cubicBezTo>
                    <a:pt x="1120" y="17"/>
                    <a:pt x="1120" y="50"/>
                    <a:pt x="1053" y="151"/>
                  </a:cubicBezTo>
                  <a:lnTo>
                    <a:pt x="585" y="802"/>
                  </a:lnTo>
                  <a:cubicBezTo>
                    <a:pt x="485" y="936"/>
                    <a:pt x="385" y="1070"/>
                    <a:pt x="285" y="1220"/>
                  </a:cubicBezTo>
                  <a:cubicBezTo>
                    <a:pt x="218" y="1320"/>
                    <a:pt x="1" y="1554"/>
                    <a:pt x="101" y="16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501;p21">
              <a:extLst>
                <a:ext uri="{FF2B5EF4-FFF2-40B4-BE49-F238E27FC236}">
                  <a16:creationId xmlns:a16="http://schemas.microsoft.com/office/drawing/2014/main" id="{D4458DF0-0A02-4B01-9AD2-897114A1F4E6}"/>
                </a:ext>
              </a:extLst>
            </p:cNvPr>
            <p:cNvSpPr/>
            <p:nvPr/>
          </p:nvSpPr>
          <p:spPr>
            <a:xfrm>
              <a:off x="4603914" y="3429734"/>
              <a:ext cx="48568" cy="68497"/>
            </a:xfrm>
            <a:custGeom>
              <a:avLst/>
              <a:gdLst/>
              <a:ahLst/>
              <a:cxnLst/>
              <a:rect l="l" t="t" r="r" b="b"/>
              <a:pathLst>
                <a:path w="1221" h="1722" extrusionOk="0">
                  <a:moveTo>
                    <a:pt x="84" y="1705"/>
                  </a:moveTo>
                  <a:cubicBezTo>
                    <a:pt x="201" y="1721"/>
                    <a:pt x="552" y="1120"/>
                    <a:pt x="686" y="936"/>
                  </a:cubicBezTo>
                  <a:cubicBezTo>
                    <a:pt x="836" y="752"/>
                    <a:pt x="1220" y="284"/>
                    <a:pt x="1204" y="0"/>
                  </a:cubicBezTo>
                  <a:cubicBezTo>
                    <a:pt x="1053" y="34"/>
                    <a:pt x="1053" y="101"/>
                    <a:pt x="869" y="368"/>
                  </a:cubicBezTo>
                  <a:cubicBezTo>
                    <a:pt x="786" y="502"/>
                    <a:pt x="669" y="652"/>
                    <a:pt x="569" y="786"/>
                  </a:cubicBezTo>
                  <a:cubicBezTo>
                    <a:pt x="452" y="953"/>
                    <a:pt x="1" y="1487"/>
                    <a:pt x="8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502;p21">
              <a:extLst>
                <a:ext uri="{FF2B5EF4-FFF2-40B4-BE49-F238E27FC236}">
                  <a16:creationId xmlns:a16="http://schemas.microsoft.com/office/drawing/2014/main" id="{2B6D4F7B-FE35-4659-B535-076CCD77B2D9}"/>
                </a:ext>
              </a:extLst>
            </p:cNvPr>
            <p:cNvSpPr/>
            <p:nvPr/>
          </p:nvSpPr>
          <p:spPr>
            <a:xfrm>
              <a:off x="4474995" y="4124930"/>
              <a:ext cx="54535" cy="61178"/>
            </a:xfrm>
            <a:custGeom>
              <a:avLst/>
              <a:gdLst/>
              <a:ahLst/>
              <a:cxnLst/>
              <a:rect l="l" t="t" r="r" b="b"/>
              <a:pathLst>
                <a:path w="1371" h="1538" extrusionOk="0">
                  <a:moveTo>
                    <a:pt x="17" y="1538"/>
                  </a:moveTo>
                  <a:cubicBezTo>
                    <a:pt x="251" y="1488"/>
                    <a:pt x="602" y="1003"/>
                    <a:pt x="769" y="819"/>
                  </a:cubicBezTo>
                  <a:cubicBezTo>
                    <a:pt x="886" y="702"/>
                    <a:pt x="1370" y="151"/>
                    <a:pt x="1337" y="1"/>
                  </a:cubicBezTo>
                  <a:cubicBezTo>
                    <a:pt x="1186" y="1"/>
                    <a:pt x="1019" y="218"/>
                    <a:pt x="953" y="318"/>
                  </a:cubicBezTo>
                  <a:cubicBezTo>
                    <a:pt x="785" y="518"/>
                    <a:pt x="0" y="1320"/>
                    <a:pt x="17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503;p21">
              <a:extLst>
                <a:ext uri="{FF2B5EF4-FFF2-40B4-BE49-F238E27FC236}">
                  <a16:creationId xmlns:a16="http://schemas.microsoft.com/office/drawing/2014/main" id="{4A9A147E-0698-42C3-86F4-D8B07B8DD647}"/>
                </a:ext>
              </a:extLst>
            </p:cNvPr>
            <p:cNvSpPr/>
            <p:nvPr/>
          </p:nvSpPr>
          <p:spPr>
            <a:xfrm>
              <a:off x="4598584" y="3212388"/>
              <a:ext cx="47892" cy="63843"/>
            </a:xfrm>
            <a:custGeom>
              <a:avLst/>
              <a:gdLst/>
              <a:ahLst/>
              <a:cxnLst/>
              <a:rect l="l" t="t" r="r" b="b"/>
              <a:pathLst>
                <a:path w="1204" h="1605" extrusionOk="0">
                  <a:moveTo>
                    <a:pt x="85" y="1605"/>
                  </a:moveTo>
                  <a:cubicBezTo>
                    <a:pt x="235" y="1605"/>
                    <a:pt x="318" y="1371"/>
                    <a:pt x="385" y="1254"/>
                  </a:cubicBezTo>
                  <a:cubicBezTo>
                    <a:pt x="486" y="1103"/>
                    <a:pt x="569" y="987"/>
                    <a:pt x="669" y="853"/>
                  </a:cubicBezTo>
                  <a:cubicBezTo>
                    <a:pt x="786" y="686"/>
                    <a:pt x="1204" y="185"/>
                    <a:pt x="1204" y="1"/>
                  </a:cubicBezTo>
                  <a:cubicBezTo>
                    <a:pt x="1037" y="1"/>
                    <a:pt x="920" y="201"/>
                    <a:pt x="836" y="318"/>
                  </a:cubicBezTo>
                  <a:lnTo>
                    <a:pt x="252" y="1120"/>
                  </a:lnTo>
                  <a:cubicBezTo>
                    <a:pt x="168" y="1237"/>
                    <a:pt x="1" y="1438"/>
                    <a:pt x="85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504;p21">
              <a:extLst>
                <a:ext uri="{FF2B5EF4-FFF2-40B4-BE49-F238E27FC236}">
                  <a16:creationId xmlns:a16="http://schemas.microsoft.com/office/drawing/2014/main" id="{5BA79586-92F5-4952-AF32-B2CAE5BDFBF4}"/>
                </a:ext>
              </a:extLst>
            </p:cNvPr>
            <p:cNvSpPr/>
            <p:nvPr/>
          </p:nvSpPr>
          <p:spPr>
            <a:xfrm>
              <a:off x="4607892" y="3571979"/>
              <a:ext cx="47892" cy="65156"/>
            </a:xfrm>
            <a:custGeom>
              <a:avLst/>
              <a:gdLst/>
              <a:ahLst/>
              <a:cxnLst/>
              <a:rect l="l" t="t" r="r" b="b"/>
              <a:pathLst>
                <a:path w="1204" h="1638" extrusionOk="0">
                  <a:moveTo>
                    <a:pt x="34" y="1621"/>
                  </a:moveTo>
                  <a:cubicBezTo>
                    <a:pt x="185" y="1637"/>
                    <a:pt x="185" y="1604"/>
                    <a:pt x="252" y="1504"/>
                  </a:cubicBezTo>
                  <a:cubicBezTo>
                    <a:pt x="385" y="1303"/>
                    <a:pt x="1204" y="167"/>
                    <a:pt x="1120" y="84"/>
                  </a:cubicBezTo>
                  <a:cubicBezTo>
                    <a:pt x="1037" y="0"/>
                    <a:pt x="970" y="117"/>
                    <a:pt x="937" y="184"/>
                  </a:cubicBezTo>
                  <a:cubicBezTo>
                    <a:pt x="719" y="485"/>
                    <a:pt x="1" y="1370"/>
                    <a:pt x="3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505;p21">
              <a:extLst>
                <a:ext uri="{FF2B5EF4-FFF2-40B4-BE49-F238E27FC236}">
                  <a16:creationId xmlns:a16="http://schemas.microsoft.com/office/drawing/2014/main" id="{A228B639-FC25-42D5-8B6F-3E2678F97D92}"/>
                </a:ext>
              </a:extLst>
            </p:cNvPr>
            <p:cNvSpPr/>
            <p:nvPr/>
          </p:nvSpPr>
          <p:spPr>
            <a:xfrm>
              <a:off x="4444406" y="4108303"/>
              <a:ext cx="51233" cy="61854"/>
            </a:xfrm>
            <a:custGeom>
              <a:avLst/>
              <a:gdLst/>
              <a:ahLst/>
              <a:cxnLst/>
              <a:rect l="l" t="t" r="r" b="b"/>
              <a:pathLst>
                <a:path w="1288" h="1555" extrusionOk="0">
                  <a:moveTo>
                    <a:pt x="1" y="1555"/>
                  </a:moveTo>
                  <a:cubicBezTo>
                    <a:pt x="134" y="1555"/>
                    <a:pt x="151" y="1505"/>
                    <a:pt x="235" y="1404"/>
                  </a:cubicBezTo>
                  <a:lnTo>
                    <a:pt x="702" y="853"/>
                  </a:lnTo>
                  <a:cubicBezTo>
                    <a:pt x="769" y="753"/>
                    <a:pt x="1287" y="185"/>
                    <a:pt x="1220" y="34"/>
                  </a:cubicBezTo>
                  <a:cubicBezTo>
                    <a:pt x="1070" y="1"/>
                    <a:pt x="652" y="602"/>
                    <a:pt x="552" y="719"/>
                  </a:cubicBezTo>
                  <a:cubicBezTo>
                    <a:pt x="418" y="886"/>
                    <a:pt x="34" y="1321"/>
                    <a:pt x="1" y="15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506;p21">
              <a:extLst>
                <a:ext uri="{FF2B5EF4-FFF2-40B4-BE49-F238E27FC236}">
                  <a16:creationId xmlns:a16="http://schemas.microsoft.com/office/drawing/2014/main" id="{E966A720-894F-4F7E-B7BD-44D858C75684}"/>
                </a:ext>
              </a:extLst>
            </p:cNvPr>
            <p:cNvSpPr/>
            <p:nvPr/>
          </p:nvSpPr>
          <p:spPr>
            <a:xfrm>
              <a:off x="4599936" y="3460323"/>
              <a:ext cx="53222" cy="65832"/>
            </a:xfrm>
            <a:custGeom>
              <a:avLst/>
              <a:gdLst/>
              <a:ahLst/>
              <a:cxnLst/>
              <a:rect l="l" t="t" r="r" b="b"/>
              <a:pathLst>
                <a:path w="1338" h="1655" extrusionOk="0">
                  <a:moveTo>
                    <a:pt x="167" y="1637"/>
                  </a:moveTo>
                  <a:cubicBezTo>
                    <a:pt x="351" y="1554"/>
                    <a:pt x="134" y="1604"/>
                    <a:pt x="435" y="1220"/>
                  </a:cubicBezTo>
                  <a:cubicBezTo>
                    <a:pt x="518" y="1103"/>
                    <a:pt x="652" y="952"/>
                    <a:pt x="752" y="852"/>
                  </a:cubicBezTo>
                  <a:cubicBezTo>
                    <a:pt x="836" y="752"/>
                    <a:pt x="1337" y="217"/>
                    <a:pt x="1170" y="0"/>
                  </a:cubicBezTo>
                  <a:cubicBezTo>
                    <a:pt x="1070" y="50"/>
                    <a:pt x="1086" y="150"/>
                    <a:pt x="886" y="384"/>
                  </a:cubicBezTo>
                  <a:cubicBezTo>
                    <a:pt x="685" y="618"/>
                    <a:pt x="218" y="1136"/>
                    <a:pt x="117" y="1387"/>
                  </a:cubicBezTo>
                  <a:cubicBezTo>
                    <a:pt x="0" y="1654"/>
                    <a:pt x="167" y="1637"/>
                    <a:pt x="167" y="16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507;p21">
              <a:extLst>
                <a:ext uri="{FF2B5EF4-FFF2-40B4-BE49-F238E27FC236}">
                  <a16:creationId xmlns:a16="http://schemas.microsoft.com/office/drawing/2014/main" id="{3DC14B2A-9EE7-4D4A-BF40-2FD130133CF1}"/>
                </a:ext>
              </a:extLst>
            </p:cNvPr>
            <p:cNvSpPr/>
            <p:nvPr/>
          </p:nvSpPr>
          <p:spPr>
            <a:xfrm>
              <a:off x="4598584" y="3294132"/>
              <a:ext cx="53222" cy="63843"/>
            </a:xfrm>
            <a:custGeom>
              <a:avLst/>
              <a:gdLst/>
              <a:ahLst/>
              <a:cxnLst/>
              <a:rect l="l" t="t" r="r" b="b"/>
              <a:pathLst>
                <a:path w="1338" h="1605" extrusionOk="0">
                  <a:moveTo>
                    <a:pt x="168" y="1605"/>
                  </a:moveTo>
                  <a:cubicBezTo>
                    <a:pt x="252" y="1571"/>
                    <a:pt x="235" y="1538"/>
                    <a:pt x="285" y="1438"/>
                  </a:cubicBezTo>
                  <a:cubicBezTo>
                    <a:pt x="402" y="1254"/>
                    <a:pt x="1020" y="485"/>
                    <a:pt x="1187" y="251"/>
                  </a:cubicBezTo>
                  <a:cubicBezTo>
                    <a:pt x="1237" y="185"/>
                    <a:pt x="1338" y="84"/>
                    <a:pt x="1221" y="34"/>
                  </a:cubicBezTo>
                  <a:cubicBezTo>
                    <a:pt x="1120" y="1"/>
                    <a:pt x="669" y="602"/>
                    <a:pt x="586" y="719"/>
                  </a:cubicBezTo>
                  <a:cubicBezTo>
                    <a:pt x="486" y="836"/>
                    <a:pt x="1" y="1404"/>
                    <a:pt x="168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508;p21">
              <a:extLst>
                <a:ext uri="{FF2B5EF4-FFF2-40B4-BE49-F238E27FC236}">
                  <a16:creationId xmlns:a16="http://schemas.microsoft.com/office/drawing/2014/main" id="{046EC599-6CCE-4961-A3EF-6B12C9C8319D}"/>
                </a:ext>
              </a:extLst>
            </p:cNvPr>
            <p:cNvSpPr/>
            <p:nvPr/>
          </p:nvSpPr>
          <p:spPr>
            <a:xfrm>
              <a:off x="4600613" y="3233669"/>
              <a:ext cx="47216" cy="59865"/>
            </a:xfrm>
            <a:custGeom>
              <a:avLst/>
              <a:gdLst/>
              <a:ahLst/>
              <a:cxnLst/>
              <a:rect l="l" t="t" r="r" b="b"/>
              <a:pathLst>
                <a:path w="1187" h="1505" extrusionOk="0">
                  <a:moveTo>
                    <a:pt x="0" y="1504"/>
                  </a:moveTo>
                  <a:cubicBezTo>
                    <a:pt x="167" y="1471"/>
                    <a:pt x="518" y="953"/>
                    <a:pt x="635" y="802"/>
                  </a:cubicBezTo>
                  <a:cubicBezTo>
                    <a:pt x="752" y="669"/>
                    <a:pt x="1186" y="167"/>
                    <a:pt x="1170" y="17"/>
                  </a:cubicBezTo>
                  <a:cubicBezTo>
                    <a:pt x="986" y="0"/>
                    <a:pt x="618" y="502"/>
                    <a:pt x="501" y="669"/>
                  </a:cubicBezTo>
                  <a:cubicBezTo>
                    <a:pt x="368" y="836"/>
                    <a:pt x="17" y="1254"/>
                    <a:pt x="0" y="15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509;p21">
              <a:extLst>
                <a:ext uri="{FF2B5EF4-FFF2-40B4-BE49-F238E27FC236}">
                  <a16:creationId xmlns:a16="http://schemas.microsoft.com/office/drawing/2014/main" id="{9FAF0765-86B6-45CC-90E1-8E19F2E64E1B}"/>
                </a:ext>
              </a:extLst>
            </p:cNvPr>
            <p:cNvSpPr/>
            <p:nvPr/>
          </p:nvSpPr>
          <p:spPr>
            <a:xfrm>
              <a:off x="4689675" y="3415772"/>
              <a:ext cx="37232" cy="65832"/>
            </a:xfrm>
            <a:custGeom>
              <a:avLst/>
              <a:gdLst/>
              <a:ahLst/>
              <a:cxnLst/>
              <a:rect l="l" t="t" r="r" b="b"/>
              <a:pathLst>
                <a:path w="936" h="1655" extrusionOk="0">
                  <a:moveTo>
                    <a:pt x="117" y="1655"/>
                  </a:moveTo>
                  <a:cubicBezTo>
                    <a:pt x="251" y="1638"/>
                    <a:pt x="501" y="1036"/>
                    <a:pt x="585" y="886"/>
                  </a:cubicBezTo>
                  <a:cubicBezTo>
                    <a:pt x="685" y="669"/>
                    <a:pt x="936" y="251"/>
                    <a:pt x="902" y="1"/>
                  </a:cubicBezTo>
                  <a:cubicBezTo>
                    <a:pt x="735" y="34"/>
                    <a:pt x="785" y="84"/>
                    <a:pt x="635" y="385"/>
                  </a:cubicBezTo>
                  <a:lnTo>
                    <a:pt x="201" y="1220"/>
                  </a:lnTo>
                  <a:cubicBezTo>
                    <a:pt x="100" y="1387"/>
                    <a:pt x="0" y="1521"/>
                    <a:pt x="117" y="16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510;p21">
              <a:extLst>
                <a:ext uri="{FF2B5EF4-FFF2-40B4-BE49-F238E27FC236}">
                  <a16:creationId xmlns:a16="http://schemas.microsoft.com/office/drawing/2014/main" id="{F0A878A1-3EE0-49ED-A2C5-8E277574873D}"/>
                </a:ext>
              </a:extLst>
            </p:cNvPr>
            <p:cNvSpPr/>
            <p:nvPr/>
          </p:nvSpPr>
          <p:spPr>
            <a:xfrm>
              <a:off x="4693653" y="3435064"/>
              <a:ext cx="37232" cy="64479"/>
            </a:xfrm>
            <a:custGeom>
              <a:avLst/>
              <a:gdLst/>
              <a:ahLst/>
              <a:cxnLst/>
              <a:rect l="l" t="t" r="r" b="b"/>
              <a:pathLst>
                <a:path w="936" h="1621" extrusionOk="0">
                  <a:moveTo>
                    <a:pt x="84" y="1621"/>
                  </a:moveTo>
                  <a:cubicBezTo>
                    <a:pt x="251" y="1587"/>
                    <a:pt x="418" y="1103"/>
                    <a:pt x="552" y="869"/>
                  </a:cubicBezTo>
                  <a:cubicBezTo>
                    <a:pt x="685" y="618"/>
                    <a:pt x="886" y="284"/>
                    <a:pt x="936" y="0"/>
                  </a:cubicBezTo>
                  <a:cubicBezTo>
                    <a:pt x="752" y="0"/>
                    <a:pt x="769" y="84"/>
                    <a:pt x="619" y="334"/>
                  </a:cubicBezTo>
                  <a:cubicBezTo>
                    <a:pt x="485" y="568"/>
                    <a:pt x="0" y="1420"/>
                    <a:pt x="8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511;p21">
              <a:extLst>
                <a:ext uri="{FF2B5EF4-FFF2-40B4-BE49-F238E27FC236}">
                  <a16:creationId xmlns:a16="http://schemas.microsoft.com/office/drawing/2014/main" id="{7A196F60-C35F-445D-A912-B62B3255AB78}"/>
                </a:ext>
              </a:extLst>
            </p:cNvPr>
            <p:cNvSpPr/>
            <p:nvPr/>
          </p:nvSpPr>
          <p:spPr>
            <a:xfrm>
              <a:off x="5111677" y="2195509"/>
              <a:ext cx="47932" cy="61178"/>
            </a:xfrm>
            <a:custGeom>
              <a:avLst/>
              <a:gdLst/>
              <a:ahLst/>
              <a:cxnLst/>
              <a:rect l="l" t="t" r="r" b="b"/>
              <a:pathLst>
                <a:path w="1205" h="1538" extrusionOk="0">
                  <a:moveTo>
                    <a:pt x="101" y="1538"/>
                  </a:moveTo>
                  <a:cubicBezTo>
                    <a:pt x="235" y="1504"/>
                    <a:pt x="252" y="1404"/>
                    <a:pt x="402" y="1187"/>
                  </a:cubicBezTo>
                  <a:cubicBezTo>
                    <a:pt x="536" y="986"/>
                    <a:pt x="1204" y="201"/>
                    <a:pt x="1120" y="1"/>
                  </a:cubicBezTo>
                  <a:cubicBezTo>
                    <a:pt x="953" y="17"/>
                    <a:pt x="1" y="1287"/>
                    <a:pt x="101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512;p21">
              <a:extLst>
                <a:ext uri="{FF2B5EF4-FFF2-40B4-BE49-F238E27FC236}">
                  <a16:creationId xmlns:a16="http://schemas.microsoft.com/office/drawing/2014/main" id="{0D610289-788C-4389-B775-9DD1202B83F1}"/>
                </a:ext>
              </a:extLst>
            </p:cNvPr>
            <p:cNvSpPr/>
            <p:nvPr/>
          </p:nvSpPr>
          <p:spPr>
            <a:xfrm>
              <a:off x="4426466" y="4104325"/>
              <a:ext cx="51870" cy="58513"/>
            </a:xfrm>
            <a:custGeom>
              <a:avLst/>
              <a:gdLst/>
              <a:ahLst/>
              <a:cxnLst/>
              <a:rect l="l" t="t" r="r" b="b"/>
              <a:pathLst>
                <a:path w="1304" h="1471" extrusionOk="0">
                  <a:moveTo>
                    <a:pt x="0" y="1471"/>
                  </a:moveTo>
                  <a:cubicBezTo>
                    <a:pt x="184" y="1437"/>
                    <a:pt x="468" y="1003"/>
                    <a:pt x="686" y="803"/>
                  </a:cubicBezTo>
                  <a:cubicBezTo>
                    <a:pt x="719" y="752"/>
                    <a:pt x="1304" y="168"/>
                    <a:pt x="1237" y="84"/>
                  </a:cubicBezTo>
                  <a:cubicBezTo>
                    <a:pt x="1137" y="1"/>
                    <a:pt x="919" y="285"/>
                    <a:pt x="869" y="351"/>
                  </a:cubicBezTo>
                  <a:cubicBezTo>
                    <a:pt x="619" y="569"/>
                    <a:pt x="17" y="1153"/>
                    <a:pt x="0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513;p21">
              <a:extLst>
                <a:ext uri="{FF2B5EF4-FFF2-40B4-BE49-F238E27FC236}">
                  <a16:creationId xmlns:a16="http://schemas.microsoft.com/office/drawing/2014/main" id="{C13206EE-B2A3-4F2F-8C7F-02AE5AD34AA8}"/>
                </a:ext>
              </a:extLst>
            </p:cNvPr>
            <p:cNvSpPr/>
            <p:nvPr/>
          </p:nvSpPr>
          <p:spPr>
            <a:xfrm>
              <a:off x="4609921" y="3486218"/>
              <a:ext cx="39897" cy="63843"/>
            </a:xfrm>
            <a:custGeom>
              <a:avLst/>
              <a:gdLst/>
              <a:ahLst/>
              <a:cxnLst/>
              <a:rect l="l" t="t" r="r" b="b"/>
              <a:pathLst>
                <a:path w="1003" h="1605" extrusionOk="0">
                  <a:moveTo>
                    <a:pt x="0" y="1605"/>
                  </a:moveTo>
                  <a:cubicBezTo>
                    <a:pt x="267" y="1538"/>
                    <a:pt x="401" y="1120"/>
                    <a:pt x="535" y="836"/>
                  </a:cubicBezTo>
                  <a:cubicBezTo>
                    <a:pt x="685" y="552"/>
                    <a:pt x="986" y="101"/>
                    <a:pt x="1003" y="1"/>
                  </a:cubicBezTo>
                  <a:cubicBezTo>
                    <a:pt x="785" y="1"/>
                    <a:pt x="518" y="435"/>
                    <a:pt x="401" y="669"/>
                  </a:cubicBezTo>
                  <a:cubicBezTo>
                    <a:pt x="334" y="819"/>
                    <a:pt x="17" y="1471"/>
                    <a:pt x="0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514;p21">
              <a:extLst>
                <a:ext uri="{FF2B5EF4-FFF2-40B4-BE49-F238E27FC236}">
                  <a16:creationId xmlns:a16="http://schemas.microsoft.com/office/drawing/2014/main" id="{B8320425-4E82-4846-BEE4-77F99D07BA13}"/>
                </a:ext>
              </a:extLst>
            </p:cNvPr>
            <p:cNvSpPr/>
            <p:nvPr/>
          </p:nvSpPr>
          <p:spPr>
            <a:xfrm>
              <a:off x="4598584" y="3318754"/>
              <a:ext cx="43914" cy="61814"/>
            </a:xfrm>
            <a:custGeom>
              <a:avLst/>
              <a:gdLst/>
              <a:ahLst/>
              <a:cxnLst/>
              <a:rect l="l" t="t" r="r" b="b"/>
              <a:pathLst>
                <a:path w="1104" h="1554" extrusionOk="0">
                  <a:moveTo>
                    <a:pt x="151" y="1554"/>
                  </a:moveTo>
                  <a:cubicBezTo>
                    <a:pt x="268" y="1504"/>
                    <a:pt x="302" y="1303"/>
                    <a:pt x="369" y="1170"/>
                  </a:cubicBezTo>
                  <a:cubicBezTo>
                    <a:pt x="486" y="952"/>
                    <a:pt x="736" y="652"/>
                    <a:pt x="887" y="435"/>
                  </a:cubicBezTo>
                  <a:cubicBezTo>
                    <a:pt x="970" y="318"/>
                    <a:pt x="1104" y="167"/>
                    <a:pt x="1104" y="0"/>
                  </a:cubicBezTo>
                  <a:cubicBezTo>
                    <a:pt x="937" y="0"/>
                    <a:pt x="870" y="167"/>
                    <a:pt x="770" y="284"/>
                  </a:cubicBezTo>
                  <a:cubicBezTo>
                    <a:pt x="552" y="535"/>
                    <a:pt x="1" y="1237"/>
                    <a:pt x="151" y="15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515;p21">
              <a:extLst>
                <a:ext uri="{FF2B5EF4-FFF2-40B4-BE49-F238E27FC236}">
                  <a16:creationId xmlns:a16="http://schemas.microsoft.com/office/drawing/2014/main" id="{955D451D-85F3-44F2-A2EF-0880D7E1990F}"/>
                </a:ext>
              </a:extLst>
            </p:cNvPr>
            <p:cNvSpPr/>
            <p:nvPr/>
          </p:nvSpPr>
          <p:spPr>
            <a:xfrm>
              <a:off x="4326783" y="3990680"/>
              <a:ext cx="49205" cy="53222"/>
            </a:xfrm>
            <a:custGeom>
              <a:avLst/>
              <a:gdLst/>
              <a:ahLst/>
              <a:cxnLst/>
              <a:rect l="l" t="t" r="r" b="b"/>
              <a:pathLst>
                <a:path w="1237" h="1338" extrusionOk="0">
                  <a:moveTo>
                    <a:pt x="117" y="1337"/>
                  </a:moveTo>
                  <a:cubicBezTo>
                    <a:pt x="251" y="1320"/>
                    <a:pt x="234" y="1304"/>
                    <a:pt x="301" y="1203"/>
                  </a:cubicBezTo>
                  <a:cubicBezTo>
                    <a:pt x="351" y="1137"/>
                    <a:pt x="368" y="1103"/>
                    <a:pt x="435" y="1020"/>
                  </a:cubicBezTo>
                  <a:cubicBezTo>
                    <a:pt x="518" y="919"/>
                    <a:pt x="635" y="786"/>
                    <a:pt x="702" y="702"/>
                  </a:cubicBezTo>
                  <a:cubicBezTo>
                    <a:pt x="802" y="585"/>
                    <a:pt x="1237" y="151"/>
                    <a:pt x="1203" y="17"/>
                  </a:cubicBezTo>
                  <a:cubicBezTo>
                    <a:pt x="1170" y="17"/>
                    <a:pt x="1203" y="0"/>
                    <a:pt x="1136" y="17"/>
                  </a:cubicBezTo>
                  <a:cubicBezTo>
                    <a:pt x="1019" y="17"/>
                    <a:pt x="618" y="502"/>
                    <a:pt x="552" y="602"/>
                  </a:cubicBezTo>
                  <a:cubicBezTo>
                    <a:pt x="351" y="836"/>
                    <a:pt x="0" y="1153"/>
                    <a:pt x="117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516;p21">
              <a:extLst>
                <a:ext uri="{FF2B5EF4-FFF2-40B4-BE49-F238E27FC236}">
                  <a16:creationId xmlns:a16="http://schemas.microsoft.com/office/drawing/2014/main" id="{1FF1C8FA-0679-4FD5-9A60-9E7157E7E35F}"/>
                </a:ext>
              </a:extLst>
            </p:cNvPr>
            <p:cNvSpPr/>
            <p:nvPr/>
          </p:nvSpPr>
          <p:spPr>
            <a:xfrm>
              <a:off x="4352678" y="4013274"/>
              <a:ext cx="52546" cy="51233"/>
            </a:xfrm>
            <a:custGeom>
              <a:avLst/>
              <a:gdLst/>
              <a:ahLst/>
              <a:cxnLst/>
              <a:rect l="l" t="t" r="r" b="b"/>
              <a:pathLst>
                <a:path w="1321" h="1288" extrusionOk="0">
                  <a:moveTo>
                    <a:pt x="1" y="1287"/>
                  </a:moveTo>
                  <a:cubicBezTo>
                    <a:pt x="168" y="1270"/>
                    <a:pt x="134" y="1237"/>
                    <a:pt x="218" y="1137"/>
                  </a:cubicBezTo>
                  <a:cubicBezTo>
                    <a:pt x="268" y="1070"/>
                    <a:pt x="302" y="1020"/>
                    <a:pt x="368" y="970"/>
                  </a:cubicBezTo>
                  <a:cubicBezTo>
                    <a:pt x="452" y="886"/>
                    <a:pt x="586" y="752"/>
                    <a:pt x="686" y="669"/>
                  </a:cubicBezTo>
                  <a:cubicBezTo>
                    <a:pt x="853" y="535"/>
                    <a:pt x="1304" y="201"/>
                    <a:pt x="1321" y="17"/>
                  </a:cubicBezTo>
                  <a:cubicBezTo>
                    <a:pt x="1120" y="0"/>
                    <a:pt x="686" y="418"/>
                    <a:pt x="552" y="535"/>
                  </a:cubicBezTo>
                  <a:cubicBezTo>
                    <a:pt x="402" y="669"/>
                    <a:pt x="34" y="986"/>
                    <a:pt x="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517;p21">
              <a:extLst>
                <a:ext uri="{FF2B5EF4-FFF2-40B4-BE49-F238E27FC236}">
                  <a16:creationId xmlns:a16="http://schemas.microsoft.com/office/drawing/2014/main" id="{C01E391E-71AF-4C48-A54F-A1CC1308D0DE}"/>
                </a:ext>
              </a:extLst>
            </p:cNvPr>
            <p:cNvSpPr/>
            <p:nvPr/>
          </p:nvSpPr>
          <p:spPr>
            <a:xfrm>
              <a:off x="4607892" y="3415772"/>
              <a:ext cx="44591" cy="59189"/>
            </a:xfrm>
            <a:custGeom>
              <a:avLst/>
              <a:gdLst/>
              <a:ahLst/>
              <a:cxnLst/>
              <a:rect l="l" t="t" r="r" b="b"/>
              <a:pathLst>
                <a:path w="1121" h="1488" extrusionOk="0">
                  <a:moveTo>
                    <a:pt x="84" y="1488"/>
                  </a:moveTo>
                  <a:cubicBezTo>
                    <a:pt x="268" y="1421"/>
                    <a:pt x="268" y="1304"/>
                    <a:pt x="368" y="1120"/>
                  </a:cubicBezTo>
                  <a:cubicBezTo>
                    <a:pt x="435" y="986"/>
                    <a:pt x="519" y="853"/>
                    <a:pt x="602" y="719"/>
                  </a:cubicBezTo>
                  <a:cubicBezTo>
                    <a:pt x="753" y="485"/>
                    <a:pt x="1087" y="134"/>
                    <a:pt x="1120" y="1"/>
                  </a:cubicBezTo>
                  <a:cubicBezTo>
                    <a:pt x="903" y="1"/>
                    <a:pt x="569" y="435"/>
                    <a:pt x="452" y="602"/>
                  </a:cubicBezTo>
                  <a:cubicBezTo>
                    <a:pt x="318" y="803"/>
                    <a:pt x="1" y="1204"/>
                    <a:pt x="84" y="14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518;p21">
              <a:extLst>
                <a:ext uri="{FF2B5EF4-FFF2-40B4-BE49-F238E27FC236}">
                  <a16:creationId xmlns:a16="http://schemas.microsoft.com/office/drawing/2014/main" id="{5764722B-68A6-478B-B2AC-AA08953A6AEE}"/>
                </a:ext>
              </a:extLst>
            </p:cNvPr>
            <p:cNvSpPr/>
            <p:nvPr/>
          </p:nvSpPr>
          <p:spPr>
            <a:xfrm>
              <a:off x="4600613" y="3339995"/>
              <a:ext cx="42562" cy="59865"/>
            </a:xfrm>
            <a:custGeom>
              <a:avLst/>
              <a:gdLst/>
              <a:ahLst/>
              <a:cxnLst/>
              <a:rect l="l" t="t" r="r" b="b"/>
              <a:pathLst>
                <a:path w="1070" h="1505" extrusionOk="0">
                  <a:moveTo>
                    <a:pt x="84" y="1505"/>
                  </a:moveTo>
                  <a:cubicBezTo>
                    <a:pt x="267" y="1454"/>
                    <a:pt x="1069" y="168"/>
                    <a:pt x="1053" y="1"/>
                  </a:cubicBezTo>
                  <a:cubicBezTo>
                    <a:pt x="919" y="1"/>
                    <a:pt x="919" y="34"/>
                    <a:pt x="869" y="118"/>
                  </a:cubicBezTo>
                  <a:cubicBezTo>
                    <a:pt x="685" y="352"/>
                    <a:pt x="0" y="1321"/>
                    <a:pt x="84" y="15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519;p21">
              <a:extLst>
                <a:ext uri="{FF2B5EF4-FFF2-40B4-BE49-F238E27FC236}">
                  <a16:creationId xmlns:a16="http://schemas.microsoft.com/office/drawing/2014/main" id="{BFC8F090-C004-45B9-880F-C026D90E6781}"/>
                </a:ext>
              </a:extLst>
            </p:cNvPr>
            <p:cNvSpPr/>
            <p:nvPr/>
          </p:nvSpPr>
          <p:spPr>
            <a:xfrm>
              <a:off x="4599936" y="3362589"/>
              <a:ext cx="43914" cy="54535"/>
            </a:xfrm>
            <a:custGeom>
              <a:avLst/>
              <a:gdLst/>
              <a:ahLst/>
              <a:cxnLst/>
              <a:rect l="l" t="t" r="r" b="b"/>
              <a:pathLst>
                <a:path w="1104" h="1371" extrusionOk="0">
                  <a:moveTo>
                    <a:pt x="67" y="1371"/>
                  </a:moveTo>
                  <a:cubicBezTo>
                    <a:pt x="218" y="1338"/>
                    <a:pt x="518" y="886"/>
                    <a:pt x="635" y="736"/>
                  </a:cubicBezTo>
                  <a:cubicBezTo>
                    <a:pt x="736" y="602"/>
                    <a:pt x="1103" y="185"/>
                    <a:pt x="1070" y="1"/>
                  </a:cubicBezTo>
                  <a:cubicBezTo>
                    <a:pt x="853" y="18"/>
                    <a:pt x="351" y="769"/>
                    <a:pt x="234" y="970"/>
                  </a:cubicBezTo>
                  <a:cubicBezTo>
                    <a:pt x="151" y="1087"/>
                    <a:pt x="0" y="1254"/>
                    <a:pt x="6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520;p21">
              <a:extLst>
                <a:ext uri="{FF2B5EF4-FFF2-40B4-BE49-F238E27FC236}">
                  <a16:creationId xmlns:a16="http://schemas.microsoft.com/office/drawing/2014/main" id="{C6E1F2BE-6EA7-4BF8-A502-7037B18964D1}"/>
                </a:ext>
              </a:extLst>
            </p:cNvPr>
            <p:cNvSpPr/>
            <p:nvPr/>
          </p:nvSpPr>
          <p:spPr>
            <a:xfrm>
              <a:off x="4342057" y="3665656"/>
              <a:ext cx="35919" cy="60541"/>
            </a:xfrm>
            <a:custGeom>
              <a:avLst/>
              <a:gdLst/>
              <a:ahLst/>
              <a:cxnLst/>
              <a:rect l="l" t="t" r="r" b="b"/>
              <a:pathLst>
                <a:path w="903" h="1522" extrusionOk="0">
                  <a:moveTo>
                    <a:pt x="51" y="1521"/>
                  </a:moveTo>
                  <a:cubicBezTo>
                    <a:pt x="184" y="1455"/>
                    <a:pt x="218" y="1271"/>
                    <a:pt x="285" y="1137"/>
                  </a:cubicBezTo>
                  <a:cubicBezTo>
                    <a:pt x="452" y="786"/>
                    <a:pt x="886" y="168"/>
                    <a:pt x="903" y="18"/>
                  </a:cubicBezTo>
                  <a:cubicBezTo>
                    <a:pt x="635" y="1"/>
                    <a:pt x="101" y="1003"/>
                    <a:pt x="34" y="1271"/>
                  </a:cubicBezTo>
                  <a:cubicBezTo>
                    <a:pt x="0" y="1471"/>
                    <a:pt x="34" y="1438"/>
                    <a:pt x="34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521;p21">
              <a:extLst>
                <a:ext uri="{FF2B5EF4-FFF2-40B4-BE49-F238E27FC236}">
                  <a16:creationId xmlns:a16="http://schemas.microsoft.com/office/drawing/2014/main" id="{8781E713-93D7-4E4B-8E11-E5AA8B0880D7}"/>
                </a:ext>
              </a:extLst>
            </p:cNvPr>
            <p:cNvSpPr/>
            <p:nvPr/>
          </p:nvSpPr>
          <p:spPr>
            <a:xfrm>
              <a:off x="4507533" y="4116975"/>
              <a:ext cx="43914" cy="56524"/>
            </a:xfrm>
            <a:custGeom>
              <a:avLst/>
              <a:gdLst/>
              <a:ahLst/>
              <a:cxnLst/>
              <a:rect l="l" t="t" r="r" b="b"/>
              <a:pathLst>
                <a:path w="1104" h="1421" extrusionOk="0">
                  <a:moveTo>
                    <a:pt x="1" y="1420"/>
                  </a:moveTo>
                  <a:cubicBezTo>
                    <a:pt x="218" y="1370"/>
                    <a:pt x="469" y="936"/>
                    <a:pt x="602" y="752"/>
                  </a:cubicBezTo>
                  <a:cubicBezTo>
                    <a:pt x="703" y="618"/>
                    <a:pt x="786" y="485"/>
                    <a:pt x="870" y="384"/>
                  </a:cubicBezTo>
                  <a:cubicBezTo>
                    <a:pt x="953" y="284"/>
                    <a:pt x="1104" y="150"/>
                    <a:pt x="1087" y="0"/>
                  </a:cubicBezTo>
                  <a:cubicBezTo>
                    <a:pt x="770" y="50"/>
                    <a:pt x="34" y="1186"/>
                    <a:pt x="1" y="14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522;p21">
              <a:extLst>
                <a:ext uri="{FF2B5EF4-FFF2-40B4-BE49-F238E27FC236}">
                  <a16:creationId xmlns:a16="http://schemas.microsoft.com/office/drawing/2014/main" id="{CF8C951E-2E74-484B-B62E-B07741FF92D0}"/>
                </a:ext>
              </a:extLst>
            </p:cNvPr>
            <p:cNvSpPr/>
            <p:nvPr/>
          </p:nvSpPr>
          <p:spPr>
            <a:xfrm>
              <a:off x="4649102" y="3597875"/>
              <a:ext cx="41925" cy="59189"/>
            </a:xfrm>
            <a:custGeom>
              <a:avLst/>
              <a:gdLst/>
              <a:ahLst/>
              <a:cxnLst/>
              <a:rect l="l" t="t" r="r" b="b"/>
              <a:pathLst>
                <a:path w="1054" h="1488" extrusionOk="0">
                  <a:moveTo>
                    <a:pt x="18" y="1471"/>
                  </a:moveTo>
                  <a:cubicBezTo>
                    <a:pt x="135" y="1488"/>
                    <a:pt x="135" y="1438"/>
                    <a:pt x="185" y="1371"/>
                  </a:cubicBezTo>
                  <a:cubicBezTo>
                    <a:pt x="419" y="1070"/>
                    <a:pt x="1053" y="352"/>
                    <a:pt x="920" y="1"/>
                  </a:cubicBezTo>
                  <a:cubicBezTo>
                    <a:pt x="803" y="17"/>
                    <a:pt x="753" y="235"/>
                    <a:pt x="686" y="352"/>
                  </a:cubicBezTo>
                  <a:cubicBezTo>
                    <a:pt x="502" y="669"/>
                    <a:pt x="1" y="1271"/>
                    <a:pt x="18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523;p21">
              <a:extLst>
                <a:ext uri="{FF2B5EF4-FFF2-40B4-BE49-F238E27FC236}">
                  <a16:creationId xmlns:a16="http://schemas.microsoft.com/office/drawing/2014/main" id="{380A8C28-33AE-40B4-BA74-221C238D5576}"/>
                </a:ext>
              </a:extLst>
            </p:cNvPr>
            <p:cNvSpPr/>
            <p:nvPr/>
          </p:nvSpPr>
          <p:spPr>
            <a:xfrm>
              <a:off x="4685021" y="3215053"/>
              <a:ext cx="41249" cy="55211"/>
            </a:xfrm>
            <a:custGeom>
              <a:avLst/>
              <a:gdLst/>
              <a:ahLst/>
              <a:cxnLst/>
              <a:rect l="l" t="t" r="r" b="b"/>
              <a:pathLst>
                <a:path w="1037" h="1388" extrusionOk="0">
                  <a:moveTo>
                    <a:pt x="117" y="1371"/>
                  </a:moveTo>
                  <a:cubicBezTo>
                    <a:pt x="251" y="1387"/>
                    <a:pt x="201" y="1354"/>
                    <a:pt x="384" y="1103"/>
                  </a:cubicBezTo>
                  <a:lnTo>
                    <a:pt x="836" y="418"/>
                  </a:lnTo>
                  <a:cubicBezTo>
                    <a:pt x="902" y="318"/>
                    <a:pt x="1036" y="184"/>
                    <a:pt x="1003" y="51"/>
                  </a:cubicBezTo>
                  <a:cubicBezTo>
                    <a:pt x="836" y="1"/>
                    <a:pt x="618" y="402"/>
                    <a:pt x="451" y="635"/>
                  </a:cubicBezTo>
                  <a:cubicBezTo>
                    <a:pt x="351" y="769"/>
                    <a:pt x="0" y="1204"/>
                    <a:pt x="11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524;p21">
              <a:extLst>
                <a:ext uri="{FF2B5EF4-FFF2-40B4-BE49-F238E27FC236}">
                  <a16:creationId xmlns:a16="http://schemas.microsoft.com/office/drawing/2014/main" id="{5C05151E-3C7E-407E-A602-FC73ADAF066A}"/>
                </a:ext>
              </a:extLst>
            </p:cNvPr>
            <p:cNvSpPr/>
            <p:nvPr/>
          </p:nvSpPr>
          <p:spPr>
            <a:xfrm>
              <a:off x="4403872" y="4008620"/>
              <a:ext cx="51870" cy="48568"/>
            </a:xfrm>
            <a:custGeom>
              <a:avLst/>
              <a:gdLst/>
              <a:ahLst/>
              <a:cxnLst/>
              <a:rect l="l" t="t" r="r" b="b"/>
              <a:pathLst>
                <a:path w="1304" h="1221" extrusionOk="0">
                  <a:moveTo>
                    <a:pt x="0" y="1220"/>
                  </a:moveTo>
                  <a:cubicBezTo>
                    <a:pt x="151" y="1204"/>
                    <a:pt x="301" y="1036"/>
                    <a:pt x="385" y="953"/>
                  </a:cubicBezTo>
                  <a:lnTo>
                    <a:pt x="1020" y="402"/>
                  </a:lnTo>
                  <a:cubicBezTo>
                    <a:pt x="1086" y="335"/>
                    <a:pt x="1304" y="151"/>
                    <a:pt x="1220" y="84"/>
                  </a:cubicBezTo>
                  <a:cubicBezTo>
                    <a:pt x="1137" y="1"/>
                    <a:pt x="936" y="218"/>
                    <a:pt x="869" y="285"/>
                  </a:cubicBezTo>
                  <a:cubicBezTo>
                    <a:pt x="652" y="452"/>
                    <a:pt x="34" y="970"/>
                    <a:pt x="0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525;p21">
              <a:extLst>
                <a:ext uri="{FF2B5EF4-FFF2-40B4-BE49-F238E27FC236}">
                  <a16:creationId xmlns:a16="http://schemas.microsoft.com/office/drawing/2014/main" id="{B5506047-A843-45D7-9AC4-06AD547AFA25}"/>
                </a:ext>
              </a:extLst>
            </p:cNvPr>
            <p:cNvSpPr/>
            <p:nvPr/>
          </p:nvSpPr>
          <p:spPr>
            <a:xfrm>
              <a:off x="4686334" y="3231680"/>
              <a:ext cx="43238" cy="57836"/>
            </a:xfrm>
            <a:custGeom>
              <a:avLst/>
              <a:gdLst/>
              <a:ahLst/>
              <a:cxnLst/>
              <a:rect l="l" t="t" r="r" b="b"/>
              <a:pathLst>
                <a:path w="1087" h="1454" extrusionOk="0">
                  <a:moveTo>
                    <a:pt x="168" y="1454"/>
                  </a:moveTo>
                  <a:cubicBezTo>
                    <a:pt x="301" y="1420"/>
                    <a:pt x="251" y="1370"/>
                    <a:pt x="385" y="1120"/>
                  </a:cubicBezTo>
                  <a:cubicBezTo>
                    <a:pt x="535" y="836"/>
                    <a:pt x="1087" y="117"/>
                    <a:pt x="970" y="67"/>
                  </a:cubicBezTo>
                  <a:cubicBezTo>
                    <a:pt x="836" y="0"/>
                    <a:pt x="1" y="1153"/>
                    <a:pt x="168" y="14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526;p21">
              <a:extLst>
                <a:ext uri="{FF2B5EF4-FFF2-40B4-BE49-F238E27FC236}">
                  <a16:creationId xmlns:a16="http://schemas.microsoft.com/office/drawing/2014/main" id="{C82565F7-B9FB-4FBA-A012-42AD1AE16517}"/>
                </a:ext>
              </a:extLst>
            </p:cNvPr>
            <p:cNvSpPr/>
            <p:nvPr/>
          </p:nvSpPr>
          <p:spPr>
            <a:xfrm>
              <a:off x="4608568" y="3565973"/>
              <a:ext cx="39937" cy="51233"/>
            </a:xfrm>
            <a:custGeom>
              <a:avLst/>
              <a:gdLst/>
              <a:ahLst/>
              <a:cxnLst/>
              <a:rect l="l" t="t" r="r" b="b"/>
              <a:pathLst>
                <a:path w="1004" h="1288" extrusionOk="0">
                  <a:moveTo>
                    <a:pt x="17" y="1287"/>
                  </a:moveTo>
                  <a:cubicBezTo>
                    <a:pt x="251" y="1254"/>
                    <a:pt x="502" y="669"/>
                    <a:pt x="786" y="352"/>
                  </a:cubicBezTo>
                  <a:cubicBezTo>
                    <a:pt x="853" y="268"/>
                    <a:pt x="986" y="151"/>
                    <a:pt x="1003" y="34"/>
                  </a:cubicBezTo>
                  <a:cubicBezTo>
                    <a:pt x="652" y="1"/>
                    <a:pt x="1" y="1087"/>
                    <a:pt x="17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527;p21">
              <a:extLst>
                <a:ext uri="{FF2B5EF4-FFF2-40B4-BE49-F238E27FC236}">
                  <a16:creationId xmlns:a16="http://schemas.microsoft.com/office/drawing/2014/main" id="{895DD9DF-BE43-43BC-AB4D-BC2937DB28DB}"/>
                </a:ext>
              </a:extLst>
            </p:cNvPr>
            <p:cNvSpPr/>
            <p:nvPr/>
          </p:nvSpPr>
          <p:spPr>
            <a:xfrm>
              <a:off x="4699619" y="3383870"/>
              <a:ext cx="29952" cy="56524"/>
            </a:xfrm>
            <a:custGeom>
              <a:avLst/>
              <a:gdLst/>
              <a:ahLst/>
              <a:cxnLst/>
              <a:rect l="l" t="t" r="r" b="b"/>
              <a:pathLst>
                <a:path w="753" h="1421" extrusionOk="0">
                  <a:moveTo>
                    <a:pt x="1" y="1421"/>
                  </a:moveTo>
                  <a:cubicBezTo>
                    <a:pt x="168" y="1371"/>
                    <a:pt x="301" y="1003"/>
                    <a:pt x="435" y="769"/>
                  </a:cubicBezTo>
                  <a:cubicBezTo>
                    <a:pt x="485" y="669"/>
                    <a:pt x="719" y="251"/>
                    <a:pt x="736" y="134"/>
                  </a:cubicBezTo>
                  <a:cubicBezTo>
                    <a:pt x="753" y="51"/>
                    <a:pt x="753" y="184"/>
                    <a:pt x="736" y="84"/>
                  </a:cubicBezTo>
                  <a:cubicBezTo>
                    <a:pt x="719" y="17"/>
                    <a:pt x="736" y="51"/>
                    <a:pt x="702" y="1"/>
                  </a:cubicBezTo>
                  <a:cubicBezTo>
                    <a:pt x="585" y="34"/>
                    <a:pt x="636" y="17"/>
                    <a:pt x="569" y="134"/>
                  </a:cubicBezTo>
                  <a:lnTo>
                    <a:pt x="285" y="635"/>
                  </a:lnTo>
                  <a:cubicBezTo>
                    <a:pt x="168" y="836"/>
                    <a:pt x="1" y="1153"/>
                    <a:pt x="1" y="14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528;p21">
              <a:extLst>
                <a:ext uri="{FF2B5EF4-FFF2-40B4-BE49-F238E27FC236}">
                  <a16:creationId xmlns:a16="http://schemas.microsoft.com/office/drawing/2014/main" id="{1593A83A-1850-4A42-8F29-F742388E75B3}"/>
                </a:ext>
              </a:extLst>
            </p:cNvPr>
            <p:cNvSpPr/>
            <p:nvPr/>
          </p:nvSpPr>
          <p:spPr>
            <a:xfrm>
              <a:off x="4628497" y="3667685"/>
              <a:ext cx="29952" cy="53859"/>
            </a:xfrm>
            <a:custGeom>
              <a:avLst/>
              <a:gdLst/>
              <a:ahLst/>
              <a:cxnLst/>
              <a:rect l="l" t="t" r="r" b="b"/>
              <a:pathLst>
                <a:path w="753" h="1354" extrusionOk="0">
                  <a:moveTo>
                    <a:pt x="84" y="1353"/>
                  </a:moveTo>
                  <a:cubicBezTo>
                    <a:pt x="201" y="1320"/>
                    <a:pt x="151" y="1353"/>
                    <a:pt x="218" y="1220"/>
                  </a:cubicBezTo>
                  <a:cubicBezTo>
                    <a:pt x="235" y="1153"/>
                    <a:pt x="251" y="1103"/>
                    <a:pt x="285" y="1036"/>
                  </a:cubicBezTo>
                  <a:cubicBezTo>
                    <a:pt x="419" y="769"/>
                    <a:pt x="753" y="234"/>
                    <a:pt x="753" y="0"/>
                  </a:cubicBezTo>
                  <a:cubicBezTo>
                    <a:pt x="519" y="50"/>
                    <a:pt x="135" y="886"/>
                    <a:pt x="51" y="1136"/>
                  </a:cubicBezTo>
                  <a:cubicBezTo>
                    <a:pt x="1" y="1320"/>
                    <a:pt x="51" y="1287"/>
                    <a:pt x="5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529;p21">
              <a:extLst>
                <a:ext uri="{FF2B5EF4-FFF2-40B4-BE49-F238E27FC236}">
                  <a16:creationId xmlns:a16="http://schemas.microsoft.com/office/drawing/2014/main" id="{C7F2A38F-1226-41A5-A9CB-6DDFD006B37B}"/>
                </a:ext>
              </a:extLst>
            </p:cNvPr>
            <p:cNvSpPr/>
            <p:nvPr/>
          </p:nvSpPr>
          <p:spPr>
            <a:xfrm>
              <a:off x="4653119" y="3661002"/>
              <a:ext cx="31265" cy="55211"/>
            </a:xfrm>
            <a:custGeom>
              <a:avLst/>
              <a:gdLst/>
              <a:ahLst/>
              <a:cxnLst/>
              <a:rect l="l" t="t" r="r" b="b"/>
              <a:pathLst>
                <a:path w="786" h="1388" extrusionOk="0">
                  <a:moveTo>
                    <a:pt x="150" y="1388"/>
                  </a:moveTo>
                  <a:cubicBezTo>
                    <a:pt x="234" y="1338"/>
                    <a:pt x="217" y="1354"/>
                    <a:pt x="267" y="1237"/>
                  </a:cubicBezTo>
                  <a:cubicBezTo>
                    <a:pt x="401" y="870"/>
                    <a:pt x="785" y="168"/>
                    <a:pt x="685" y="1"/>
                  </a:cubicBezTo>
                  <a:cubicBezTo>
                    <a:pt x="568" y="18"/>
                    <a:pt x="618" y="1"/>
                    <a:pt x="551" y="118"/>
                  </a:cubicBezTo>
                  <a:cubicBezTo>
                    <a:pt x="418" y="369"/>
                    <a:pt x="0" y="1154"/>
                    <a:pt x="150" y="13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530;p21">
              <a:extLst>
                <a:ext uri="{FF2B5EF4-FFF2-40B4-BE49-F238E27FC236}">
                  <a16:creationId xmlns:a16="http://schemas.microsoft.com/office/drawing/2014/main" id="{13CFDEC2-25BA-4BDE-B7E1-63158D2287EB}"/>
                </a:ext>
              </a:extLst>
            </p:cNvPr>
            <p:cNvSpPr/>
            <p:nvPr/>
          </p:nvSpPr>
          <p:spPr>
            <a:xfrm>
              <a:off x="5146920" y="2235406"/>
              <a:ext cx="35919" cy="51870"/>
            </a:xfrm>
            <a:custGeom>
              <a:avLst/>
              <a:gdLst/>
              <a:ahLst/>
              <a:cxnLst/>
              <a:rect l="l" t="t" r="r" b="b"/>
              <a:pathLst>
                <a:path w="903" h="1304" extrusionOk="0">
                  <a:moveTo>
                    <a:pt x="101" y="1303"/>
                  </a:moveTo>
                  <a:cubicBezTo>
                    <a:pt x="251" y="1253"/>
                    <a:pt x="301" y="1003"/>
                    <a:pt x="519" y="685"/>
                  </a:cubicBezTo>
                  <a:cubicBezTo>
                    <a:pt x="602" y="568"/>
                    <a:pt x="903" y="184"/>
                    <a:pt x="903" y="34"/>
                  </a:cubicBezTo>
                  <a:cubicBezTo>
                    <a:pt x="786" y="0"/>
                    <a:pt x="669" y="151"/>
                    <a:pt x="602" y="234"/>
                  </a:cubicBezTo>
                  <a:cubicBezTo>
                    <a:pt x="535" y="334"/>
                    <a:pt x="452" y="435"/>
                    <a:pt x="385" y="552"/>
                  </a:cubicBezTo>
                  <a:cubicBezTo>
                    <a:pt x="268" y="719"/>
                    <a:pt x="1" y="1086"/>
                    <a:pt x="101" y="13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531;p21">
              <a:extLst>
                <a:ext uri="{FF2B5EF4-FFF2-40B4-BE49-F238E27FC236}">
                  <a16:creationId xmlns:a16="http://schemas.microsoft.com/office/drawing/2014/main" id="{933D258C-9AA3-473F-951A-C35E87705E6A}"/>
                </a:ext>
              </a:extLst>
            </p:cNvPr>
            <p:cNvSpPr/>
            <p:nvPr/>
          </p:nvSpPr>
          <p:spPr>
            <a:xfrm>
              <a:off x="4603238" y="3670986"/>
              <a:ext cx="29952" cy="52546"/>
            </a:xfrm>
            <a:custGeom>
              <a:avLst/>
              <a:gdLst/>
              <a:ahLst/>
              <a:cxnLst/>
              <a:rect l="l" t="t" r="r" b="b"/>
              <a:pathLst>
                <a:path w="753" h="1321" extrusionOk="0">
                  <a:moveTo>
                    <a:pt x="135" y="1321"/>
                  </a:moveTo>
                  <a:cubicBezTo>
                    <a:pt x="252" y="1304"/>
                    <a:pt x="352" y="953"/>
                    <a:pt x="469" y="702"/>
                  </a:cubicBezTo>
                  <a:cubicBezTo>
                    <a:pt x="569" y="519"/>
                    <a:pt x="753" y="218"/>
                    <a:pt x="736" y="1"/>
                  </a:cubicBezTo>
                  <a:cubicBezTo>
                    <a:pt x="602" y="1"/>
                    <a:pt x="552" y="134"/>
                    <a:pt x="485" y="268"/>
                  </a:cubicBezTo>
                  <a:cubicBezTo>
                    <a:pt x="352" y="485"/>
                    <a:pt x="1" y="1120"/>
                    <a:pt x="135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532;p21">
              <a:extLst>
                <a:ext uri="{FF2B5EF4-FFF2-40B4-BE49-F238E27FC236}">
                  <a16:creationId xmlns:a16="http://schemas.microsoft.com/office/drawing/2014/main" id="{C4DF0AAD-D082-4505-8DC9-6929FF323EDD}"/>
                </a:ext>
              </a:extLst>
            </p:cNvPr>
            <p:cNvSpPr/>
            <p:nvPr/>
          </p:nvSpPr>
          <p:spPr>
            <a:xfrm>
              <a:off x="4600613" y="3198426"/>
              <a:ext cx="39221" cy="50557"/>
            </a:xfrm>
            <a:custGeom>
              <a:avLst/>
              <a:gdLst/>
              <a:ahLst/>
              <a:cxnLst/>
              <a:rect l="l" t="t" r="r" b="b"/>
              <a:pathLst>
                <a:path w="986" h="1271" extrusionOk="0">
                  <a:moveTo>
                    <a:pt x="117" y="1237"/>
                  </a:moveTo>
                  <a:cubicBezTo>
                    <a:pt x="267" y="1221"/>
                    <a:pt x="150" y="1271"/>
                    <a:pt x="368" y="970"/>
                  </a:cubicBezTo>
                  <a:cubicBezTo>
                    <a:pt x="435" y="870"/>
                    <a:pt x="485" y="786"/>
                    <a:pt x="568" y="669"/>
                  </a:cubicBezTo>
                  <a:cubicBezTo>
                    <a:pt x="635" y="569"/>
                    <a:pt x="986" y="135"/>
                    <a:pt x="852" y="68"/>
                  </a:cubicBezTo>
                  <a:cubicBezTo>
                    <a:pt x="735" y="1"/>
                    <a:pt x="518" y="385"/>
                    <a:pt x="401" y="569"/>
                  </a:cubicBezTo>
                  <a:cubicBezTo>
                    <a:pt x="318" y="686"/>
                    <a:pt x="0" y="1087"/>
                    <a:pt x="117" y="12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533;p21">
              <a:extLst>
                <a:ext uri="{FF2B5EF4-FFF2-40B4-BE49-F238E27FC236}">
                  <a16:creationId xmlns:a16="http://schemas.microsoft.com/office/drawing/2014/main" id="{F56FC867-2EB1-45FF-B480-71F61A0DE1DC}"/>
                </a:ext>
              </a:extLst>
            </p:cNvPr>
            <p:cNvSpPr/>
            <p:nvPr/>
          </p:nvSpPr>
          <p:spPr>
            <a:xfrm>
              <a:off x="4914976" y="3900305"/>
              <a:ext cx="9984" cy="61178"/>
            </a:xfrm>
            <a:custGeom>
              <a:avLst/>
              <a:gdLst/>
              <a:ahLst/>
              <a:cxnLst/>
              <a:rect l="l" t="t" r="r" b="b"/>
              <a:pathLst>
                <a:path w="251" h="1538" extrusionOk="0">
                  <a:moveTo>
                    <a:pt x="184" y="1521"/>
                  </a:moveTo>
                  <a:cubicBezTo>
                    <a:pt x="234" y="1487"/>
                    <a:pt x="217" y="1537"/>
                    <a:pt x="234" y="1437"/>
                  </a:cubicBezTo>
                  <a:cubicBezTo>
                    <a:pt x="251" y="1404"/>
                    <a:pt x="251" y="1370"/>
                    <a:pt x="251" y="1320"/>
                  </a:cubicBezTo>
                  <a:lnTo>
                    <a:pt x="251" y="201"/>
                  </a:lnTo>
                  <a:cubicBezTo>
                    <a:pt x="234" y="0"/>
                    <a:pt x="184" y="17"/>
                    <a:pt x="134" y="0"/>
                  </a:cubicBezTo>
                  <a:cubicBezTo>
                    <a:pt x="67" y="217"/>
                    <a:pt x="0" y="1387"/>
                    <a:pt x="184" y="15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534;p21">
              <a:extLst>
                <a:ext uri="{FF2B5EF4-FFF2-40B4-BE49-F238E27FC236}">
                  <a16:creationId xmlns:a16="http://schemas.microsoft.com/office/drawing/2014/main" id="{452A61AB-CBC0-47EF-AF0F-85DF1878F125}"/>
                </a:ext>
              </a:extLst>
            </p:cNvPr>
            <p:cNvSpPr/>
            <p:nvPr/>
          </p:nvSpPr>
          <p:spPr>
            <a:xfrm>
              <a:off x="4886376" y="3779341"/>
              <a:ext cx="11337" cy="55848"/>
            </a:xfrm>
            <a:custGeom>
              <a:avLst/>
              <a:gdLst/>
              <a:ahLst/>
              <a:cxnLst/>
              <a:rect l="l" t="t" r="r" b="b"/>
              <a:pathLst>
                <a:path w="285" h="1404" extrusionOk="0">
                  <a:moveTo>
                    <a:pt x="118" y="0"/>
                  </a:moveTo>
                  <a:cubicBezTo>
                    <a:pt x="51" y="67"/>
                    <a:pt x="68" y="17"/>
                    <a:pt x="51" y="150"/>
                  </a:cubicBezTo>
                  <a:cubicBezTo>
                    <a:pt x="34" y="401"/>
                    <a:pt x="1" y="1370"/>
                    <a:pt x="201" y="1404"/>
                  </a:cubicBezTo>
                  <a:cubicBezTo>
                    <a:pt x="285" y="1270"/>
                    <a:pt x="235" y="635"/>
                    <a:pt x="235" y="468"/>
                  </a:cubicBezTo>
                  <a:cubicBezTo>
                    <a:pt x="235" y="167"/>
                    <a:pt x="251" y="50"/>
                    <a:pt x="1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535;p21">
              <a:extLst>
                <a:ext uri="{FF2B5EF4-FFF2-40B4-BE49-F238E27FC236}">
                  <a16:creationId xmlns:a16="http://schemas.microsoft.com/office/drawing/2014/main" id="{4351DCF9-C3BC-4A64-84D3-676D0593F764}"/>
                </a:ext>
              </a:extLst>
            </p:cNvPr>
            <p:cNvSpPr/>
            <p:nvPr/>
          </p:nvSpPr>
          <p:spPr>
            <a:xfrm>
              <a:off x="4359321" y="3685624"/>
              <a:ext cx="35959" cy="48529"/>
            </a:xfrm>
            <a:custGeom>
              <a:avLst/>
              <a:gdLst/>
              <a:ahLst/>
              <a:cxnLst/>
              <a:rect l="l" t="t" r="r" b="b"/>
              <a:pathLst>
                <a:path w="904" h="1220" extrusionOk="0">
                  <a:moveTo>
                    <a:pt x="101" y="1220"/>
                  </a:moveTo>
                  <a:cubicBezTo>
                    <a:pt x="235" y="1203"/>
                    <a:pt x="235" y="1070"/>
                    <a:pt x="318" y="919"/>
                  </a:cubicBezTo>
                  <a:cubicBezTo>
                    <a:pt x="402" y="802"/>
                    <a:pt x="452" y="719"/>
                    <a:pt x="519" y="618"/>
                  </a:cubicBezTo>
                  <a:cubicBezTo>
                    <a:pt x="619" y="485"/>
                    <a:pt x="903" y="151"/>
                    <a:pt x="903" y="17"/>
                  </a:cubicBezTo>
                  <a:cubicBezTo>
                    <a:pt x="736" y="0"/>
                    <a:pt x="669" y="117"/>
                    <a:pt x="586" y="217"/>
                  </a:cubicBezTo>
                  <a:cubicBezTo>
                    <a:pt x="419" y="451"/>
                    <a:pt x="1" y="886"/>
                    <a:pt x="101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536;p21">
              <a:extLst>
                <a:ext uri="{FF2B5EF4-FFF2-40B4-BE49-F238E27FC236}">
                  <a16:creationId xmlns:a16="http://schemas.microsoft.com/office/drawing/2014/main" id="{9E714485-326E-4298-80ED-7AD8B4C813B6}"/>
                </a:ext>
              </a:extLst>
            </p:cNvPr>
            <p:cNvSpPr/>
            <p:nvPr/>
          </p:nvSpPr>
          <p:spPr>
            <a:xfrm>
              <a:off x="4883711" y="3427069"/>
              <a:ext cx="46579" cy="35919"/>
            </a:xfrm>
            <a:custGeom>
              <a:avLst/>
              <a:gdLst/>
              <a:ahLst/>
              <a:cxnLst/>
              <a:rect l="l" t="t" r="r" b="b"/>
              <a:pathLst>
                <a:path w="1171" h="903" extrusionOk="0">
                  <a:moveTo>
                    <a:pt x="18" y="903"/>
                  </a:moveTo>
                  <a:cubicBezTo>
                    <a:pt x="135" y="903"/>
                    <a:pt x="1137" y="268"/>
                    <a:pt x="1171" y="1"/>
                  </a:cubicBezTo>
                  <a:cubicBezTo>
                    <a:pt x="987" y="1"/>
                    <a:pt x="653" y="285"/>
                    <a:pt x="502" y="385"/>
                  </a:cubicBezTo>
                  <a:cubicBezTo>
                    <a:pt x="385" y="468"/>
                    <a:pt x="318" y="535"/>
                    <a:pt x="218" y="602"/>
                  </a:cubicBezTo>
                  <a:cubicBezTo>
                    <a:pt x="151" y="652"/>
                    <a:pt x="168" y="652"/>
                    <a:pt x="85" y="719"/>
                  </a:cubicBezTo>
                  <a:cubicBezTo>
                    <a:pt x="18" y="819"/>
                    <a:pt x="1" y="769"/>
                    <a:pt x="18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537;p21">
              <a:extLst>
                <a:ext uri="{FF2B5EF4-FFF2-40B4-BE49-F238E27FC236}">
                  <a16:creationId xmlns:a16="http://schemas.microsoft.com/office/drawing/2014/main" id="{701595D5-BE6C-4437-9194-A61018451426}"/>
                </a:ext>
              </a:extLst>
            </p:cNvPr>
            <p:cNvSpPr/>
            <p:nvPr/>
          </p:nvSpPr>
          <p:spPr>
            <a:xfrm>
              <a:off x="4653756" y="3489560"/>
              <a:ext cx="40613" cy="43238"/>
            </a:xfrm>
            <a:custGeom>
              <a:avLst/>
              <a:gdLst/>
              <a:ahLst/>
              <a:cxnLst/>
              <a:rect l="l" t="t" r="r" b="b"/>
              <a:pathLst>
                <a:path w="1021" h="1087" extrusionOk="0">
                  <a:moveTo>
                    <a:pt x="34" y="1053"/>
                  </a:moveTo>
                  <a:cubicBezTo>
                    <a:pt x="185" y="1086"/>
                    <a:pt x="318" y="819"/>
                    <a:pt x="552" y="585"/>
                  </a:cubicBezTo>
                  <a:cubicBezTo>
                    <a:pt x="803" y="334"/>
                    <a:pt x="1020" y="201"/>
                    <a:pt x="1003" y="0"/>
                  </a:cubicBezTo>
                  <a:cubicBezTo>
                    <a:pt x="820" y="0"/>
                    <a:pt x="519" y="334"/>
                    <a:pt x="419" y="451"/>
                  </a:cubicBezTo>
                  <a:cubicBezTo>
                    <a:pt x="335" y="552"/>
                    <a:pt x="1" y="869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538;p21">
              <a:extLst>
                <a:ext uri="{FF2B5EF4-FFF2-40B4-BE49-F238E27FC236}">
                  <a16:creationId xmlns:a16="http://schemas.microsoft.com/office/drawing/2014/main" id="{B724A79F-1BF9-4B29-8FA5-2479C4848A05}"/>
                </a:ext>
              </a:extLst>
            </p:cNvPr>
            <p:cNvSpPr/>
            <p:nvPr/>
          </p:nvSpPr>
          <p:spPr>
            <a:xfrm>
              <a:off x="4528138" y="3576594"/>
              <a:ext cx="36595" cy="47892"/>
            </a:xfrm>
            <a:custGeom>
              <a:avLst/>
              <a:gdLst/>
              <a:ahLst/>
              <a:cxnLst/>
              <a:rect l="l" t="t" r="r" b="b"/>
              <a:pathLst>
                <a:path w="920" h="1204" extrusionOk="0">
                  <a:moveTo>
                    <a:pt x="1" y="1204"/>
                  </a:moveTo>
                  <a:cubicBezTo>
                    <a:pt x="185" y="1204"/>
                    <a:pt x="352" y="920"/>
                    <a:pt x="502" y="703"/>
                  </a:cubicBezTo>
                  <a:cubicBezTo>
                    <a:pt x="552" y="636"/>
                    <a:pt x="920" y="185"/>
                    <a:pt x="836" y="101"/>
                  </a:cubicBezTo>
                  <a:cubicBezTo>
                    <a:pt x="736" y="1"/>
                    <a:pt x="636" y="218"/>
                    <a:pt x="569" y="285"/>
                  </a:cubicBezTo>
                  <a:cubicBezTo>
                    <a:pt x="419" y="469"/>
                    <a:pt x="1" y="987"/>
                    <a:pt x="1" y="12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539;p21">
              <a:extLst>
                <a:ext uri="{FF2B5EF4-FFF2-40B4-BE49-F238E27FC236}">
                  <a16:creationId xmlns:a16="http://schemas.microsoft.com/office/drawing/2014/main" id="{C9245605-C605-4B66-8375-E48C0534A7D2}"/>
                </a:ext>
              </a:extLst>
            </p:cNvPr>
            <p:cNvSpPr/>
            <p:nvPr/>
          </p:nvSpPr>
          <p:spPr>
            <a:xfrm>
              <a:off x="4526825" y="3429734"/>
              <a:ext cx="39897" cy="47216"/>
            </a:xfrm>
            <a:custGeom>
              <a:avLst/>
              <a:gdLst/>
              <a:ahLst/>
              <a:cxnLst/>
              <a:rect l="l" t="t" r="r" b="b"/>
              <a:pathLst>
                <a:path w="1003" h="1187" extrusionOk="0">
                  <a:moveTo>
                    <a:pt x="786" y="67"/>
                  </a:moveTo>
                  <a:cubicBezTo>
                    <a:pt x="619" y="184"/>
                    <a:pt x="268" y="652"/>
                    <a:pt x="134" y="853"/>
                  </a:cubicBezTo>
                  <a:cubicBezTo>
                    <a:pt x="67" y="936"/>
                    <a:pt x="0" y="1187"/>
                    <a:pt x="184" y="1103"/>
                  </a:cubicBezTo>
                  <a:cubicBezTo>
                    <a:pt x="234" y="1086"/>
                    <a:pt x="535" y="635"/>
                    <a:pt x="602" y="552"/>
                  </a:cubicBezTo>
                  <a:cubicBezTo>
                    <a:pt x="652" y="502"/>
                    <a:pt x="1003" y="117"/>
                    <a:pt x="853" y="67"/>
                  </a:cubicBezTo>
                  <a:cubicBezTo>
                    <a:pt x="752" y="0"/>
                    <a:pt x="819" y="51"/>
                    <a:pt x="786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540;p21">
              <a:extLst>
                <a:ext uri="{FF2B5EF4-FFF2-40B4-BE49-F238E27FC236}">
                  <a16:creationId xmlns:a16="http://schemas.microsoft.com/office/drawing/2014/main" id="{547C1253-C32C-492D-AA49-2B36400C0658}"/>
                </a:ext>
              </a:extLst>
            </p:cNvPr>
            <p:cNvSpPr/>
            <p:nvPr/>
          </p:nvSpPr>
          <p:spPr>
            <a:xfrm>
              <a:off x="4681004" y="3657700"/>
              <a:ext cx="30629" cy="51194"/>
            </a:xfrm>
            <a:custGeom>
              <a:avLst/>
              <a:gdLst/>
              <a:ahLst/>
              <a:cxnLst/>
              <a:rect l="l" t="t" r="r" b="b"/>
              <a:pathLst>
                <a:path w="770" h="1287" extrusionOk="0">
                  <a:moveTo>
                    <a:pt x="84" y="1287"/>
                  </a:moveTo>
                  <a:cubicBezTo>
                    <a:pt x="218" y="1237"/>
                    <a:pt x="769" y="134"/>
                    <a:pt x="652" y="0"/>
                  </a:cubicBezTo>
                  <a:cubicBezTo>
                    <a:pt x="452" y="17"/>
                    <a:pt x="1" y="1103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541;p21">
              <a:extLst>
                <a:ext uri="{FF2B5EF4-FFF2-40B4-BE49-F238E27FC236}">
                  <a16:creationId xmlns:a16="http://schemas.microsoft.com/office/drawing/2014/main" id="{7E207074-063D-4E67-B53F-5320CA107921}"/>
                </a:ext>
              </a:extLst>
            </p:cNvPr>
            <p:cNvSpPr/>
            <p:nvPr/>
          </p:nvSpPr>
          <p:spPr>
            <a:xfrm>
              <a:off x="4392575" y="3680970"/>
              <a:ext cx="33254" cy="47892"/>
            </a:xfrm>
            <a:custGeom>
              <a:avLst/>
              <a:gdLst/>
              <a:ahLst/>
              <a:cxnLst/>
              <a:rect l="l" t="t" r="r" b="b"/>
              <a:pathLst>
                <a:path w="836" h="1204" extrusionOk="0">
                  <a:moveTo>
                    <a:pt x="84" y="1203"/>
                  </a:moveTo>
                  <a:cubicBezTo>
                    <a:pt x="201" y="1187"/>
                    <a:pt x="234" y="1053"/>
                    <a:pt x="301" y="953"/>
                  </a:cubicBezTo>
                  <a:cubicBezTo>
                    <a:pt x="451" y="669"/>
                    <a:pt x="836" y="184"/>
                    <a:pt x="836" y="0"/>
                  </a:cubicBezTo>
                  <a:cubicBezTo>
                    <a:pt x="585" y="0"/>
                    <a:pt x="0" y="919"/>
                    <a:pt x="84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542;p21">
              <a:extLst>
                <a:ext uri="{FF2B5EF4-FFF2-40B4-BE49-F238E27FC236}">
                  <a16:creationId xmlns:a16="http://schemas.microsoft.com/office/drawing/2014/main" id="{9007E1E7-1E04-46B1-B123-05FCD1B9363F}"/>
                </a:ext>
              </a:extLst>
            </p:cNvPr>
            <p:cNvSpPr/>
            <p:nvPr/>
          </p:nvSpPr>
          <p:spPr>
            <a:xfrm>
              <a:off x="4695642" y="3658377"/>
              <a:ext cx="27964" cy="47216"/>
            </a:xfrm>
            <a:custGeom>
              <a:avLst/>
              <a:gdLst/>
              <a:ahLst/>
              <a:cxnLst/>
              <a:rect l="l" t="t" r="r" b="b"/>
              <a:pathLst>
                <a:path w="703" h="1187" extrusionOk="0">
                  <a:moveTo>
                    <a:pt x="652" y="0"/>
                  </a:moveTo>
                  <a:cubicBezTo>
                    <a:pt x="485" y="0"/>
                    <a:pt x="518" y="67"/>
                    <a:pt x="435" y="217"/>
                  </a:cubicBezTo>
                  <a:cubicBezTo>
                    <a:pt x="351" y="401"/>
                    <a:pt x="0" y="1069"/>
                    <a:pt x="218" y="1136"/>
                  </a:cubicBezTo>
                  <a:cubicBezTo>
                    <a:pt x="452" y="1186"/>
                    <a:pt x="418" y="735"/>
                    <a:pt x="418" y="735"/>
                  </a:cubicBezTo>
                  <a:cubicBezTo>
                    <a:pt x="435" y="652"/>
                    <a:pt x="702" y="184"/>
                    <a:pt x="652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543;p21">
              <a:extLst>
                <a:ext uri="{FF2B5EF4-FFF2-40B4-BE49-F238E27FC236}">
                  <a16:creationId xmlns:a16="http://schemas.microsoft.com/office/drawing/2014/main" id="{949789D8-9741-4772-9986-6B03DDB5C5DE}"/>
                </a:ext>
              </a:extLst>
            </p:cNvPr>
            <p:cNvSpPr/>
            <p:nvPr/>
          </p:nvSpPr>
          <p:spPr>
            <a:xfrm>
              <a:off x="4879057" y="3380529"/>
              <a:ext cx="55887" cy="24662"/>
            </a:xfrm>
            <a:custGeom>
              <a:avLst/>
              <a:gdLst/>
              <a:ahLst/>
              <a:cxnLst/>
              <a:rect l="l" t="t" r="r" b="b"/>
              <a:pathLst>
                <a:path w="1405" h="620" extrusionOk="0">
                  <a:moveTo>
                    <a:pt x="1" y="552"/>
                  </a:moveTo>
                  <a:cubicBezTo>
                    <a:pt x="168" y="619"/>
                    <a:pt x="536" y="452"/>
                    <a:pt x="703" y="385"/>
                  </a:cubicBezTo>
                  <a:cubicBezTo>
                    <a:pt x="820" y="352"/>
                    <a:pt x="937" y="302"/>
                    <a:pt x="1070" y="285"/>
                  </a:cubicBezTo>
                  <a:cubicBezTo>
                    <a:pt x="1221" y="252"/>
                    <a:pt x="1354" y="268"/>
                    <a:pt x="1405" y="135"/>
                  </a:cubicBezTo>
                  <a:cubicBezTo>
                    <a:pt x="1037" y="1"/>
                    <a:pt x="68" y="369"/>
                    <a:pt x="1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544;p21">
              <a:extLst>
                <a:ext uri="{FF2B5EF4-FFF2-40B4-BE49-F238E27FC236}">
                  <a16:creationId xmlns:a16="http://schemas.microsoft.com/office/drawing/2014/main" id="{0EE5A6AD-F1EA-4AF8-A33E-58FCB55C9C82}"/>
                </a:ext>
              </a:extLst>
            </p:cNvPr>
            <p:cNvSpPr/>
            <p:nvPr/>
          </p:nvSpPr>
          <p:spPr>
            <a:xfrm>
              <a:off x="4609921" y="2929926"/>
              <a:ext cx="33254" cy="46579"/>
            </a:xfrm>
            <a:custGeom>
              <a:avLst/>
              <a:gdLst/>
              <a:ahLst/>
              <a:cxnLst/>
              <a:rect l="l" t="t" r="r" b="b"/>
              <a:pathLst>
                <a:path w="836" h="1171" extrusionOk="0">
                  <a:moveTo>
                    <a:pt x="50" y="1170"/>
                  </a:moveTo>
                  <a:cubicBezTo>
                    <a:pt x="284" y="1137"/>
                    <a:pt x="819" y="201"/>
                    <a:pt x="835" y="1"/>
                  </a:cubicBezTo>
                  <a:cubicBezTo>
                    <a:pt x="652" y="17"/>
                    <a:pt x="668" y="84"/>
                    <a:pt x="568" y="218"/>
                  </a:cubicBezTo>
                  <a:cubicBezTo>
                    <a:pt x="434" y="418"/>
                    <a:pt x="0" y="986"/>
                    <a:pt x="50" y="11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545;p21">
              <a:extLst>
                <a:ext uri="{FF2B5EF4-FFF2-40B4-BE49-F238E27FC236}">
                  <a16:creationId xmlns:a16="http://schemas.microsoft.com/office/drawing/2014/main" id="{CABE6790-F63A-4DD2-A786-30A282F41419}"/>
                </a:ext>
              </a:extLst>
            </p:cNvPr>
            <p:cNvSpPr/>
            <p:nvPr/>
          </p:nvSpPr>
          <p:spPr>
            <a:xfrm>
              <a:off x="4312821" y="3878348"/>
              <a:ext cx="43238" cy="42562"/>
            </a:xfrm>
            <a:custGeom>
              <a:avLst/>
              <a:gdLst/>
              <a:ahLst/>
              <a:cxnLst/>
              <a:rect l="l" t="t" r="r" b="b"/>
              <a:pathLst>
                <a:path w="1087" h="1070" extrusionOk="0">
                  <a:moveTo>
                    <a:pt x="0" y="1070"/>
                  </a:moveTo>
                  <a:cubicBezTo>
                    <a:pt x="151" y="1037"/>
                    <a:pt x="201" y="936"/>
                    <a:pt x="301" y="836"/>
                  </a:cubicBezTo>
                  <a:cubicBezTo>
                    <a:pt x="385" y="753"/>
                    <a:pt x="1086" y="218"/>
                    <a:pt x="969" y="118"/>
                  </a:cubicBezTo>
                  <a:cubicBezTo>
                    <a:pt x="852" y="1"/>
                    <a:pt x="17" y="7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546;p21">
              <a:extLst>
                <a:ext uri="{FF2B5EF4-FFF2-40B4-BE49-F238E27FC236}">
                  <a16:creationId xmlns:a16="http://schemas.microsoft.com/office/drawing/2014/main" id="{0BA85716-BACB-496E-8E63-903A499AF899}"/>
                </a:ext>
              </a:extLst>
            </p:cNvPr>
            <p:cNvSpPr/>
            <p:nvPr/>
          </p:nvSpPr>
          <p:spPr>
            <a:xfrm>
              <a:off x="4524160" y="3451015"/>
              <a:ext cx="37948" cy="43238"/>
            </a:xfrm>
            <a:custGeom>
              <a:avLst/>
              <a:gdLst/>
              <a:ahLst/>
              <a:cxnLst/>
              <a:rect l="l" t="t" r="r" b="b"/>
              <a:pathLst>
                <a:path w="954" h="1087" extrusionOk="0">
                  <a:moveTo>
                    <a:pt x="34" y="1086"/>
                  </a:moveTo>
                  <a:cubicBezTo>
                    <a:pt x="184" y="1069"/>
                    <a:pt x="652" y="485"/>
                    <a:pt x="786" y="334"/>
                  </a:cubicBezTo>
                  <a:cubicBezTo>
                    <a:pt x="853" y="251"/>
                    <a:pt x="936" y="167"/>
                    <a:pt x="953" y="0"/>
                  </a:cubicBezTo>
                  <a:cubicBezTo>
                    <a:pt x="786" y="17"/>
                    <a:pt x="1" y="819"/>
                    <a:pt x="3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547;p21">
              <a:extLst>
                <a:ext uri="{FF2B5EF4-FFF2-40B4-BE49-F238E27FC236}">
                  <a16:creationId xmlns:a16="http://schemas.microsoft.com/office/drawing/2014/main" id="{06D9C4B0-D452-4C29-A8E6-E4A2DC1B8A2F}"/>
                </a:ext>
              </a:extLst>
            </p:cNvPr>
            <p:cNvSpPr/>
            <p:nvPr/>
          </p:nvSpPr>
          <p:spPr>
            <a:xfrm>
              <a:off x="4346035" y="3885667"/>
              <a:ext cx="44591" cy="43238"/>
            </a:xfrm>
            <a:custGeom>
              <a:avLst/>
              <a:gdLst/>
              <a:ahLst/>
              <a:cxnLst/>
              <a:rect l="l" t="t" r="r" b="b"/>
              <a:pathLst>
                <a:path w="1121" h="1087" extrusionOk="0">
                  <a:moveTo>
                    <a:pt x="151" y="1087"/>
                  </a:moveTo>
                  <a:cubicBezTo>
                    <a:pt x="301" y="1036"/>
                    <a:pt x="502" y="619"/>
                    <a:pt x="853" y="335"/>
                  </a:cubicBezTo>
                  <a:cubicBezTo>
                    <a:pt x="886" y="301"/>
                    <a:pt x="1120" y="168"/>
                    <a:pt x="1003" y="101"/>
                  </a:cubicBezTo>
                  <a:cubicBezTo>
                    <a:pt x="786" y="0"/>
                    <a:pt x="1" y="853"/>
                    <a:pt x="151" y="10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548;p21">
              <a:extLst>
                <a:ext uri="{FF2B5EF4-FFF2-40B4-BE49-F238E27FC236}">
                  <a16:creationId xmlns:a16="http://schemas.microsoft.com/office/drawing/2014/main" id="{B1E3B296-6B07-4D0C-9E02-7FD48DAD8806}"/>
                </a:ext>
              </a:extLst>
            </p:cNvPr>
            <p:cNvSpPr/>
            <p:nvPr/>
          </p:nvSpPr>
          <p:spPr>
            <a:xfrm>
              <a:off x="4435098" y="3690915"/>
              <a:ext cx="45227" cy="60541"/>
            </a:xfrm>
            <a:custGeom>
              <a:avLst/>
              <a:gdLst/>
              <a:ahLst/>
              <a:cxnLst/>
              <a:rect l="l" t="t" r="r" b="b"/>
              <a:pathLst>
                <a:path w="1137" h="1522" extrusionOk="0">
                  <a:moveTo>
                    <a:pt x="569" y="1104"/>
                  </a:moveTo>
                  <a:cubicBezTo>
                    <a:pt x="552" y="870"/>
                    <a:pt x="519" y="1120"/>
                    <a:pt x="535" y="937"/>
                  </a:cubicBezTo>
                  <a:cubicBezTo>
                    <a:pt x="535" y="803"/>
                    <a:pt x="1137" y="1"/>
                    <a:pt x="836" y="51"/>
                  </a:cubicBezTo>
                  <a:cubicBezTo>
                    <a:pt x="652" y="84"/>
                    <a:pt x="1" y="1521"/>
                    <a:pt x="569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549;p21">
              <a:extLst>
                <a:ext uri="{FF2B5EF4-FFF2-40B4-BE49-F238E27FC236}">
                  <a16:creationId xmlns:a16="http://schemas.microsoft.com/office/drawing/2014/main" id="{80392627-F85E-43A3-A279-BB3A58B3D39A}"/>
                </a:ext>
              </a:extLst>
            </p:cNvPr>
            <p:cNvSpPr/>
            <p:nvPr/>
          </p:nvSpPr>
          <p:spPr>
            <a:xfrm>
              <a:off x="4532792" y="3595886"/>
              <a:ext cx="33930" cy="44551"/>
            </a:xfrm>
            <a:custGeom>
              <a:avLst/>
              <a:gdLst/>
              <a:ahLst/>
              <a:cxnLst/>
              <a:rect l="l" t="t" r="r" b="b"/>
              <a:pathLst>
                <a:path w="853" h="1120" extrusionOk="0">
                  <a:moveTo>
                    <a:pt x="1" y="1103"/>
                  </a:moveTo>
                  <a:cubicBezTo>
                    <a:pt x="335" y="1120"/>
                    <a:pt x="853" y="268"/>
                    <a:pt x="820" y="1"/>
                  </a:cubicBezTo>
                  <a:cubicBezTo>
                    <a:pt x="686" y="34"/>
                    <a:pt x="652" y="134"/>
                    <a:pt x="569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550;p21">
              <a:extLst>
                <a:ext uri="{FF2B5EF4-FFF2-40B4-BE49-F238E27FC236}">
                  <a16:creationId xmlns:a16="http://schemas.microsoft.com/office/drawing/2014/main" id="{2395062D-DB07-42CC-9EB7-CBA61D795914}"/>
                </a:ext>
              </a:extLst>
            </p:cNvPr>
            <p:cNvSpPr/>
            <p:nvPr/>
          </p:nvSpPr>
          <p:spPr>
            <a:xfrm>
              <a:off x="4535457" y="4121589"/>
              <a:ext cx="38584" cy="39260"/>
            </a:xfrm>
            <a:custGeom>
              <a:avLst/>
              <a:gdLst/>
              <a:ahLst/>
              <a:cxnLst/>
              <a:rect l="l" t="t" r="r" b="b"/>
              <a:pathLst>
                <a:path w="970" h="987" extrusionOk="0">
                  <a:moveTo>
                    <a:pt x="1" y="987"/>
                  </a:moveTo>
                  <a:cubicBezTo>
                    <a:pt x="168" y="987"/>
                    <a:pt x="235" y="870"/>
                    <a:pt x="318" y="786"/>
                  </a:cubicBezTo>
                  <a:cubicBezTo>
                    <a:pt x="385" y="703"/>
                    <a:pt x="469" y="619"/>
                    <a:pt x="535" y="536"/>
                  </a:cubicBezTo>
                  <a:cubicBezTo>
                    <a:pt x="769" y="268"/>
                    <a:pt x="953" y="168"/>
                    <a:pt x="970" y="1"/>
                  </a:cubicBezTo>
                  <a:cubicBezTo>
                    <a:pt x="619" y="34"/>
                    <a:pt x="34" y="770"/>
                    <a:pt x="1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551;p21">
              <a:extLst>
                <a:ext uri="{FF2B5EF4-FFF2-40B4-BE49-F238E27FC236}">
                  <a16:creationId xmlns:a16="http://schemas.microsoft.com/office/drawing/2014/main" id="{40DD8E6B-57F4-4469-9BC7-14EC1B34C62B}"/>
                </a:ext>
              </a:extLst>
            </p:cNvPr>
            <p:cNvSpPr/>
            <p:nvPr/>
          </p:nvSpPr>
          <p:spPr>
            <a:xfrm>
              <a:off x="4569347" y="3688290"/>
              <a:ext cx="29276" cy="45863"/>
            </a:xfrm>
            <a:custGeom>
              <a:avLst/>
              <a:gdLst/>
              <a:ahLst/>
              <a:cxnLst/>
              <a:rect l="l" t="t" r="r" b="b"/>
              <a:pathLst>
                <a:path w="736" h="1153" extrusionOk="0">
                  <a:moveTo>
                    <a:pt x="101" y="1153"/>
                  </a:moveTo>
                  <a:cubicBezTo>
                    <a:pt x="235" y="1136"/>
                    <a:pt x="235" y="1053"/>
                    <a:pt x="302" y="902"/>
                  </a:cubicBezTo>
                  <a:cubicBezTo>
                    <a:pt x="419" y="668"/>
                    <a:pt x="736" y="201"/>
                    <a:pt x="703" y="17"/>
                  </a:cubicBezTo>
                  <a:cubicBezTo>
                    <a:pt x="552" y="0"/>
                    <a:pt x="552" y="84"/>
                    <a:pt x="469" y="217"/>
                  </a:cubicBezTo>
                  <a:cubicBezTo>
                    <a:pt x="335" y="401"/>
                    <a:pt x="1" y="969"/>
                    <a:pt x="101" y="11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552;p21">
              <a:extLst>
                <a:ext uri="{FF2B5EF4-FFF2-40B4-BE49-F238E27FC236}">
                  <a16:creationId xmlns:a16="http://schemas.microsoft.com/office/drawing/2014/main" id="{1B6E8381-A90F-4EEF-9760-73704D7C7F69}"/>
                </a:ext>
              </a:extLst>
            </p:cNvPr>
            <p:cNvSpPr/>
            <p:nvPr/>
          </p:nvSpPr>
          <p:spPr>
            <a:xfrm>
              <a:off x="4532155" y="3200415"/>
              <a:ext cx="35919" cy="41249"/>
            </a:xfrm>
            <a:custGeom>
              <a:avLst/>
              <a:gdLst/>
              <a:ahLst/>
              <a:cxnLst/>
              <a:rect l="l" t="t" r="r" b="b"/>
              <a:pathLst>
                <a:path w="903" h="1037" extrusionOk="0">
                  <a:moveTo>
                    <a:pt x="0" y="970"/>
                  </a:moveTo>
                  <a:cubicBezTo>
                    <a:pt x="50" y="1020"/>
                    <a:pt x="17" y="1003"/>
                    <a:pt x="84" y="1037"/>
                  </a:cubicBezTo>
                  <a:cubicBezTo>
                    <a:pt x="201" y="987"/>
                    <a:pt x="234" y="937"/>
                    <a:pt x="301" y="836"/>
                  </a:cubicBezTo>
                  <a:cubicBezTo>
                    <a:pt x="435" y="686"/>
                    <a:pt x="902" y="218"/>
                    <a:pt x="869" y="68"/>
                  </a:cubicBezTo>
                  <a:cubicBezTo>
                    <a:pt x="735" y="1"/>
                    <a:pt x="568" y="252"/>
                    <a:pt x="384" y="452"/>
                  </a:cubicBezTo>
                  <a:cubicBezTo>
                    <a:pt x="301" y="569"/>
                    <a:pt x="34" y="836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553;p21">
              <a:extLst>
                <a:ext uri="{FF2B5EF4-FFF2-40B4-BE49-F238E27FC236}">
                  <a16:creationId xmlns:a16="http://schemas.microsoft.com/office/drawing/2014/main" id="{49A0E78E-4F1D-4DBD-83D7-1B1B60027F91}"/>
                </a:ext>
              </a:extLst>
            </p:cNvPr>
            <p:cNvSpPr/>
            <p:nvPr/>
          </p:nvSpPr>
          <p:spPr>
            <a:xfrm>
              <a:off x="4533468" y="3181839"/>
              <a:ext cx="35919" cy="42562"/>
            </a:xfrm>
            <a:custGeom>
              <a:avLst/>
              <a:gdLst/>
              <a:ahLst/>
              <a:cxnLst/>
              <a:rect l="l" t="t" r="r" b="b"/>
              <a:pathLst>
                <a:path w="903" h="1070" extrusionOk="0">
                  <a:moveTo>
                    <a:pt x="34" y="1069"/>
                  </a:moveTo>
                  <a:cubicBezTo>
                    <a:pt x="218" y="1053"/>
                    <a:pt x="903" y="334"/>
                    <a:pt x="853" y="0"/>
                  </a:cubicBezTo>
                  <a:cubicBezTo>
                    <a:pt x="702" y="50"/>
                    <a:pt x="552" y="301"/>
                    <a:pt x="385" y="518"/>
                  </a:cubicBezTo>
                  <a:cubicBezTo>
                    <a:pt x="285" y="635"/>
                    <a:pt x="1" y="886"/>
                    <a:pt x="34" y="10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554;p21">
              <a:extLst>
                <a:ext uri="{FF2B5EF4-FFF2-40B4-BE49-F238E27FC236}">
                  <a16:creationId xmlns:a16="http://schemas.microsoft.com/office/drawing/2014/main" id="{1690A019-6C27-4C09-8CC7-0A1F79C757AD}"/>
                </a:ext>
              </a:extLst>
            </p:cNvPr>
            <p:cNvSpPr/>
            <p:nvPr/>
          </p:nvSpPr>
          <p:spPr>
            <a:xfrm>
              <a:off x="4605267" y="2962504"/>
              <a:ext cx="32578" cy="43238"/>
            </a:xfrm>
            <a:custGeom>
              <a:avLst/>
              <a:gdLst/>
              <a:ahLst/>
              <a:cxnLst/>
              <a:rect l="l" t="t" r="r" b="b"/>
              <a:pathLst>
                <a:path w="819" h="1087" extrusionOk="0">
                  <a:moveTo>
                    <a:pt x="84" y="1086"/>
                  </a:moveTo>
                  <a:cubicBezTo>
                    <a:pt x="217" y="1086"/>
                    <a:pt x="318" y="836"/>
                    <a:pt x="485" y="602"/>
                  </a:cubicBezTo>
                  <a:cubicBezTo>
                    <a:pt x="568" y="485"/>
                    <a:pt x="819" y="167"/>
                    <a:pt x="819" y="17"/>
                  </a:cubicBezTo>
                  <a:cubicBezTo>
                    <a:pt x="652" y="0"/>
                    <a:pt x="451" y="301"/>
                    <a:pt x="351" y="451"/>
                  </a:cubicBezTo>
                  <a:cubicBezTo>
                    <a:pt x="267" y="568"/>
                    <a:pt x="0" y="903"/>
                    <a:pt x="8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555;p21">
              <a:extLst>
                <a:ext uri="{FF2B5EF4-FFF2-40B4-BE49-F238E27FC236}">
                  <a16:creationId xmlns:a16="http://schemas.microsoft.com/office/drawing/2014/main" id="{5081BCD0-80F3-4C4C-A78F-9524FEE39D76}"/>
                </a:ext>
              </a:extLst>
            </p:cNvPr>
            <p:cNvSpPr/>
            <p:nvPr/>
          </p:nvSpPr>
          <p:spPr>
            <a:xfrm>
              <a:off x="4349376" y="4073736"/>
              <a:ext cx="33254" cy="43914"/>
            </a:xfrm>
            <a:custGeom>
              <a:avLst/>
              <a:gdLst/>
              <a:ahLst/>
              <a:cxnLst/>
              <a:rect l="l" t="t" r="r" b="b"/>
              <a:pathLst>
                <a:path w="836" h="1104" extrusionOk="0">
                  <a:moveTo>
                    <a:pt x="117" y="1104"/>
                  </a:moveTo>
                  <a:cubicBezTo>
                    <a:pt x="234" y="1070"/>
                    <a:pt x="301" y="820"/>
                    <a:pt x="485" y="552"/>
                  </a:cubicBezTo>
                  <a:cubicBezTo>
                    <a:pt x="568" y="435"/>
                    <a:pt x="836" y="168"/>
                    <a:pt x="836" y="18"/>
                  </a:cubicBezTo>
                  <a:cubicBezTo>
                    <a:pt x="652" y="1"/>
                    <a:pt x="418" y="318"/>
                    <a:pt x="334" y="435"/>
                  </a:cubicBezTo>
                  <a:cubicBezTo>
                    <a:pt x="251" y="552"/>
                    <a:pt x="0" y="937"/>
                    <a:pt x="117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556;p21">
              <a:extLst>
                <a:ext uri="{FF2B5EF4-FFF2-40B4-BE49-F238E27FC236}">
                  <a16:creationId xmlns:a16="http://schemas.microsoft.com/office/drawing/2014/main" id="{2948A45F-A7B2-4364-BA0D-2B1B2E4D4F04}"/>
                </a:ext>
              </a:extLst>
            </p:cNvPr>
            <p:cNvSpPr/>
            <p:nvPr/>
          </p:nvSpPr>
          <p:spPr>
            <a:xfrm>
              <a:off x="4527501" y="3395167"/>
              <a:ext cx="37232" cy="35919"/>
            </a:xfrm>
            <a:custGeom>
              <a:avLst/>
              <a:gdLst/>
              <a:ahLst/>
              <a:cxnLst/>
              <a:rect l="l" t="t" r="r" b="b"/>
              <a:pathLst>
                <a:path w="936" h="903" extrusionOk="0">
                  <a:moveTo>
                    <a:pt x="0" y="903"/>
                  </a:moveTo>
                  <a:cubicBezTo>
                    <a:pt x="201" y="903"/>
                    <a:pt x="602" y="435"/>
                    <a:pt x="735" y="285"/>
                  </a:cubicBezTo>
                  <a:cubicBezTo>
                    <a:pt x="836" y="201"/>
                    <a:pt x="936" y="151"/>
                    <a:pt x="902" y="1"/>
                  </a:cubicBezTo>
                  <a:cubicBezTo>
                    <a:pt x="769" y="1"/>
                    <a:pt x="468" y="285"/>
                    <a:pt x="384" y="368"/>
                  </a:cubicBezTo>
                  <a:cubicBezTo>
                    <a:pt x="234" y="485"/>
                    <a:pt x="0" y="669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557;p21">
              <a:extLst>
                <a:ext uri="{FF2B5EF4-FFF2-40B4-BE49-F238E27FC236}">
                  <a16:creationId xmlns:a16="http://schemas.microsoft.com/office/drawing/2014/main" id="{28D5204C-231D-44C0-B6F7-7E54E042E1DE}"/>
                </a:ext>
              </a:extLst>
            </p:cNvPr>
            <p:cNvSpPr/>
            <p:nvPr/>
          </p:nvSpPr>
          <p:spPr>
            <a:xfrm>
              <a:off x="4657773" y="3449663"/>
              <a:ext cx="34567" cy="38584"/>
            </a:xfrm>
            <a:custGeom>
              <a:avLst/>
              <a:gdLst/>
              <a:ahLst/>
              <a:cxnLst/>
              <a:rect l="l" t="t" r="r" b="b"/>
              <a:pathLst>
                <a:path w="869" h="970" extrusionOk="0">
                  <a:moveTo>
                    <a:pt x="0" y="970"/>
                  </a:moveTo>
                  <a:cubicBezTo>
                    <a:pt x="217" y="970"/>
                    <a:pt x="368" y="702"/>
                    <a:pt x="501" y="569"/>
                  </a:cubicBezTo>
                  <a:cubicBezTo>
                    <a:pt x="585" y="485"/>
                    <a:pt x="869" y="168"/>
                    <a:pt x="819" y="1"/>
                  </a:cubicBezTo>
                  <a:cubicBezTo>
                    <a:pt x="652" y="34"/>
                    <a:pt x="0" y="769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558;p21">
              <a:extLst>
                <a:ext uri="{FF2B5EF4-FFF2-40B4-BE49-F238E27FC236}">
                  <a16:creationId xmlns:a16="http://schemas.microsoft.com/office/drawing/2014/main" id="{8D1F1760-502C-43F1-B011-CAEF3962BCB2}"/>
                </a:ext>
              </a:extLst>
            </p:cNvPr>
            <p:cNvSpPr/>
            <p:nvPr/>
          </p:nvSpPr>
          <p:spPr>
            <a:xfrm>
              <a:off x="5155552" y="2806297"/>
              <a:ext cx="42602" cy="32618"/>
            </a:xfrm>
            <a:custGeom>
              <a:avLst/>
              <a:gdLst/>
              <a:ahLst/>
              <a:cxnLst/>
              <a:rect l="l" t="t" r="r" b="b"/>
              <a:pathLst>
                <a:path w="1071" h="820" extrusionOk="0">
                  <a:moveTo>
                    <a:pt x="34" y="769"/>
                  </a:moveTo>
                  <a:cubicBezTo>
                    <a:pt x="151" y="820"/>
                    <a:pt x="452" y="569"/>
                    <a:pt x="602" y="469"/>
                  </a:cubicBezTo>
                  <a:cubicBezTo>
                    <a:pt x="686" y="402"/>
                    <a:pt x="753" y="352"/>
                    <a:pt x="853" y="268"/>
                  </a:cubicBezTo>
                  <a:cubicBezTo>
                    <a:pt x="953" y="185"/>
                    <a:pt x="1070" y="151"/>
                    <a:pt x="1037" y="1"/>
                  </a:cubicBezTo>
                  <a:cubicBezTo>
                    <a:pt x="870" y="1"/>
                    <a:pt x="602" y="218"/>
                    <a:pt x="469" y="318"/>
                  </a:cubicBezTo>
                  <a:cubicBezTo>
                    <a:pt x="368" y="385"/>
                    <a:pt x="1" y="619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559;p21">
              <a:extLst>
                <a:ext uri="{FF2B5EF4-FFF2-40B4-BE49-F238E27FC236}">
                  <a16:creationId xmlns:a16="http://schemas.microsoft.com/office/drawing/2014/main" id="{25821E39-BA98-4E9E-AAF1-8854C4F686EE}"/>
                </a:ext>
              </a:extLst>
            </p:cNvPr>
            <p:cNvSpPr/>
            <p:nvPr/>
          </p:nvSpPr>
          <p:spPr>
            <a:xfrm>
              <a:off x="4523484" y="3330051"/>
              <a:ext cx="34606" cy="37908"/>
            </a:xfrm>
            <a:custGeom>
              <a:avLst/>
              <a:gdLst/>
              <a:ahLst/>
              <a:cxnLst/>
              <a:rect l="l" t="t" r="r" b="b"/>
              <a:pathLst>
                <a:path w="870" h="953" extrusionOk="0">
                  <a:moveTo>
                    <a:pt x="68" y="953"/>
                  </a:moveTo>
                  <a:cubicBezTo>
                    <a:pt x="185" y="953"/>
                    <a:pt x="252" y="752"/>
                    <a:pt x="485" y="535"/>
                  </a:cubicBezTo>
                  <a:cubicBezTo>
                    <a:pt x="619" y="401"/>
                    <a:pt x="870" y="201"/>
                    <a:pt x="870" y="17"/>
                  </a:cubicBezTo>
                  <a:cubicBezTo>
                    <a:pt x="602" y="0"/>
                    <a:pt x="1" y="685"/>
                    <a:pt x="68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560;p21">
              <a:extLst>
                <a:ext uri="{FF2B5EF4-FFF2-40B4-BE49-F238E27FC236}">
                  <a16:creationId xmlns:a16="http://schemas.microsoft.com/office/drawing/2014/main" id="{97D9C811-31F3-4007-869A-F3D58C1C83AE}"/>
                </a:ext>
              </a:extLst>
            </p:cNvPr>
            <p:cNvSpPr/>
            <p:nvPr/>
          </p:nvSpPr>
          <p:spPr>
            <a:xfrm>
              <a:off x="4518830" y="3354634"/>
              <a:ext cx="33294" cy="41249"/>
            </a:xfrm>
            <a:custGeom>
              <a:avLst/>
              <a:gdLst/>
              <a:ahLst/>
              <a:cxnLst/>
              <a:rect l="l" t="t" r="r" b="b"/>
              <a:pathLst>
                <a:path w="837" h="1037" extrusionOk="0">
                  <a:moveTo>
                    <a:pt x="51" y="1036"/>
                  </a:moveTo>
                  <a:cubicBezTo>
                    <a:pt x="168" y="1020"/>
                    <a:pt x="185" y="919"/>
                    <a:pt x="268" y="819"/>
                  </a:cubicBezTo>
                  <a:cubicBezTo>
                    <a:pt x="335" y="719"/>
                    <a:pt x="402" y="652"/>
                    <a:pt x="469" y="552"/>
                  </a:cubicBezTo>
                  <a:cubicBezTo>
                    <a:pt x="619" y="351"/>
                    <a:pt x="836" y="184"/>
                    <a:pt x="820" y="17"/>
                  </a:cubicBezTo>
                  <a:cubicBezTo>
                    <a:pt x="569" y="0"/>
                    <a:pt x="1" y="769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561;p21">
              <a:extLst>
                <a:ext uri="{FF2B5EF4-FFF2-40B4-BE49-F238E27FC236}">
                  <a16:creationId xmlns:a16="http://schemas.microsoft.com/office/drawing/2014/main" id="{F091CF55-2AD7-434B-8222-CF64A99E5A5E}"/>
                </a:ext>
              </a:extLst>
            </p:cNvPr>
            <p:cNvSpPr/>
            <p:nvPr/>
          </p:nvSpPr>
          <p:spPr>
            <a:xfrm>
              <a:off x="4676350" y="3182475"/>
              <a:ext cx="28640" cy="44591"/>
            </a:xfrm>
            <a:custGeom>
              <a:avLst/>
              <a:gdLst/>
              <a:ahLst/>
              <a:cxnLst/>
              <a:rect l="l" t="t" r="r" b="b"/>
              <a:pathLst>
                <a:path w="720" h="1121" extrusionOk="0">
                  <a:moveTo>
                    <a:pt x="68" y="1120"/>
                  </a:moveTo>
                  <a:cubicBezTo>
                    <a:pt x="185" y="1070"/>
                    <a:pt x="201" y="970"/>
                    <a:pt x="252" y="886"/>
                  </a:cubicBezTo>
                  <a:cubicBezTo>
                    <a:pt x="368" y="686"/>
                    <a:pt x="719" y="168"/>
                    <a:pt x="602" y="1"/>
                  </a:cubicBezTo>
                  <a:cubicBezTo>
                    <a:pt x="469" y="34"/>
                    <a:pt x="352" y="302"/>
                    <a:pt x="252" y="502"/>
                  </a:cubicBezTo>
                  <a:cubicBezTo>
                    <a:pt x="201" y="602"/>
                    <a:pt x="151" y="669"/>
                    <a:pt x="118" y="769"/>
                  </a:cubicBezTo>
                  <a:cubicBezTo>
                    <a:pt x="1" y="987"/>
                    <a:pt x="34" y="1053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562;p21">
              <a:extLst>
                <a:ext uri="{FF2B5EF4-FFF2-40B4-BE49-F238E27FC236}">
                  <a16:creationId xmlns:a16="http://schemas.microsoft.com/office/drawing/2014/main" id="{5877DD5C-5F8A-44B0-86E8-8A534B96D7E9}"/>
                </a:ext>
              </a:extLst>
            </p:cNvPr>
            <p:cNvSpPr/>
            <p:nvPr/>
          </p:nvSpPr>
          <p:spPr>
            <a:xfrm>
              <a:off x="4531479" y="3554676"/>
              <a:ext cx="31265" cy="39260"/>
            </a:xfrm>
            <a:custGeom>
              <a:avLst/>
              <a:gdLst/>
              <a:ahLst/>
              <a:cxnLst/>
              <a:rect l="l" t="t" r="r" b="b"/>
              <a:pathLst>
                <a:path w="786" h="987" extrusionOk="0">
                  <a:moveTo>
                    <a:pt x="17" y="986"/>
                  </a:moveTo>
                  <a:cubicBezTo>
                    <a:pt x="184" y="986"/>
                    <a:pt x="351" y="702"/>
                    <a:pt x="452" y="552"/>
                  </a:cubicBezTo>
                  <a:cubicBezTo>
                    <a:pt x="602" y="335"/>
                    <a:pt x="786" y="168"/>
                    <a:pt x="786" y="1"/>
                  </a:cubicBezTo>
                  <a:cubicBezTo>
                    <a:pt x="585" y="17"/>
                    <a:pt x="418" y="268"/>
                    <a:pt x="301" y="418"/>
                  </a:cubicBezTo>
                  <a:cubicBezTo>
                    <a:pt x="234" y="535"/>
                    <a:pt x="0" y="836"/>
                    <a:pt x="17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563;p21">
              <a:extLst>
                <a:ext uri="{FF2B5EF4-FFF2-40B4-BE49-F238E27FC236}">
                  <a16:creationId xmlns:a16="http://schemas.microsoft.com/office/drawing/2014/main" id="{3DC2F6E9-0BBF-4AAE-BD35-281D0E7D5A8F}"/>
                </a:ext>
              </a:extLst>
            </p:cNvPr>
            <p:cNvSpPr/>
            <p:nvPr/>
          </p:nvSpPr>
          <p:spPr>
            <a:xfrm>
              <a:off x="5190119" y="2663415"/>
              <a:ext cx="42562" cy="27287"/>
            </a:xfrm>
            <a:custGeom>
              <a:avLst/>
              <a:gdLst/>
              <a:ahLst/>
              <a:cxnLst/>
              <a:rect l="l" t="t" r="r" b="b"/>
              <a:pathLst>
                <a:path w="1070" h="686" extrusionOk="0">
                  <a:moveTo>
                    <a:pt x="17" y="686"/>
                  </a:moveTo>
                  <a:cubicBezTo>
                    <a:pt x="151" y="669"/>
                    <a:pt x="218" y="518"/>
                    <a:pt x="519" y="368"/>
                  </a:cubicBezTo>
                  <a:lnTo>
                    <a:pt x="953" y="168"/>
                  </a:lnTo>
                  <a:cubicBezTo>
                    <a:pt x="1070" y="117"/>
                    <a:pt x="1037" y="168"/>
                    <a:pt x="1070" y="51"/>
                  </a:cubicBezTo>
                  <a:cubicBezTo>
                    <a:pt x="1020" y="17"/>
                    <a:pt x="1070" y="34"/>
                    <a:pt x="986" y="17"/>
                  </a:cubicBezTo>
                  <a:cubicBezTo>
                    <a:pt x="853" y="0"/>
                    <a:pt x="1" y="268"/>
                    <a:pt x="17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64;p21">
              <a:extLst>
                <a:ext uri="{FF2B5EF4-FFF2-40B4-BE49-F238E27FC236}">
                  <a16:creationId xmlns:a16="http://schemas.microsoft.com/office/drawing/2014/main" id="{3D16B665-C6F9-4223-BC8F-A2EAEF29F8DE}"/>
                </a:ext>
              </a:extLst>
            </p:cNvPr>
            <p:cNvSpPr/>
            <p:nvPr/>
          </p:nvSpPr>
          <p:spPr>
            <a:xfrm>
              <a:off x="4601925" y="2995082"/>
              <a:ext cx="29276" cy="41209"/>
            </a:xfrm>
            <a:custGeom>
              <a:avLst/>
              <a:gdLst/>
              <a:ahLst/>
              <a:cxnLst/>
              <a:rect l="l" t="t" r="r" b="b"/>
              <a:pathLst>
                <a:path w="736" h="1036" extrusionOk="0">
                  <a:moveTo>
                    <a:pt x="17" y="1036"/>
                  </a:moveTo>
                  <a:cubicBezTo>
                    <a:pt x="184" y="1019"/>
                    <a:pt x="218" y="852"/>
                    <a:pt x="418" y="585"/>
                  </a:cubicBezTo>
                  <a:cubicBezTo>
                    <a:pt x="502" y="468"/>
                    <a:pt x="736" y="184"/>
                    <a:pt x="702" y="17"/>
                  </a:cubicBezTo>
                  <a:cubicBezTo>
                    <a:pt x="569" y="0"/>
                    <a:pt x="535" y="100"/>
                    <a:pt x="485" y="184"/>
                  </a:cubicBezTo>
                  <a:cubicBezTo>
                    <a:pt x="318" y="384"/>
                    <a:pt x="1" y="769"/>
                    <a:pt x="17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65;p21">
              <a:extLst>
                <a:ext uri="{FF2B5EF4-FFF2-40B4-BE49-F238E27FC236}">
                  <a16:creationId xmlns:a16="http://schemas.microsoft.com/office/drawing/2014/main" id="{723BFA1B-FFFA-48E4-B784-10FB57DC1D32}"/>
                </a:ext>
              </a:extLst>
            </p:cNvPr>
            <p:cNvSpPr/>
            <p:nvPr/>
          </p:nvSpPr>
          <p:spPr>
            <a:xfrm>
              <a:off x="4704273" y="3605870"/>
              <a:ext cx="32618" cy="39897"/>
            </a:xfrm>
            <a:custGeom>
              <a:avLst/>
              <a:gdLst/>
              <a:ahLst/>
              <a:cxnLst/>
              <a:rect l="l" t="t" r="r" b="b"/>
              <a:pathLst>
                <a:path w="820" h="1003" extrusionOk="0">
                  <a:moveTo>
                    <a:pt x="1" y="1003"/>
                  </a:moveTo>
                  <a:cubicBezTo>
                    <a:pt x="218" y="986"/>
                    <a:pt x="368" y="735"/>
                    <a:pt x="468" y="602"/>
                  </a:cubicBezTo>
                  <a:cubicBezTo>
                    <a:pt x="569" y="485"/>
                    <a:pt x="819" y="167"/>
                    <a:pt x="719" y="17"/>
                  </a:cubicBezTo>
                  <a:cubicBezTo>
                    <a:pt x="619" y="0"/>
                    <a:pt x="585" y="100"/>
                    <a:pt x="519" y="201"/>
                  </a:cubicBezTo>
                  <a:cubicBezTo>
                    <a:pt x="452" y="301"/>
                    <a:pt x="402" y="384"/>
                    <a:pt x="335" y="468"/>
                  </a:cubicBezTo>
                  <a:cubicBezTo>
                    <a:pt x="268" y="552"/>
                    <a:pt x="218" y="635"/>
                    <a:pt x="151" y="719"/>
                  </a:cubicBezTo>
                  <a:cubicBezTo>
                    <a:pt x="84" y="802"/>
                    <a:pt x="1" y="869"/>
                    <a:pt x="1" y="10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566;p21">
              <a:extLst>
                <a:ext uri="{FF2B5EF4-FFF2-40B4-BE49-F238E27FC236}">
                  <a16:creationId xmlns:a16="http://schemas.microsoft.com/office/drawing/2014/main" id="{2FE01C6A-3CC1-479C-ACC8-B4DC5FA792F4}"/>
                </a:ext>
              </a:extLst>
            </p:cNvPr>
            <p:cNvSpPr/>
            <p:nvPr/>
          </p:nvSpPr>
          <p:spPr>
            <a:xfrm>
              <a:off x="4316799" y="3993345"/>
              <a:ext cx="30629" cy="43238"/>
            </a:xfrm>
            <a:custGeom>
              <a:avLst/>
              <a:gdLst/>
              <a:ahLst/>
              <a:cxnLst/>
              <a:rect l="l" t="t" r="r" b="b"/>
              <a:pathLst>
                <a:path w="770" h="1087" extrusionOk="0">
                  <a:moveTo>
                    <a:pt x="17" y="1086"/>
                  </a:moveTo>
                  <a:cubicBezTo>
                    <a:pt x="168" y="1070"/>
                    <a:pt x="168" y="1003"/>
                    <a:pt x="251" y="869"/>
                  </a:cubicBezTo>
                  <a:cubicBezTo>
                    <a:pt x="368" y="685"/>
                    <a:pt x="769" y="167"/>
                    <a:pt x="686" y="84"/>
                  </a:cubicBezTo>
                  <a:cubicBezTo>
                    <a:pt x="619" y="0"/>
                    <a:pt x="502" y="184"/>
                    <a:pt x="468" y="234"/>
                  </a:cubicBezTo>
                  <a:cubicBezTo>
                    <a:pt x="301" y="451"/>
                    <a:pt x="1" y="752"/>
                    <a:pt x="17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567;p21">
              <a:extLst>
                <a:ext uri="{FF2B5EF4-FFF2-40B4-BE49-F238E27FC236}">
                  <a16:creationId xmlns:a16="http://schemas.microsoft.com/office/drawing/2014/main" id="{C58DB287-1A23-4DFF-9C8C-0BBAADFE4D5A}"/>
                </a:ext>
              </a:extLst>
            </p:cNvPr>
            <p:cNvSpPr/>
            <p:nvPr/>
          </p:nvSpPr>
          <p:spPr>
            <a:xfrm>
              <a:off x="4320776" y="3670986"/>
              <a:ext cx="30629" cy="42562"/>
            </a:xfrm>
            <a:custGeom>
              <a:avLst/>
              <a:gdLst/>
              <a:ahLst/>
              <a:cxnLst/>
              <a:rect l="l" t="t" r="r" b="b"/>
              <a:pathLst>
                <a:path w="770" h="1070" extrusionOk="0">
                  <a:moveTo>
                    <a:pt x="51" y="1053"/>
                  </a:moveTo>
                  <a:cubicBezTo>
                    <a:pt x="201" y="1070"/>
                    <a:pt x="268" y="853"/>
                    <a:pt x="452" y="585"/>
                  </a:cubicBezTo>
                  <a:cubicBezTo>
                    <a:pt x="535" y="452"/>
                    <a:pt x="769" y="168"/>
                    <a:pt x="652" y="1"/>
                  </a:cubicBezTo>
                  <a:cubicBezTo>
                    <a:pt x="519" y="34"/>
                    <a:pt x="1" y="869"/>
                    <a:pt x="51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568;p21">
              <a:extLst>
                <a:ext uri="{FF2B5EF4-FFF2-40B4-BE49-F238E27FC236}">
                  <a16:creationId xmlns:a16="http://schemas.microsoft.com/office/drawing/2014/main" id="{09B2932B-57FD-4F30-9E18-78CB69829350}"/>
                </a:ext>
              </a:extLst>
            </p:cNvPr>
            <p:cNvSpPr/>
            <p:nvPr/>
          </p:nvSpPr>
          <p:spPr>
            <a:xfrm>
              <a:off x="4524160" y="3492861"/>
              <a:ext cx="33930" cy="39260"/>
            </a:xfrm>
            <a:custGeom>
              <a:avLst/>
              <a:gdLst/>
              <a:ahLst/>
              <a:cxnLst/>
              <a:rect l="l" t="t" r="r" b="b"/>
              <a:pathLst>
                <a:path w="853" h="987" extrusionOk="0">
                  <a:moveTo>
                    <a:pt x="118" y="987"/>
                  </a:moveTo>
                  <a:cubicBezTo>
                    <a:pt x="268" y="970"/>
                    <a:pt x="318" y="769"/>
                    <a:pt x="519" y="535"/>
                  </a:cubicBezTo>
                  <a:cubicBezTo>
                    <a:pt x="602" y="418"/>
                    <a:pt x="853" y="168"/>
                    <a:pt x="803" y="1"/>
                  </a:cubicBezTo>
                  <a:cubicBezTo>
                    <a:pt x="619" y="1"/>
                    <a:pt x="1" y="769"/>
                    <a:pt x="118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569;p21">
              <a:extLst>
                <a:ext uri="{FF2B5EF4-FFF2-40B4-BE49-F238E27FC236}">
                  <a16:creationId xmlns:a16="http://schemas.microsoft.com/office/drawing/2014/main" id="{9B70BF00-F1C2-4D2E-B817-A9C749E09B9C}"/>
                </a:ext>
              </a:extLst>
            </p:cNvPr>
            <p:cNvSpPr/>
            <p:nvPr/>
          </p:nvSpPr>
          <p:spPr>
            <a:xfrm>
              <a:off x="4747472" y="2169614"/>
              <a:ext cx="35919" cy="34567"/>
            </a:xfrm>
            <a:custGeom>
              <a:avLst/>
              <a:gdLst/>
              <a:ahLst/>
              <a:cxnLst/>
              <a:rect l="l" t="t" r="r" b="b"/>
              <a:pathLst>
                <a:path w="903" h="869" extrusionOk="0">
                  <a:moveTo>
                    <a:pt x="1" y="869"/>
                  </a:moveTo>
                  <a:cubicBezTo>
                    <a:pt x="168" y="852"/>
                    <a:pt x="903" y="184"/>
                    <a:pt x="903" y="17"/>
                  </a:cubicBezTo>
                  <a:cubicBezTo>
                    <a:pt x="669" y="0"/>
                    <a:pt x="34" y="602"/>
                    <a:pt x="1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570;p21">
              <a:extLst>
                <a:ext uri="{FF2B5EF4-FFF2-40B4-BE49-F238E27FC236}">
                  <a16:creationId xmlns:a16="http://schemas.microsoft.com/office/drawing/2014/main" id="{922CC6CB-3A56-4F5A-B25A-7851E5CFD08F}"/>
                </a:ext>
              </a:extLst>
            </p:cNvPr>
            <p:cNvSpPr/>
            <p:nvPr/>
          </p:nvSpPr>
          <p:spPr>
            <a:xfrm>
              <a:off x="4681680" y="3197790"/>
              <a:ext cx="25298" cy="41249"/>
            </a:xfrm>
            <a:custGeom>
              <a:avLst/>
              <a:gdLst/>
              <a:ahLst/>
              <a:cxnLst/>
              <a:rect l="l" t="t" r="r" b="b"/>
              <a:pathLst>
                <a:path w="636" h="1037" extrusionOk="0">
                  <a:moveTo>
                    <a:pt x="51" y="1036"/>
                  </a:moveTo>
                  <a:cubicBezTo>
                    <a:pt x="184" y="1019"/>
                    <a:pt x="251" y="802"/>
                    <a:pt x="385" y="568"/>
                  </a:cubicBezTo>
                  <a:cubicBezTo>
                    <a:pt x="452" y="435"/>
                    <a:pt x="635" y="201"/>
                    <a:pt x="619" y="34"/>
                  </a:cubicBezTo>
                  <a:cubicBezTo>
                    <a:pt x="452" y="0"/>
                    <a:pt x="351" y="234"/>
                    <a:pt x="218" y="468"/>
                  </a:cubicBezTo>
                  <a:lnTo>
                    <a:pt x="17" y="886"/>
                  </a:lnTo>
                  <a:cubicBezTo>
                    <a:pt x="1" y="1003"/>
                    <a:pt x="17" y="986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71;p21">
              <a:extLst>
                <a:ext uri="{FF2B5EF4-FFF2-40B4-BE49-F238E27FC236}">
                  <a16:creationId xmlns:a16="http://schemas.microsoft.com/office/drawing/2014/main" id="{25A37E47-7665-42FC-BFC3-52F33732725E}"/>
                </a:ext>
              </a:extLst>
            </p:cNvPr>
            <p:cNvSpPr/>
            <p:nvPr/>
          </p:nvSpPr>
          <p:spPr>
            <a:xfrm>
              <a:off x="4302160" y="3878348"/>
              <a:ext cx="35283" cy="39937"/>
            </a:xfrm>
            <a:custGeom>
              <a:avLst/>
              <a:gdLst/>
              <a:ahLst/>
              <a:cxnLst/>
              <a:rect l="l" t="t" r="r" b="b"/>
              <a:pathLst>
                <a:path w="887" h="1004" extrusionOk="0">
                  <a:moveTo>
                    <a:pt x="1" y="986"/>
                  </a:moveTo>
                  <a:cubicBezTo>
                    <a:pt x="135" y="1003"/>
                    <a:pt x="185" y="903"/>
                    <a:pt x="252" y="819"/>
                  </a:cubicBezTo>
                  <a:cubicBezTo>
                    <a:pt x="419" y="602"/>
                    <a:pt x="887" y="201"/>
                    <a:pt x="803" y="118"/>
                  </a:cubicBezTo>
                  <a:cubicBezTo>
                    <a:pt x="686" y="1"/>
                    <a:pt x="1" y="702"/>
                    <a:pt x="1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72;p21">
              <a:extLst>
                <a:ext uri="{FF2B5EF4-FFF2-40B4-BE49-F238E27FC236}">
                  <a16:creationId xmlns:a16="http://schemas.microsoft.com/office/drawing/2014/main" id="{876921B3-3070-48B9-972D-0DEBC8236F46}"/>
                </a:ext>
              </a:extLst>
            </p:cNvPr>
            <p:cNvSpPr/>
            <p:nvPr/>
          </p:nvSpPr>
          <p:spPr>
            <a:xfrm>
              <a:off x="4894371" y="3317402"/>
              <a:ext cx="46540" cy="25975"/>
            </a:xfrm>
            <a:custGeom>
              <a:avLst/>
              <a:gdLst/>
              <a:ahLst/>
              <a:cxnLst/>
              <a:rect l="l" t="t" r="r" b="b"/>
              <a:pathLst>
                <a:path w="1170" h="653" extrusionOk="0">
                  <a:moveTo>
                    <a:pt x="0" y="602"/>
                  </a:moveTo>
                  <a:cubicBezTo>
                    <a:pt x="101" y="652"/>
                    <a:pt x="184" y="619"/>
                    <a:pt x="301" y="569"/>
                  </a:cubicBezTo>
                  <a:cubicBezTo>
                    <a:pt x="401" y="535"/>
                    <a:pt x="485" y="485"/>
                    <a:pt x="585" y="435"/>
                  </a:cubicBezTo>
                  <a:cubicBezTo>
                    <a:pt x="836" y="318"/>
                    <a:pt x="819" y="368"/>
                    <a:pt x="1020" y="301"/>
                  </a:cubicBezTo>
                  <a:cubicBezTo>
                    <a:pt x="1170" y="268"/>
                    <a:pt x="1103" y="318"/>
                    <a:pt x="1136" y="218"/>
                  </a:cubicBezTo>
                  <a:cubicBezTo>
                    <a:pt x="936" y="1"/>
                    <a:pt x="101" y="402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73;p21">
              <a:extLst>
                <a:ext uri="{FF2B5EF4-FFF2-40B4-BE49-F238E27FC236}">
                  <a16:creationId xmlns:a16="http://schemas.microsoft.com/office/drawing/2014/main" id="{67190E0E-5AC1-468B-8C0B-9CCCB1E83977}"/>
                </a:ext>
              </a:extLst>
            </p:cNvPr>
            <p:cNvSpPr/>
            <p:nvPr/>
          </p:nvSpPr>
          <p:spPr>
            <a:xfrm>
              <a:off x="4530803" y="3412431"/>
              <a:ext cx="31305" cy="37272"/>
            </a:xfrm>
            <a:custGeom>
              <a:avLst/>
              <a:gdLst/>
              <a:ahLst/>
              <a:cxnLst/>
              <a:rect l="l" t="t" r="r" b="b"/>
              <a:pathLst>
                <a:path w="787" h="937" extrusionOk="0">
                  <a:moveTo>
                    <a:pt x="84" y="937"/>
                  </a:moveTo>
                  <a:cubicBezTo>
                    <a:pt x="235" y="937"/>
                    <a:pt x="235" y="870"/>
                    <a:pt x="301" y="753"/>
                  </a:cubicBezTo>
                  <a:lnTo>
                    <a:pt x="636" y="268"/>
                  </a:lnTo>
                  <a:cubicBezTo>
                    <a:pt x="702" y="201"/>
                    <a:pt x="786" y="151"/>
                    <a:pt x="753" y="18"/>
                  </a:cubicBezTo>
                  <a:cubicBezTo>
                    <a:pt x="552" y="1"/>
                    <a:pt x="1" y="719"/>
                    <a:pt x="84" y="9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74;p21">
              <a:extLst>
                <a:ext uri="{FF2B5EF4-FFF2-40B4-BE49-F238E27FC236}">
                  <a16:creationId xmlns:a16="http://schemas.microsoft.com/office/drawing/2014/main" id="{6D8DCBB0-E69A-496E-A1C0-C915874655DE}"/>
                </a:ext>
              </a:extLst>
            </p:cNvPr>
            <p:cNvSpPr/>
            <p:nvPr/>
          </p:nvSpPr>
          <p:spPr>
            <a:xfrm>
              <a:off x="4527501" y="3514142"/>
              <a:ext cx="29952" cy="38584"/>
            </a:xfrm>
            <a:custGeom>
              <a:avLst/>
              <a:gdLst/>
              <a:ahLst/>
              <a:cxnLst/>
              <a:rect l="l" t="t" r="r" b="b"/>
              <a:pathLst>
                <a:path w="753" h="970" extrusionOk="0">
                  <a:moveTo>
                    <a:pt x="0" y="969"/>
                  </a:moveTo>
                  <a:cubicBezTo>
                    <a:pt x="184" y="936"/>
                    <a:pt x="334" y="702"/>
                    <a:pt x="435" y="568"/>
                  </a:cubicBezTo>
                  <a:cubicBezTo>
                    <a:pt x="518" y="452"/>
                    <a:pt x="752" y="167"/>
                    <a:pt x="685" y="0"/>
                  </a:cubicBezTo>
                  <a:cubicBezTo>
                    <a:pt x="518" y="17"/>
                    <a:pt x="17" y="752"/>
                    <a:pt x="0" y="9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75;p21">
              <a:extLst>
                <a:ext uri="{FF2B5EF4-FFF2-40B4-BE49-F238E27FC236}">
                  <a16:creationId xmlns:a16="http://schemas.microsoft.com/office/drawing/2014/main" id="{555D4B96-0CD2-4DFD-8C04-E184F01D11EA}"/>
                </a:ext>
              </a:extLst>
            </p:cNvPr>
            <p:cNvSpPr/>
            <p:nvPr/>
          </p:nvSpPr>
          <p:spPr>
            <a:xfrm>
              <a:off x="4617200" y="3609848"/>
              <a:ext cx="30629" cy="37272"/>
            </a:xfrm>
            <a:custGeom>
              <a:avLst/>
              <a:gdLst/>
              <a:ahLst/>
              <a:cxnLst/>
              <a:rect l="l" t="t" r="r" b="b"/>
              <a:pathLst>
                <a:path w="770" h="937" extrusionOk="0">
                  <a:moveTo>
                    <a:pt x="1" y="936"/>
                  </a:moveTo>
                  <a:cubicBezTo>
                    <a:pt x="168" y="919"/>
                    <a:pt x="185" y="853"/>
                    <a:pt x="268" y="752"/>
                  </a:cubicBezTo>
                  <a:cubicBezTo>
                    <a:pt x="402" y="602"/>
                    <a:pt x="769" y="201"/>
                    <a:pt x="719" y="0"/>
                  </a:cubicBezTo>
                  <a:cubicBezTo>
                    <a:pt x="586" y="0"/>
                    <a:pt x="552" y="101"/>
                    <a:pt x="485" y="184"/>
                  </a:cubicBezTo>
                  <a:cubicBezTo>
                    <a:pt x="419" y="268"/>
                    <a:pt x="368" y="301"/>
                    <a:pt x="302" y="401"/>
                  </a:cubicBezTo>
                  <a:cubicBezTo>
                    <a:pt x="201" y="535"/>
                    <a:pt x="18" y="736"/>
                    <a:pt x="1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76;p21">
              <a:extLst>
                <a:ext uri="{FF2B5EF4-FFF2-40B4-BE49-F238E27FC236}">
                  <a16:creationId xmlns:a16="http://schemas.microsoft.com/office/drawing/2014/main" id="{756692A0-D594-4993-8EE7-F786A486E629}"/>
                </a:ext>
              </a:extLst>
            </p:cNvPr>
            <p:cNvSpPr/>
            <p:nvPr/>
          </p:nvSpPr>
          <p:spPr>
            <a:xfrm>
              <a:off x="4529490" y="3470944"/>
              <a:ext cx="32618" cy="37232"/>
            </a:xfrm>
            <a:custGeom>
              <a:avLst/>
              <a:gdLst/>
              <a:ahLst/>
              <a:cxnLst/>
              <a:rect l="l" t="t" r="r" b="b"/>
              <a:pathLst>
                <a:path w="820" h="936" extrusionOk="0">
                  <a:moveTo>
                    <a:pt x="0" y="936"/>
                  </a:moveTo>
                  <a:cubicBezTo>
                    <a:pt x="201" y="936"/>
                    <a:pt x="318" y="685"/>
                    <a:pt x="435" y="568"/>
                  </a:cubicBezTo>
                  <a:cubicBezTo>
                    <a:pt x="485" y="502"/>
                    <a:pt x="819" y="201"/>
                    <a:pt x="735" y="117"/>
                  </a:cubicBezTo>
                  <a:cubicBezTo>
                    <a:pt x="635" y="0"/>
                    <a:pt x="351" y="368"/>
                    <a:pt x="301" y="435"/>
                  </a:cubicBezTo>
                  <a:cubicBezTo>
                    <a:pt x="201" y="552"/>
                    <a:pt x="0" y="736"/>
                    <a:pt x="0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77;p21">
              <a:extLst>
                <a:ext uri="{FF2B5EF4-FFF2-40B4-BE49-F238E27FC236}">
                  <a16:creationId xmlns:a16="http://schemas.microsoft.com/office/drawing/2014/main" id="{4620F8E2-521A-4BD3-8F96-43D94A739DB7}"/>
                </a:ext>
              </a:extLst>
            </p:cNvPr>
            <p:cNvSpPr/>
            <p:nvPr/>
          </p:nvSpPr>
          <p:spPr>
            <a:xfrm>
              <a:off x="4658410" y="3543379"/>
              <a:ext cx="28640" cy="37272"/>
            </a:xfrm>
            <a:custGeom>
              <a:avLst/>
              <a:gdLst/>
              <a:ahLst/>
              <a:cxnLst/>
              <a:rect l="l" t="t" r="r" b="b"/>
              <a:pathLst>
                <a:path w="720" h="937" extrusionOk="0">
                  <a:moveTo>
                    <a:pt x="1" y="920"/>
                  </a:moveTo>
                  <a:cubicBezTo>
                    <a:pt x="151" y="936"/>
                    <a:pt x="719" y="151"/>
                    <a:pt x="652" y="1"/>
                  </a:cubicBezTo>
                  <a:cubicBezTo>
                    <a:pt x="485" y="1"/>
                    <a:pt x="352" y="234"/>
                    <a:pt x="251" y="402"/>
                  </a:cubicBezTo>
                  <a:cubicBezTo>
                    <a:pt x="201" y="468"/>
                    <a:pt x="1" y="73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78;p21">
              <a:extLst>
                <a:ext uri="{FF2B5EF4-FFF2-40B4-BE49-F238E27FC236}">
                  <a16:creationId xmlns:a16="http://schemas.microsoft.com/office/drawing/2014/main" id="{EE03CD23-0DDE-4FD0-9543-C41BDC9DF331}"/>
                </a:ext>
              </a:extLst>
            </p:cNvPr>
            <p:cNvSpPr/>
            <p:nvPr/>
          </p:nvSpPr>
          <p:spPr>
            <a:xfrm>
              <a:off x="4656421" y="3512790"/>
              <a:ext cx="33294" cy="36595"/>
            </a:xfrm>
            <a:custGeom>
              <a:avLst/>
              <a:gdLst/>
              <a:ahLst/>
              <a:cxnLst/>
              <a:rect l="l" t="t" r="r" b="b"/>
              <a:pathLst>
                <a:path w="837" h="920" extrusionOk="0">
                  <a:moveTo>
                    <a:pt x="17" y="920"/>
                  </a:moveTo>
                  <a:cubicBezTo>
                    <a:pt x="268" y="903"/>
                    <a:pt x="836" y="201"/>
                    <a:pt x="753" y="118"/>
                  </a:cubicBezTo>
                  <a:cubicBezTo>
                    <a:pt x="652" y="1"/>
                    <a:pt x="402" y="369"/>
                    <a:pt x="335" y="435"/>
                  </a:cubicBezTo>
                  <a:cubicBezTo>
                    <a:pt x="235" y="552"/>
                    <a:pt x="1" y="736"/>
                    <a:pt x="17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79;p21">
              <a:extLst>
                <a:ext uri="{FF2B5EF4-FFF2-40B4-BE49-F238E27FC236}">
                  <a16:creationId xmlns:a16="http://schemas.microsoft.com/office/drawing/2014/main" id="{05D65E8C-0BD5-42CC-B7A7-2225B7B72960}"/>
                </a:ext>
              </a:extLst>
            </p:cNvPr>
            <p:cNvSpPr/>
            <p:nvPr/>
          </p:nvSpPr>
          <p:spPr>
            <a:xfrm>
              <a:off x="4330084" y="3887656"/>
              <a:ext cx="36595" cy="37908"/>
            </a:xfrm>
            <a:custGeom>
              <a:avLst/>
              <a:gdLst/>
              <a:ahLst/>
              <a:cxnLst/>
              <a:rect l="l" t="t" r="r" b="b"/>
              <a:pathLst>
                <a:path w="920" h="953" extrusionOk="0">
                  <a:moveTo>
                    <a:pt x="134" y="953"/>
                  </a:moveTo>
                  <a:cubicBezTo>
                    <a:pt x="285" y="936"/>
                    <a:pt x="201" y="936"/>
                    <a:pt x="335" y="736"/>
                  </a:cubicBezTo>
                  <a:cubicBezTo>
                    <a:pt x="402" y="652"/>
                    <a:pt x="469" y="602"/>
                    <a:pt x="519" y="519"/>
                  </a:cubicBezTo>
                  <a:cubicBezTo>
                    <a:pt x="569" y="452"/>
                    <a:pt x="920" y="134"/>
                    <a:pt x="786" y="67"/>
                  </a:cubicBezTo>
                  <a:cubicBezTo>
                    <a:pt x="669" y="1"/>
                    <a:pt x="1" y="702"/>
                    <a:pt x="134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80;p21">
              <a:extLst>
                <a:ext uri="{FF2B5EF4-FFF2-40B4-BE49-F238E27FC236}">
                  <a16:creationId xmlns:a16="http://schemas.microsoft.com/office/drawing/2014/main" id="{82D9D103-DE78-4259-ADCD-C92E1EDD2902}"/>
                </a:ext>
              </a:extLst>
            </p:cNvPr>
            <p:cNvSpPr/>
            <p:nvPr/>
          </p:nvSpPr>
          <p:spPr>
            <a:xfrm>
              <a:off x="4746159" y="3645727"/>
              <a:ext cx="25935" cy="37948"/>
            </a:xfrm>
            <a:custGeom>
              <a:avLst/>
              <a:gdLst/>
              <a:ahLst/>
              <a:cxnLst/>
              <a:rect l="l" t="t" r="r" b="b"/>
              <a:pathLst>
                <a:path w="652" h="954" extrusionOk="0">
                  <a:moveTo>
                    <a:pt x="50" y="953"/>
                  </a:moveTo>
                  <a:cubicBezTo>
                    <a:pt x="268" y="953"/>
                    <a:pt x="635" y="168"/>
                    <a:pt x="652" y="1"/>
                  </a:cubicBezTo>
                  <a:cubicBezTo>
                    <a:pt x="401" y="17"/>
                    <a:pt x="0" y="819"/>
                    <a:pt x="50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81;p21">
              <a:extLst>
                <a:ext uri="{FF2B5EF4-FFF2-40B4-BE49-F238E27FC236}">
                  <a16:creationId xmlns:a16="http://schemas.microsoft.com/office/drawing/2014/main" id="{A2744172-FF75-4F87-992B-AFB0728D31AB}"/>
                </a:ext>
              </a:extLst>
            </p:cNvPr>
            <p:cNvSpPr/>
            <p:nvPr/>
          </p:nvSpPr>
          <p:spPr>
            <a:xfrm>
              <a:off x="4481637" y="4058462"/>
              <a:ext cx="25298" cy="38584"/>
            </a:xfrm>
            <a:custGeom>
              <a:avLst/>
              <a:gdLst/>
              <a:ahLst/>
              <a:cxnLst/>
              <a:rect l="l" t="t" r="r" b="b"/>
              <a:pathLst>
                <a:path w="636" h="970" extrusionOk="0">
                  <a:moveTo>
                    <a:pt x="84" y="970"/>
                  </a:moveTo>
                  <a:cubicBezTo>
                    <a:pt x="234" y="970"/>
                    <a:pt x="334" y="669"/>
                    <a:pt x="401" y="535"/>
                  </a:cubicBezTo>
                  <a:cubicBezTo>
                    <a:pt x="468" y="402"/>
                    <a:pt x="635" y="184"/>
                    <a:pt x="618" y="17"/>
                  </a:cubicBezTo>
                  <a:cubicBezTo>
                    <a:pt x="401" y="1"/>
                    <a:pt x="0" y="753"/>
                    <a:pt x="84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82;p21">
              <a:extLst>
                <a:ext uri="{FF2B5EF4-FFF2-40B4-BE49-F238E27FC236}">
                  <a16:creationId xmlns:a16="http://schemas.microsoft.com/office/drawing/2014/main" id="{380164D7-07AF-45A9-9CCE-C63E15DFFB09}"/>
                </a:ext>
              </a:extLst>
            </p:cNvPr>
            <p:cNvSpPr/>
            <p:nvPr/>
          </p:nvSpPr>
          <p:spPr>
            <a:xfrm>
              <a:off x="4845166" y="3629776"/>
              <a:ext cx="33294" cy="33294"/>
            </a:xfrm>
            <a:custGeom>
              <a:avLst/>
              <a:gdLst/>
              <a:ahLst/>
              <a:cxnLst/>
              <a:rect l="l" t="t" r="r" b="b"/>
              <a:pathLst>
                <a:path w="837" h="837" extrusionOk="0">
                  <a:moveTo>
                    <a:pt x="652" y="535"/>
                  </a:moveTo>
                  <a:cubicBezTo>
                    <a:pt x="452" y="352"/>
                    <a:pt x="251" y="1"/>
                    <a:pt x="34" y="1"/>
                  </a:cubicBezTo>
                  <a:cubicBezTo>
                    <a:pt x="1" y="118"/>
                    <a:pt x="101" y="201"/>
                    <a:pt x="151" y="268"/>
                  </a:cubicBezTo>
                  <a:cubicBezTo>
                    <a:pt x="285" y="435"/>
                    <a:pt x="619" y="836"/>
                    <a:pt x="836" y="753"/>
                  </a:cubicBezTo>
                  <a:cubicBezTo>
                    <a:pt x="836" y="619"/>
                    <a:pt x="753" y="619"/>
                    <a:pt x="652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83;p21">
              <a:extLst>
                <a:ext uri="{FF2B5EF4-FFF2-40B4-BE49-F238E27FC236}">
                  <a16:creationId xmlns:a16="http://schemas.microsoft.com/office/drawing/2014/main" id="{E8D769A9-6295-47F6-A994-8AFFFE7991CF}"/>
                </a:ext>
              </a:extLst>
            </p:cNvPr>
            <p:cNvSpPr/>
            <p:nvPr/>
          </p:nvSpPr>
          <p:spPr>
            <a:xfrm>
              <a:off x="4807974" y="3648392"/>
              <a:ext cx="33930" cy="30629"/>
            </a:xfrm>
            <a:custGeom>
              <a:avLst/>
              <a:gdLst/>
              <a:ahLst/>
              <a:cxnLst/>
              <a:rect l="l" t="t" r="r" b="b"/>
              <a:pathLst>
                <a:path w="853" h="770" extrusionOk="0">
                  <a:moveTo>
                    <a:pt x="451" y="351"/>
                  </a:moveTo>
                  <a:cubicBezTo>
                    <a:pt x="100" y="134"/>
                    <a:pt x="217" y="17"/>
                    <a:pt x="0" y="1"/>
                  </a:cubicBezTo>
                  <a:cubicBezTo>
                    <a:pt x="34" y="468"/>
                    <a:pt x="735" y="769"/>
                    <a:pt x="852" y="736"/>
                  </a:cubicBezTo>
                  <a:cubicBezTo>
                    <a:pt x="802" y="535"/>
                    <a:pt x="635" y="468"/>
                    <a:pt x="4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84;p21">
              <a:extLst>
                <a:ext uri="{FF2B5EF4-FFF2-40B4-BE49-F238E27FC236}">
                  <a16:creationId xmlns:a16="http://schemas.microsoft.com/office/drawing/2014/main" id="{7E7EFC54-0861-42D6-A357-16C5787CFBB5}"/>
                </a:ext>
              </a:extLst>
            </p:cNvPr>
            <p:cNvSpPr/>
            <p:nvPr/>
          </p:nvSpPr>
          <p:spPr>
            <a:xfrm>
              <a:off x="4425790" y="3686937"/>
              <a:ext cx="27964" cy="37272"/>
            </a:xfrm>
            <a:custGeom>
              <a:avLst/>
              <a:gdLst/>
              <a:ahLst/>
              <a:cxnLst/>
              <a:rect l="l" t="t" r="r" b="b"/>
              <a:pathLst>
                <a:path w="703" h="937" extrusionOk="0">
                  <a:moveTo>
                    <a:pt x="118" y="936"/>
                  </a:moveTo>
                  <a:cubicBezTo>
                    <a:pt x="251" y="886"/>
                    <a:pt x="235" y="786"/>
                    <a:pt x="435" y="502"/>
                  </a:cubicBezTo>
                  <a:cubicBezTo>
                    <a:pt x="502" y="402"/>
                    <a:pt x="703" y="168"/>
                    <a:pt x="703" y="51"/>
                  </a:cubicBezTo>
                  <a:cubicBezTo>
                    <a:pt x="552" y="1"/>
                    <a:pt x="502" y="101"/>
                    <a:pt x="452" y="168"/>
                  </a:cubicBezTo>
                  <a:cubicBezTo>
                    <a:pt x="302" y="351"/>
                    <a:pt x="1" y="686"/>
                    <a:pt x="118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85;p21">
              <a:extLst>
                <a:ext uri="{FF2B5EF4-FFF2-40B4-BE49-F238E27FC236}">
                  <a16:creationId xmlns:a16="http://schemas.microsoft.com/office/drawing/2014/main" id="{DFFF0966-1F12-4776-828E-0E591DD12BA8}"/>
                </a:ext>
              </a:extLst>
            </p:cNvPr>
            <p:cNvSpPr/>
            <p:nvPr/>
          </p:nvSpPr>
          <p:spPr>
            <a:xfrm>
              <a:off x="5115018" y="2942576"/>
              <a:ext cx="32618" cy="31265"/>
            </a:xfrm>
            <a:custGeom>
              <a:avLst/>
              <a:gdLst/>
              <a:ahLst/>
              <a:cxnLst/>
              <a:rect l="l" t="t" r="r" b="b"/>
              <a:pathLst>
                <a:path w="820" h="786" extrusionOk="0">
                  <a:moveTo>
                    <a:pt x="34" y="785"/>
                  </a:moveTo>
                  <a:cubicBezTo>
                    <a:pt x="218" y="785"/>
                    <a:pt x="786" y="217"/>
                    <a:pt x="819" y="0"/>
                  </a:cubicBezTo>
                  <a:cubicBezTo>
                    <a:pt x="669" y="0"/>
                    <a:pt x="635" y="50"/>
                    <a:pt x="552" y="134"/>
                  </a:cubicBezTo>
                  <a:cubicBezTo>
                    <a:pt x="418" y="251"/>
                    <a:pt x="1" y="585"/>
                    <a:pt x="34" y="7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86;p21">
              <a:extLst>
                <a:ext uri="{FF2B5EF4-FFF2-40B4-BE49-F238E27FC236}">
                  <a16:creationId xmlns:a16="http://schemas.microsoft.com/office/drawing/2014/main" id="{28671C1F-4436-40FE-96A4-E2B1EF07956F}"/>
                </a:ext>
              </a:extLst>
            </p:cNvPr>
            <p:cNvSpPr/>
            <p:nvPr/>
          </p:nvSpPr>
          <p:spPr>
            <a:xfrm>
              <a:off x="4371294" y="3894299"/>
              <a:ext cx="33930" cy="31941"/>
            </a:xfrm>
            <a:custGeom>
              <a:avLst/>
              <a:gdLst/>
              <a:ahLst/>
              <a:cxnLst/>
              <a:rect l="l" t="t" r="r" b="b"/>
              <a:pathLst>
                <a:path w="853" h="803" extrusionOk="0">
                  <a:moveTo>
                    <a:pt x="1" y="803"/>
                  </a:moveTo>
                  <a:cubicBezTo>
                    <a:pt x="201" y="786"/>
                    <a:pt x="803" y="201"/>
                    <a:pt x="853" y="34"/>
                  </a:cubicBezTo>
                  <a:cubicBezTo>
                    <a:pt x="602" y="1"/>
                    <a:pt x="34" y="569"/>
                    <a:pt x="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87;p21">
              <a:extLst>
                <a:ext uri="{FF2B5EF4-FFF2-40B4-BE49-F238E27FC236}">
                  <a16:creationId xmlns:a16="http://schemas.microsoft.com/office/drawing/2014/main" id="{7161B44F-AA21-4F6F-B21E-B465EF6A427B}"/>
                </a:ext>
              </a:extLst>
            </p:cNvPr>
            <p:cNvSpPr/>
            <p:nvPr/>
          </p:nvSpPr>
          <p:spPr>
            <a:xfrm>
              <a:off x="4520858" y="3225038"/>
              <a:ext cx="43875" cy="55171"/>
            </a:xfrm>
            <a:custGeom>
              <a:avLst/>
              <a:gdLst/>
              <a:ahLst/>
              <a:cxnLst/>
              <a:rect l="l" t="t" r="r" b="b"/>
              <a:pathLst>
                <a:path w="1103" h="1387" extrusionOk="0">
                  <a:moveTo>
                    <a:pt x="936" y="100"/>
                  </a:moveTo>
                  <a:cubicBezTo>
                    <a:pt x="368" y="418"/>
                    <a:pt x="0" y="1387"/>
                    <a:pt x="852" y="401"/>
                  </a:cubicBezTo>
                  <a:cubicBezTo>
                    <a:pt x="902" y="351"/>
                    <a:pt x="1019" y="234"/>
                    <a:pt x="1036" y="201"/>
                  </a:cubicBezTo>
                  <a:cubicBezTo>
                    <a:pt x="1103" y="100"/>
                    <a:pt x="1086" y="0"/>
                    <a:pt x="936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88;p21">
              <a:extLst>
                <a:ext uri="{FF2B5EF4-FFF2-40B4-BE49-F238E27FC236}">
                  <a16:creationId xmlns:a16="http://schemas.microsoft.com/office/drawing/2014/main" id="{84A7AC73-3866-4503-9ED6-ED92B7FE00F8}"/>
                </a:ext>
              </a:extLst>
            </p:cNvPr>
            <p:cNvSpPr/>
            <p:nvPr/>
          </p:nvSpPr>
          <p:spPr>
            <a:xfrm>
              <a:off x="4526149" y="3374562"/>
              <a:ext cx="29276" cy="33930"/>
            </a:xfrm>
            <a:custGeom>
              <a:avLst/>
              <a:gdLst/>
              <a:ahLst/>
              <a:cxnLst/>
              <a:rect l="l" t="t" r="r" b="b"/>
              <a:pathLst>
                <a:path w="736" h="853" extrusionOk="0">
                  <a:moveTo>
                    <a:pt x="1" y="836"/>
                  </a:moveTo>
                  <a:cubicBezTo>
                    <a:pt x="17" y="836"/>
                    <a:pt x="17" y="853"/>
                    <a:pt x="68" y="836"/>
                  </a:cubicBezTo>
                  <a:cubicBezTo>
                    <a:pt x="151" y="819"/>
                    <a:pt x="736" y="218"/>
                    <a:pt x="703" y="17"/>
                  </a:cubicBezTo>
                  <a:cubicBezTo>
                    <a:pt x="552" y="1"/>
                    <a:pt x="552" y="67"/>
                    <a:pt x="469" y="151"/>
                  </a:cubicBezTo>
                  <a:cubicBezTo>
                    <a:pt x="368" y="251"/>
                    <a:pt x="352" y="251"/>
                    <a:pt x="285" y="368"/>
                  </a:cubicBezTo>
                  <a:cubicBezTo>
                    <a:pt x="201" y="468"/>
                    <a:pt x="1" y="68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89;p21">
              <a:extLst>
                <a:ext uri="{FF2B5EF4-FFF2-40B4-BE49-F238E27FC236}">
                  <a16:creationId xmlns:a16="http://schemas.microsoft.com/office/drawing/2014/main" id="{176ED0D8-023F-4206-A99D-8C7243BFD60C}"/>
                </a:ext>
              </a:extLst>
            </p:cNvPr>
            <p:cNvSpPr/>
            <p:nvPr/>
          </p:nvSpPr>
          <p:spPr>
            <a:xfrm>
              <a:off x="4790034" y="3670986"/>
              <a:ext cx="37232" cy="20645"/>
            </a:xfrm>
            <a:custGeom>
              <a:avLst/>
              <a:gdLst/>
              <a:ahLst/>
              <a:cxnLst/>
              <a:rect l="l" t="t" r="r" b="b"/>
              <a:pathLst>
                <a:path w="936" h="519" extrusionOk="0">
                  <a:moveTo>
                    <a:pt x="384" y="268"/>
                  </a:moveTo>
                  <a:cubicBezTo>
                    <a:pt x="251" y="184"/>
                    <a:pt x="201" y="1"/>
                    <a:pt x="0" y="1"/>
                  </a:cubicBezTo>
                  <a:cubicBezTo>
                    <a:pt x="0" y="251"/>
                    <a:pt x="251" y="519"/>
                    <a:pt x="635" y="519"/>
                  </a:cubicBezTo>
                  <a:cubicBezTo>
                    <a:pt x="936" y="519"/>
                    <a:pt x="886" y="485"/>
                    <a:pt x="919" y="435"/>
                  </a:cubicBezTo>
                  <a:cubicBezTo>
                    <a:pt x="785" y="301"/>
                    <a:pt x="568" y="385"/>
                    <a:pt x="38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90;p21">
              <a:extLst>
                <a:ext uri="{FF2B5EF4-FFF2-40B4-BE49-F238E27FC236}">
                  <a16:creationId xmlns:a16="http://schemas.microsoft.com/office/drawing/2014/main" id="{A072E214-3E8B-4078-ACF9-27F584405BF8}"/>
                </a:ext>
              </a:extLst>
            </p:cNvPr>
            <p:cNvSpPr/>
            <p:nvPr/>
          </p:nvSpPr>
          <p:spPr>
            <a:xfrm>
              <a:off x="5201416" y="2589627"/>
              <a:ext cx="31941" cy="30629"/>
            </a:xfrm>
            <a:custGeom>
              <a:avLst/>
              <a:gdLst/>
              <a:ahLst/>
              <a:cxnLst/>
              <a:rect l="l" t="t" r="r" b="b"/>
              <a:pathLst>
                <a:path w="803" h="770" extrusionOk="0">
                  <a:moveTo>
                    <a:pt x="17" y="769"/>
                  </a:moveTo>
                  <a:cubicBezTo>
                    <a:pt x="251" y="736"/>
                    <a:pt x="769" y="268"/>
                    <a:pt x="803" y="1"/>
                  </a:cubicBezTo>
                  <a:cubicBezTo>
                    <a:pt x="619" y="1"/>
                    <a:pt x="502" y="218"/>
                    <a:pt x="352" y="335"/>
                  </a:cubicBezTo>
                  <a:cubicBezTo>
                    <a:pt x="235" y="419"/>
                    <a:pt x="1" y="586"/>
                    <a:pt x="17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91;p21">
              <a:extLst>
                <a:ext uri="{FF2B5EF4-FFF2-40B4-BE49-F238E27FC236}">
                  <a16:creationId xmlns:a16="http://schemas.microsoft.com/office/drawing/2014/main" id="{57166F72-3936-4521-9D1F-7EA517295E2E}"/>
                </a:ext>
              </a:extLst>
            </p:cNvPr>
            <p:cNvSpPr/>
            <p:nvPr/>
          </p:nvSpPr>
          <p:spPr>
            <a:xfrm>
              <a:off x="4389234" y="4093705"/>
              <a:ext cx="27287" cy="33930"/>
            </a:xfrm>
            <a:custGeom>
              <a:avLst/>
              <a:gdLst/>
              <a:ahLst/>
              <a:cxnLst/>
              <a:rect l="l" t="t" r="r" b="b"/>
              <a:pathLst>
                <a:path w="686" h="853" extrusionOk="0">
                  <a:moveTo>
                    <a:pt x="34" y="852"/>
                  </a:moveTo>
                  <a:cubicBezTo>
                    <a:pt x="185" y="836"/>
                    <a:pt x="302" y="585"/>
                    <a:pt x="402" y="468"/>
                  </a:cubicBezTo>
                  <a:cubicBezTo>
                    <a:pt x="535" y="301"/>
                    <a:pt x="686" y="167"/>
                    <a:pt x="652" y="17"/>
                  </a:cubicBezTo>
                  <a:cubicBezTo>
                    <a:pt x="519" y="0"/>
                    <a:pt x="485" y="67"/>
                    <a:pt x="418" y="151"/>
                  </a:cubicBezTo>
                  <a:cubicBezTo>
                    <a:pt x="268" y="334"/>
                    <a:pt x="1" y="602"/>
                    <a:pt x="34" y="8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92;p21">
              <a:extLst>
                <a:ext uri="{FF2B5EF4-FFF2-40B4-BE49-F238E27FC236}">
                  <a16:creationId xmlns:a16="http://schemas.microsoft.com/office/drawing/2014/main" id="{BCC9ACC1-D82B-46EF-9E5F-CD98C8817B51}"/>
                </a:ext>
              </a:extLst>
            </p:cNvPr>
            <p:cNvSpPr/>
            <p:nvPr/>
          </p:nvSpPr>
          <p:spPr>
            <a:xfrm>
              <a:off x="4529490" y="3314736"/>
              <a:ext cx="28600" cy="28640"/>
            </a:xfrm>
            <a:custGeom>
              <a:avLst/>
              <a:gdLst/>
              <a:ahLst/>
              <a:cxnLst/>
              <a:rect l="l" t="t" r="r" b="b"/>
              <a:pathLst>
                <a:path w="719" h="720" extrusionOk="0">
                  <a:moveTo>
                    <a:pt x="34" y="719"/>
                  </a:moveTo>
                  <a:cubicBezTo>
                    <a:pt x="201" y="719"/>
                    <a:pt x="334" y="519"/>
                    <a:pt x="401" y="419"/>
                  </a:cubicBezTo>
                  <a:cubicBezTo>
                    <a:pt x="535" y="268"/>
                    <a:pt x="685" y="201"/>
                    <a:pt x="719" y="1"/>
                  </a:cubicBezTo>
                  <a:cubicBezTo>
                    <a:pt x="451" y="1"/>
                    <a:pt x="0" y="519"/>
                    <a:pt x="34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93;p21">
              <a:extLst>
                <a:ext uri="{FF2B5EF4-FFF2-40B4-BE49-F238E27FC236}">
                  <a16:creationId xmlns:a16="http://schemas.microsoft.com/office/drawing/2014/main" id="{10F6AFD1-57CD-4FB2-87DA-D9C29CB3A630}"/>
                </a:ext>
              </a:extLst>
            </p:cNvPr>
            <p:cNvSpPr/>
            <p:nvPr/>
          </p:nvSpPr>
          <p:spPr>
            <a:xfrm>
              <a:off x="4849184" y="3565297"/>
              <a:ext cx="35243" cy="23986"/>
            </a:xfrm>
            <a:custGeom>
              <a:avLst/>
              <a:gdLst/>
              <a:ahLst/>
              <a:cxnLst/>
              <a:rect l="l" t="t" r="r" b="b"/>
              <a:pathLst>
                <a:path w="886" h="603" extrusionOk="0">
                  <a:moveTo>
                    <a:pt x="0" y="602"/>
                  </a:moveTo>
                  <a:cubicBezTo>
                    <a:pt x="150" y="602"/>
                    <a:pt x="819" y="268"/>
                    <a:pt x="886" y="84"/>
                  </a:cubicBezTo>
                  <a:cubicBezTo>
                    <a:pt x="735" y="1"/>
                    <a:pt x="0" y="369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94;p21">
              <a:extLst>
                <a:ext uri="{FF2B5EF4-FFF2-40B4-BE49-F238E27FC236}">
                  <a16:creationId xmlns:a16="http://schemas.microsoft.com/office/drawing/2014/main" id="{D2E3E926-2434-4E9A-8BA1-CE004C3CA75C}"/>
                </a:ext>
              </a:extLst>
            </p:cNvPr>
            <p:cNvSpPr/>
            <p:nvPr/>
          </p:nvSpPr>
          <p:spPr>
            <a:xfrm>
              <a:off x="4546754" y="3687613"/>
              <a:ext cx="23986" cy="36595"/>
            </a:xfrm>
            <a:custGeom>
              <a:avLst/>
              <a:gdLst/>
              <a:ahLst/>
              <a:cxnLst/>
              <a:rect l="l" t="t" r="r" b="b"/>
              <a:pathLst>
                <a:path w="603" h="920" extrusionOk="0">
                  <a:moveTo>
                    <a:pt x="168" y="919"/>
                  </a:moveTo>
                  <a:cubicBezTo>
                    <a:pt x="268" y="869"/>
                    <a:pt x="318" y="568"/>
                    <a:pt x="385" y="468"/>
                  </a:cubicBezTo>
                  <a:cubicBezTo>
                    <a:pt x="452" y="351"/>
                    <a:pt x="602" y="151"/>
                    <a:pt x="569" y="50"/>
                  </a:cubicBezTo>
                  <a:cubicBezTo>
                    <a:pt x="535" y="17"/>
                    <a:pt x="519" y="0"/>
                    <a:pt x="452" y="50"/>
                  </a:cubicBezTo>
                  <a:cubicBezTo>
                    <a:pt x="452" y="50"/>
                    <a:pt x="368" y="151"/>
                    <a:pt x="352" y="151"/>
                  </a:cubicBezTo>
                  <a:cubicBezTo>
                    <a:pt x="218" y="334"/>
                    <a:pt x="1" y="719"/>
                    <a:pt x="168" y="9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95;p21">
              <a:extLst>
                <a:ext uri="{FF2B5EF4-FFF2-40B4-BE49-F238E27FC236}">
                  <a16:creationId xmlns:a16="http://schemas.microsoft.com/office/drawing/2014/main" id="{36B91C7B-6B66-40AB-80F7-C55ACC604C0F}"/>
                </a:ext>
              </a:extLst>
            </p:cNvPr>
            <p:cNvSpPr/>
            <p:nvPr/>
          </p:nvSpPr>
          <p:spPr>
            <a:xfrm>
              <a:off x="4932916" y="3582600"/>
              <a:ext cx="27287" cy="31265"/>
            </a:xfrm>
            <a:custGeom>
              <a:avLst/>
              <a:gdLst/>
              <a:ahLst/>
              <a:cxnLst/>
              <a:rect l="l" t="t" r="r" b="b"/>
              <a:pathLst>
                <a:path w="686" h="786" extrusionOk="0">
                  <a:moveTo>
                    <a:pt x="568" y="535"/>
                  </a:moveTo>
                  <a:cubicBezTo>
                    <a:pt x="368" y="318"/>
                    <a:pt x="218" y="0"/>
                    <a:pt x="34" y="67"/>
                  </a:cubicBezTo>
                  <a:cubicBezTo>
                    <a:pt x="0" y="167"/>
                    <a:pt x="418" y="769"/>
                    <a:pt x="685" y="786"/>
                  </a:cubicBezTo>
                  <a:cubicBezTo>
                    <a:pt x="685" y="619"/>
                    <a:pt x="652" y="619"/>
                    <a:pt x="56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96;p21">
              <a:extLst>
                <a:ext uri="{FF2B5EF4-FFF2-40B4-BE49-F238E27FC236}">
                  <a16:creationId xmlns:a16="http://schemas.microsoft.com/office/drawing/2014/main" id="{36B35D04-1BAC-4ECE-970D-CCFC2E22CE91}"/>
                </a:ext>
              </a:extLst>
            </p:cNvPr>
            <p:cNvSpPr/>
            <p:nvPr/>
          </p:nvSpPr>
          <p:spPr>
            <a:xfrm>
              <a:off x="5116331" y="2144991"/>
              <a:ext cx="26651" cy="31941"/>
            </a:xfrm>
            <a:custGeom>
              <a:avLst/>
              <a:gdLst/>
              <a:ahLst/>
              <a:cxnLst/>
              <a:rect l="l" t="t" r="r" b="b"/>
              <a:pathLst>
                <a:path w="670" h="803" extrusionOk="0">
                  <a:moveTo>
                    <a:pt x="1" y="786"/>
                  </a:moveTo>
                  <a:cubicBezTo>
                    <a:pt x="318" y="803"/>
                    <a:pt x="669" y="185"/>
                    <a:pt x="653" y="1"/>
                  </a:cubicBezTo>
                  <a:cubicBezTo>
                    <a:pt x="486" y="18"/>
                    <a:pt x="369" y="251"/>
                    <a:pt x="285" y="368"/>
                  </a:cubicBezTo>
                  <a:cubicBezTo>
                    <a:pt x="185" y="502"/>
                    <a:pt x="18" y="636"/>
                    <a:pt x="1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97;p21">
              <a:extLst>
                <a:ext uri="{FF2B5EF4-FFF2-40B4-BE49-F238E27FC236}">
                  <a16:creationId xmlns:a16="http://schemas.microsoft.com/office/drawing/2014/main" id="{A0394CCC-F66B-4458-822E-657CD2EA3863}"/>
                </a:ext>
              </a:extLst>
            </p:cNvPr>
            <p:cNvSpPr/>
            <p:nvPr/>
          </p:nvSpPr>
          <p:spPr>
            <a:xfrm>
              <a:off x="4311468" y="3937497"/>
              <a:ext cx="25298" cy="37948"/>
            </a:xfrm>
            <a:custGeom>
              <a:avLst/>
              <a:gdLst/>
              <a:ahLst/>
              <a:cxnLst/>
              <a:rect l="l" t="t" r="r" b="b"/>
              <a:pathLst>
                <a:path w="636" h="954" extrusionOk="0">
                  <a:moveTo>
                    <a:pt x="586" y="101"/>
                  </a:moveTo>
                  <a:cubicBezTo>
                    <a:pt x="586" y="101"/>
                    <a:pt x="569" y="1"/>
                    <a:pt x="452" y="101"/>
                  </a:cubicBezTo>
                  <a:cubicBezTo>
                    <a:pt x="452" y="101"/>
                    <a:pt x="1" y="736"/>
                    <a:pt x="101" y="836"/>
                  </a:cubicBezTo>
                  <a:cubicBezTo>
                    <a:pt x="218" y="953"/>
                    <a:pt x="352" y="652"/>
                    <a:pt x="419" y="535"/>
                  </a:cubicBezTo>
                  <a:cubicBezTo>
                    <a:pt x="502" y="402"/>
                    <a:pt x="636" y="218"/>
                    <a:pt x="586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98;p21">
              <a:extLst>
                <a:ext uri="{FF2B5EF4-FFF2-40B4-BE49-F238E27FC236}">
                  <a16:creationId xmlns:a16="http://schemas.microsoft.com/office/drawing/2014/main" id="{2773E266-DF24-44F0-94D9-EBA5E20D5535}"/>
                </a:ext>
              </a:extLst>
            </p:cNvPr>
            <p:cNvSpPr/>
            <p:nvPr/>
          </p:nvSpPr>
          <p:spPr>
            <a:xfrm>
              <a:off x="5119672" y="2886728"/>
              <a:ext cx="32618" cy="30629"/>
            </a:xfrm>
            <a:custGeom>
              <a:avLst/>
              <a:gdLst/>
              <a:ahLst/>
              <a:cxnLst/>
              <a:rect l="l" t="t" r="r" b="b"/>
              <a:pathLst>
                <a:path w="820" h="770" extrusionOk="0">
                  <a:moveTo>
                    <a:pt x="285" y="769"/>
                  </a:moveTo>
                  <a:cubicBezTo>
                    <a:pt x="402" y="736"/>
                    <a:pt x="351" y="736"/>
                    <a:pt x="402" y="585"/>
                  </a:cubicBezTo>
                  <a:cubicBezTo>
                    <a:pt x="435" y="502"/>
                    <a:pt x="485" y="435"/>
                    <a:pt x="535" y="385"/>
                  </a:cubicBezTo>
                  <a:cubicBezTo>
                    <a:pt x="635" y="285"/>
                    <a:pt x="819" y="184"/>
                    <a:pt x="803" y="1"/>
                  </a:cubicBezTo>
                  <a:cubicBezTo>
                    <a:pt x="585" y="1"/>
                    <a:pt x="1" y="519"/>
                    <a:pt x="285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99;p21">
              <a:extLst>
                <a:ext uri="{FF2B5EF4-FFF2-40B4-BE49-F238E27FC236}">
                  <a16:creationId xmlns:a16="http://schemas.microsoft.com/office/drawing/2014/main" id="{57FD5FBA-F3E0-4F61-B8D4-E90D342CBAB0}"/>
                </a:ext>
              </a:extLst>
            </p:cNvPr>
            <p:cNvSpPr/>
            <p:nvPr/>
          </p:nvSpPr>
          <p:spPr>
            <a:xfrm>
              <a:off x="4659762" y="3279533"/>
              <a:ext cx="23946" cy="35919"/>
            </a:xfrm>
            <a:custGeom>
              <a:avLst/>
              <a:gdLst/>
              <a:ahLst/>
              <a:cxnLst/>
              <a:rect l="l" t="t" r="r" b="b"/>
              <a:pathLst>
                <a:path w="602" h="903" extrusionOk="0">
                  <a:moveTo>
                    <a:pt x="34" y="903"/>
                  </a:moveTo>
                  <a:cubicBezTo>
                    <a:pt x="217" y="869"/>
                    <a:pt x="184" y="769"/>
                    <a:pt x="334" y="502"/>
                  </a:cubicBezTo>
                  <a:cubicBezTo>
                    <a:pt x="384" y="418"/>
                    <a:pt x="602" y="117"/>
                    <a:pt x="501" y="67"/>
                  </a:cubicBezTo>
                  <a:cubicBezTo>
                    <a:pt x="368" y="0"/>
                    <a:pt x="0" y="635"/>
                    <a:pt x="34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600;p21">
              <a:extLst>
                <a:ext uri="{FF2B5EF4-FFF2-40B4-BE49-F238E27FC236}">
                  <a16:creationId xmlns:a16="http://schemas.microsoft.com/office/drawing/2014/main" id="{26D0D5CE-D357-4F0D-9138-78BB95E243DE}"/>
                </a:ext>
              </a:extLst>
            </p:cNvPr>
            <p:cNvSpPr/>
            <p:nvPr/>
          </p:nvSpPr>
          <p:spPr>
            <a:xfrm>
              <a:off x="4529490" y="3542066"/>
              <a:ext cx="22633" cy="31941"/>
            </a:xfrm>
            <a:custGeom>
              <a:avLst/>
              <a:gdLst/>
              <a:ahLst/>
              <a:cxnLst/>
              <a:rect l="l" t="t" r="r" b="b"/>
              <a:pathLst>
                <a:path w="569" h="803" extrusionOk="0">
                  <a:moveTo>
                    <a:pt x="34" y="769"/>
                  </a:moveTo>
                  <a:cubicBezTo>
                    <a:pt x="268" y="802"/>
                    <a:pt x="568" y="167"/>
                    <a:pt x="568" y="0"/>
                  </a:cubicBezTo>
                  <a:cubicBezTo>
                    <a:pt x="334" y="17"/>
                    <a:pt x="0" y="635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601;p21">
              <a:extLst>
                <a:ext uri="{FF2B5EF4-FFF2-40B4-BE49-F238E27FC236}">
                  <a16:creationId xmlns:a16="http://schemas.microsoft.com/office/drawing/2014/main" id="{ABB3BB3C-CE73-46BF-BF4E-05AD74C13C8D}"/>
                </a:ext>
              </a:extLst>
            </p:cNvPr>
            <p:cNvSpPr/>
            <p:nvPr/>
          </p:nvSpPr>
          <p:spPr>
            <a:xfrm>
              <a:off x="4889041" y="3615178"/>
              <a:ext cx="29276" cy="25935"/>
            </a:xfrm>
            <a:custGeom>
              <a:avLst/>
              <a:gdLst/>
              <a:ahLst/>
              <a:cxnLst/>
              <a:rect l="l" t="t" r="r" b="b"/>
              <a:pathLst>
                <a:path w="736" h="652" extrusionOk="0">
                  <a:moveTo>
                    <a:pt x="435" y="251"/>
                  </a:moveTo>
                  <a:cubicBezTo>
                    <a:pt x="301" y="150"/>
                    <a:pt x="235" y="0"/>
                    <a:pt x="67" y="0"/>
                  </a:cubicBezTo>
                  <a:cubicBezTo>
                    <a:pt x="1" y="217"/>
                    <a:pt x="552" y="652"/>
                    <a:pt x="736" y="635"/>
                  </a:cubicBezTo>
                  <a:cubicBezTo>
                    <a:pt x="736" y="485"/>
                    <a:pt x="535" y="334"/>
                    <a:pt x="43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602;p21">
              <a:extLst>
                <a:ext uri="{FF2B5EF4-FFF2-40B4-BE49-F238E27FC236}">
                  <a16:creationId xmlns:a16="http://schemas.microsoft.com/office/drawing/2014/main" id="{BBBA1D2F-190C-48D0-B984-AEAC567F1AAC}"/>
                </a:ext>
              </a:extLst>
            </p:cNvPr>
            <p:cNvSpPr/>
            <p:nvPr/>
          </p:nvSpPr>
          <p:spPr>
            <a:xfrm>
              <a:off x="4916965" y="3593221"/>
              <a:ext cx="29276" cy="27964"/>
            </a:xfrm>
            <a:custGeom>
              <a:avLst/>
              <a:gdLst/>
              <a:ahLst/>
              <a:cxnLst/>
              <a:rect l="l" t="t" r="r" b="b"/>
              <a:pathLst>
                <a:path w="736" h="703" extrusionOk="0">
                  <a:moveTo>
                    <a:pt x="518" y="602"/>
                  </a:moveTo>
                  <a:cubicBezTo>
                    <a:pt x="585" y="669"/>
                    <a:pt x="602" y="702"/>
                    <a:pt x="719" y="669"/>
                  </a:cubicBezTo>
                  <a:cubicBezTo>
                    <a:pt x="736" y="552"/>
                    <a:pt x="702" y="519"/>
                    <a:pt x="619" y="452"/>
                  </a:cubicBezTo>
                  <a:cubicBezTo>
                    <a:pt x="552" y="402"/>
                    <a:pt x="184" y="1"/>
                    <a:pt x="84" y="101"/>
                  </a:cubicBezTo>
                  <a:cubicBezTo>
                    <a:pt x="0" y="184"/>
                    <a:pt x="101" y="251"/>
                    <a:pt x="151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603;p21">
              <a:extLst>
                <a:ext uri="{FF2B5EF4-FFF2-40B4-BE49-F238E27FC236}">
                  <a16:creationId xmlns:a16="http://schemas.microsoft.com/office/drawing/2014/main" id="{9455C092-BFAD-43E6-BF64-C1028F8E087C}"/>
                </a:ext>
              </a:extLst>
            </p:cNvPr>
            <p:cNvSpPr/>
            <p:nvPr/>
          </p:nvSpPr>
          <p:spPr>
            <a:xfrm>
              <a:off x="4524160" y="3695569"/>
              <a:ext cx="21321" cy="33294"/>
            </a:xfrm>
            <a:custGeom>
              <a:avLst/>
              <a:gdLst/>
              <a:ahLst/>
              <a:cxnLst/>
              <a:rect l="l" t="t" r="r" b="b"/>
              <a:pathLst>
                <a:path w="536" h="837" extrusionOk="0">
                  <a:moveTo>
                    <a:pt x="84" y="836"/>
                  </a:moveTo>
                  <a:cubicBezTo>
                    <a:pt x="218" y="836"/>
                    <a:pt x="268" y="602"/>
                    <a:pt x="318" y="485"/>
                  </a:cubicBezTo>
                  <a:cubicBezTo>
                    <a:pt x="352" y="402"/>
                    <a:pt x="535" y="134"/>
                    <a:pt x="418" y="84"/>
                  </a:cubicBezTo>
                  <a:cubicBezTo>
                    <a:pt x="285" y="1"/>
                    <a:pt x="101" y="502"/>
                    <a:pt x="67" y="636"/>
                  </a:cubicBezTo>
                  <a:cubicBezTo>
                    <a:pt x="1" y="836"/>
                    <a:pt x="84" y="836"/>
                    <a:pt x="84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604;p21">
              <a:extLst>
                <a:ext uri="{FF2B5EF4-FFF2-40B4-BE49-F238E27FC236}">
                  <a16:creationId xmlns:a16="http://schemas.microsoft.com/office/drawing/2014/main" id="{387AFA0D-7AE7-475B-86A8-5BAC1F3F901A}"/>
                </a:ext>
              </a:extLst>
            </p:cNvPr>
            <p:cNvSpPr/>
            <p:nvPr/>
          </p:nvSpPr>
          <p:spPr>
            <a:xfrm>
              <a:off x="4477660" y="3164536"/>
              <a:ext cx="24622" cy="32618"/>
            </a:xfrm>
            <a:custGeom>
              <a:avLst/>
              <a:gdLst/>
              <a:ahLst/>
              <a:cxnLst/>
              <a:rect l="l" t="t" r="r" b="b"/>
              <a:pathLst>
                <a:path w="619" h="820" extrusionOk="0">
                  <a:moveTo>
                    <a:pt x="618" y="769"/>
                  </a:moveTo>
                  <a:cubicBezTo>
                    <a:pt x="618" y="669"/>
                    <a:pt x="167" y="1"/>
                    <a:pt x="67" y="185"/>
                  </a:cubicBezTo>
                  <a:cubicBezTo>
                    <a:pt x="0" y="285"/>
                    <a:pt x="351" y="652"/>
                    <a:pt x="418" y="736"/>
                  </a:cubicBezTo>
                  <a:cubicBezTo>
                    <a:pt x="468" y="786"/>
                    <a:pt x="485" y="819"/>
                    <a:pt x="568" y="803"/>
                  </a:cubicBezTo>
                  <a:cubicBezTo>
                    <a:pt x="618" y="786"/>
                    <a:pt x="585" y="803"/>
                    <a:pt x="618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605;p21">
              <a:extLst>
                <a:ext uri="{FF2B5EF4-FFF2-40B4-BE49-F238E27FC236}">
                  <a16:creationId xmlns:a16="http://schemas.microsoft.com/office/drawing/2014/main" id="{559EE0F8-9658-44D5-A78B-A7CB1D61A9A3}"/>
                </a:ext>
              </a:extLst>
            </p:cNvPr>
            <p:cNvSpPr/>
            <p:nvPr/>
          </p:nvSpPr>
          <p:spPr>
            <a:xfrm>
              <a:off x="4331437" y="3750741"/>
              <a:ext cx="17979" cy="33930"/>
            </a:xfrm>
            <a:custGeom>
              <a:avLst/>
              <a:gdLst/>
              <a:ahLst/>
              <a:cxnLst/>
              <a:rect l="l" t="t" r="r" b="b"/>
              <a:pathLst>
                <a:path w="452" h="853" extrusionOk="0">
                  <a:moveTo>
                    <a:pt x="84" y="853"/>
                  </a:moveTo>
                  <a:cubicBezTo>
                    <a:pt x="217" y="819"/>
                    <a:pt x="201" y="836"/>
                    <a:pt x="234" y="652"/>
                  </a:cubicBezTo>
                  <a:cubicBezTo>
                    <a:pt x="301" y="318"/>
                    <a:pt x="451" y="151"/>
                    <a:pt x="384" y="1"/>
                  </a:cubicBezTo>
                  <a:cubicBezTo>
                    <a:pt x="167" y="67"/>
                    <a:pt x="0" y="552"/>
                    <a:pt x="84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606;p21">
              <a:extLst>
                <a:ext uri="{FF2B5EF4-FFF2-40B4-BE49-F238E27FC236}">
                  <a16:creationId xmlns:a16="http://schemas.microsoft.com/office/drawing/2014/main" id="{F853DE00-249B-4EFB-87B2-40B996767879}"/>
                </a:ext>
              </a:extLst>
            </p:cNvPr>
            <p:cNvSpPr/>
            <p:nvPr/>
          </p:nvSpPr>
          <p:spPr>
            <a:xfrm>
              <a:off x="4870425" y="3620468"/>
              <a:ext cx="26651" cy="23310"/>
            </a:xfrm>
            <a:custGeom>
              <a:avLst/>
              <a:gdLst/>
              <a:ahLst/>
              <a:cxnLst/>
              <a:rect l="l" t="t" r="r" b="b"/>
              <a:pathLst>
                <a:path w="670" h="586" extrusionOk="0">
                  <a:moveTo>
                    <a:pt x="118" y="251"/>
                  </a:moveTo>
                  <a:cubicBezTo>
                    <a:pt x="268" y="385"/>
                    <a:pt x="469" y="586"/>
                    <a:pt x="669" y="586"/>
                  </a:cubicBezTo>
                  <a:cubicBezTo>
                    <a:pt x="669" y="368"/>
                    <a:pt x="168" y="1"/>
                    <a:pt x="34" y="51"/>
                  </a:cubicBezTo>
                  <a:cubicBezTo>
                    <a:pt x="1" y="168"/>
                    <a:pt x="68" y="201"/>
                    <a:pt x="11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607;p21">
              <a:extLst>
                <a:ext uri="{FF2B5EF4-FFF2-40B4-BE49-F238E27FC236}">
                  <a16:creationId xmlns:a16="http://schemas.microsoft.com/office/drawing/2014/main" id="{B4B7002C-BA10-47BD-A41E-DC129714C262}"/>
                </a:ext>
              </a:extLst>
            </p:cNvPr>
            <p:cNvSpPr/>
            <p:nvPr/>
          </p:nvSpPr>
          <p:spPr>
            <a:xfrm>
              <a:off x="4539435" y="3289478"/>
              <a:ext cx="24662" cy="29316"/>
            </a:xfrm>
            <a:custGeom>
              <a:avLst/>
              <a:gdLst/>
              <a:ahLst/>
              <a:cxnLst/>
              <a:rect l="l" t="t" r="r" b="b"/>
              <a:pathLst>
                <a:path w="620" h="737" extrusionOk="0">
                  <a:moveTo>
                    <a:pt x="1" y="686"/>
                  </a:moveTo>
                  <a:cubicBezTo>
                    <a:pt x="201" y="736"/>
                    <a:pt x="619" y="201"/>
                    <a:pt x="552" y="68"/>
                  </a:cubicBezTo>
                  <a:cubicBezTo>
                    <a:pt x="369" y="1"/>
                    <a:pt x="18" y="536"/>
                    <a:pt x="1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608;p21">
              <a:extLst>
                <a:ext uri="{FF2B5EF4-FFF2-40B4-BE49-F238E27FC236}">
                  <a16:creationId xmlns:a16="http://schemas.microsoft.com/office/drawing/2014/main" id="{07AD408A-7710-435D-B6D4-8AD818E2FFF8}"/>
                </a:ext>
              </a:extLst>
            </p:cNvPr>
            <p:cNvSpPr/>
            <p:nvPr/>
          </p:nvSpPr>
          <p:spPr>
            <a:xfrm>
              <a:off x="5070507" y="2206806"/>
              <a:ext cx="35243" cy="32618"/>
            </a:xfrm>
            <a:custGeom>
              <a:avLst/>
              <a:gdLst/>
              <a:ahLst/>
              <a:cxnLst/>
              <a:rect l="l" t="t" r="r" b="b"/>
              <a:pathLst>
                <a:path w="886" h="820" extrusionOk="0">
                  <a:moveTo>
                    <a:pt x="585" y="101"/>
                  </a:moveTo>
                  <a:cubicBezTo>
                    <a:pt x="434" y="168"/>
                    <a:pt x="368" y="285"/>
                    <a:pt x="267" y="418"/>
                  </a:cubicBezTo>
                  <a:cubicBezTo>
                    <a:pt x="234" y="452"/>
                    <a:pt x="0" y="819"/>
                    <a:pt x="217" y="736"/>
                  </a:cubicBezTo>
                  <a:cubicBezTo>
                    <a:pt x="318" y="702"/>
                    <a:pt x="886" y="1"/>
                    <a:pt x="58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609;p21">
              <a:extLst>
                <a:ext uri="{FF2B5EF4-FFF2-40B4-BE49-F238E27FC236}">
                  <a16:creationId xmlns:a16="http://schemas.microsoft.com/office/drawing/2014/main" id="{67A78828-C9CB-47E5-B1CF-64D9330C5BBA}"/>
                </a:ext>
              </a:extLst>
            </p:cNvPr>
            <p:cNvSpPr/>
            <p:nvPr/>
          </p:nvSpPr>
          <p:spPr>
            <a:xfrm>
              <a:off x="4348700" y="3750064"/>
              <a:ext cx="18656" cy="31941"/>
            </a:xfrm>
            <a:custGeom>
              <a:avLst/>
              <a:gdLst/>
              <a:ahLst/>
              <a:cxnLst/>
              <a:rect l="l" t="t" r="r" b="b"/>
              <a:pathLst>
                <a:path w="469" h="803" extrusionOk="0">
                  <a:moveTo>
                    <a:pt x="101" y="803"/>
                  </a:moveTo>
                  <a:cubicBezTo>
                    <a:pt x="285" y="770"/>
                    <a:pt x="168" y="786"/>
                    <a:pt x="301" y="435"/>
                  </a:cubicBezTo>
                  <a:cubicBezTo>
                    <a:pt x="335" y="352"/>
                    <a:pt x="368" y="302"/>
                    <a:pt x="385" y="235"/>
                  </a:cubicBezTo>
                  <a:cubicBezTo>
                    <a:pt x="468" y="34"/>
                    <a:pt x="402" y="51"/>
                    <a:pt x="385" y="34"/>
                  </a:cubicBezTo>
                  <a:cubicBezTo>
                    <a:pt x="218" y="1"/>
                    <a:pt x="1" y="519"/>
                    <a:pt x="10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610;p21">
              <a:extLst>
                <a:ext uri="{FF2B5EF4-FFF2-40B4-BE49-F238E27FC236}">
                  <a16:creationId xmlns:a16="http://schemas.microsoft.com/office/drawing/2014/main" id="{92364AD1-95E0-48DF-A8C8-843403C40450}"/>
                </a:ext>
              </a:extLst>
            </p:cNvPr>
            <p:cNvSpPr/>
            <p:nvPr/>
          </p:nvSpPr>
          <p:spPr>
            <a:xfrm>
              <a:off x="4499577" y="3698234"/>
              <a:ext cx="20645" cy="28640"/>
            </a:xfrm>
            <a:custGeom>
              <a:avLst/>
              <a:gdLst/>
              <a:ahLst/>
              <a:cxnLst/>
              <a:rect l="l" t="t" r="r" b="b"/>
              <a:pathLst>
                <a:path w="519" h="720" extrusionOk="0">
                  <a:moveTo>
                    <a:pt x="34" y="702"/>
                  </a:moveTo>
                  <a:cubicBezTo>
                    <a:pt x="201" y="686"/>
                    <a:pt x="151" y="719"/>
                    <a:pt x="218" y="569"/>
                  </a:cubicBezTo>
                  <a:cubicBezTo>
                    <a:pt x="335" y="335"/>
                    <a:pt x="518" y="201"/>
                    <a:pt x="485" y="1"/>
                  </a:cubicBezTo>
                  <a:cubicBezTo>
                    <a:pt x="284" y="1"/>
                    <a:pt x="0" y="452"/>
                    <a:pt x="34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611;p21">
              <a:extLst>
                <a:ext uri="{FF2B5EF4-FFF2-40B4-BE49-F238E27FC236}">
                  <a16:creationId xmlns:a16="http://schemas.microsoft.com/office/drawing/2014/main" id="{FE65EBC6-D293-4DF4-ADDA-50A591CFE098}"/>
                </a:ext>
              </a:extLst>
            </p:cNvPr>
            <p:cNvSpPr/>
            <p:nvPr/>
          </p:nvSpPr>
          <p:spPr>
            <a:xfrm>
              <a:off x="5190795" y="2341732"/>
              <a:ext cx="26611" cy="21321"/>
            </a:xfrm>
            <a:custGeom>
              <a:avLst/>
              <a:gdLst/>
              <a:ahLst/>
              <a:cxnLst/>
              <a:rect l="l" t="t" r="r" b="b"/>
              <a:pathLst>
                <a:path w="669" h="536" extrusionOk="0">
                  <a:moveTo>
                    <a:pt x="34" y="535"/>
                  </a:moveTo>
                  <a:cubicBezTo>
                    <a:pt x="184" y="519"/>
                    <a:pt x="284" y="402"/>
                    <a:pt x="368" y="318"/>
                  </a:cubicBezTo>
                  <a:cubicBezTo>
                    <a:pt x="502" y="218"/>
                    <a:pt x="635" y="168"/>
                    <a:pt x="669" y="1"/>
                  </a:cubicBezTo>
                  <a:cubicBezTo>
                    <a:pt x="401" y="17"/>
                    <a:pt x="0" y="285"/>
                    <a:pt x="34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612;p21">
              <a:extLst>
                <a:ext uri="{FF2B5EF4-FFF2-40B4-BE49-F238E27FC236}">
                  <a16:creationId xmlns:a16="http://schemas.microsoft.com/office/drawing/2014/main" id="{14B1752C-BEE5-454B-8ED6-1D9E89D49641}"/>
                </a:ext>
              </a:extLst>
            </p:cNvPr>
            <p:cNvSpPr/>
            <p:nvPr/>
          </p:nvSpPr>
          <p:spPr>
            <a:xfrm>
              <a:off x="4924284" y="3218395"/>
              <a:ext cx="33930" cy="25935"/>
            </a:xfrm>
            <a:custGeom>
              <a:avLst/>
              <a:gdLst/>
              <a:ahLst/>
              <a:cxnLst/>
              <a:rect l="l" t="t" r="r" b="b"/>
              <a:pathLst>
                <a:path w="853" h="652" extrusionOk="0">
                  <a:moveTo>
                    <a:pt x="0" y="551"/>
                  </a:moveTo>
                  <a:cubicBezTo>
                    <a:pt x="0" y="551"/>
                    <a:pt x="0" y="652"/>
                    <a:pt x="234" y="535"/>
                  </a:cubicBezTo>
                  <a:cubicBezTo>
                    <a:pt x="301" y="518"/>
                    <a:pt x="351" y="468"/>
                    <a:pt x="418" y="435"/>
                  </a:cubicBezTo>
                  <a:cubicBezTo>
                    <a:pt x="735" y="267"/>
                    <a:pt x="852" y="0"/>
                    <a:pt x="268" y="301"/>
                  </a:cubicBezTo>
                  <a:cubicBezTo>
                    <a:pt x="151" y="368"/>
                    <a:pt x="0" y="435"/>
                    <a:pt x="0" y="5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613;p21">
              <a:extLst>
                <a:ext uri="{FF2B5EF4-FFF2-40B4-BE49-F238E27FC236}">
                  <a16:creationId xmlns:a16="http://schemas.microsoft.com/office/drawing/2014/main" id="{B66B480A-3731-40E9-8DE3-90E08F4D1D27}"/>
                </a:ext>
              </a:extLst>
            </p:cNvPr>
            <p:cNvSpPr/>
            <p:nvPr/>
          </p:nvSpPr>
          <p:spPr>
            <a:xfrm>
              <a:off x="4665053" y="3313424"/>
              <a:ext cx="19332" cy="24622"/>
            </a:xfrm>
            <a:custGeom>
              <a:avLst/>
              <a:gdLst/>
              <a:ahLst/>
              <a:cxnLst/>
              <a:rect l="l" t="t" r="r" b="b"/>
              <a:pathLst>
                <a:path w="486" h="619" extrusionOk="0">
                  <a:moveTo>
                    <a:pt x="1" y="619"/>
                  </a:moveTo>
                  <a:cubicBezTo>
                    <a:pt x="135" y="602"/>
                    <a:pt x="101" y="602"/>
                    <a:pt x="168" y="518"/>
                  </a:cubicBezTo>
                  <a:cubicBezTo>
                    <a:pt x="285" y="368"/>
                    <a:pt x="469" y="218"/>
                    <a:pt x="485" y="17"/>
                  </a:cubicBezTo>
                  <a:cubicBezTo>
                    <a:pt x="352" y="0"/>
                    <a:pt x="368" y="0"/>
                    <a:pt x="151" y="218"/>
                  </a:cubicBezTo>
                  <a:cubicBezTo>
                    <a:pt x="68" y="318"/>
                    <a:pt x="1" y="435"/>
                    <a:pt x="1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614;p21">
              <a:extLst>
                <a:ext uri="{FF2B5EF4-FFF2-40B4-BE49-F238E27FC236}">
                  <a16:creationId xmlns:a16="http://schemas.microsoft.com/office/drawing/2014/main" id="{3701968F-A701-4C93-8C0C-7D8915B9C53D}"/>
                </a:ext>
              </a:extLst>
            </p:cNvPr>
            <p:cNvSpPr/>
            <p:nvPr/>
          </p:nvSpPr>
          <p:spPr>
            <a:xfrm>
              <a:off x="4906981" y="3605870"/>
              <a:ext cx="24622" cy="23946"/>
            </a:xfrm>
            <a:custGeom>
              <a:avLst/>
              <a:gdLst/>
              <a:ahLst/>
              <a:cxnLst/>
              <a:rect l="l" t="t" r="r" b="b"/>
              <a:pathLst>
                <a:path w="619" h="602" extrusionOk="0">
                  <a:moveTo>
                    <a:pt x="586" y="552"/>
                  </a:moveTo>
                  <a:cubicBezTo>
                    <a:pt x="619" y="384"/>
                    <a:pt x="251" y="0"/>
                    <a:pt x="51" y="34"/>
                  </a:cubicBezTo>
                  <a:cubicBezTo>
                    <a:pt x="1" y="201"/>
                    <a:pt x="435" y="602"/>
                    <a:pt x="586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615;p21">
              <a:extLst>
                <a:ext uri="{FF2B5EF4-FFF2-40B4-BE49-F238E27FC236}">
                  <a16:creationId xmlns:a16="http://schemas.microsoft.com/office/drawing/2014/main" id="{897A43BB-C067-4B09-800B-9BCB48B4E5E0}"/>
                </a:ext>
              </a:extLst>
            </p:cNvPr>
            <p:cNvSpPr/>
            <p:nvPr/>
          </p:nvSpPr>
          <p:spPr>
            <a:xfrm>
              <a:off x="4609921" y="3009681"/>
              <a:ext cx="25259" cy="31265"/>
            </a:xfrm>
            <a:custGeom>
              <a:avLst/>
              <a:gdLst/>
              <a:ahLst/>
              <a:cxnLst/>
              <a:rect l="l" t="t" r="r" b="b"/>
              <a:pathLst>
                <a:path w="635" h="786" extrusionOk="0">
                  <a:moveTo>
                    <a:pt x="33" y="769"/>
                  </a:moveTo>
                  <a:cubicBezTo>
                    <a:pt x="33" y="786"/>
                    <a:pt x="50" y="769"/>
                    <a:pt x="50" y="786"/>
                  </a:cubicBezTo>
                  <a:lnTo>
                    <a:pt x="117" y="786"/>
                  </a:lnTo>
                  <a:cubicBezTo>
                    <a:pt x="117" y="786"/>
                    <a:pt x="201" y="719"/>
                    <a:pt x="217" y="719"/>
                  </a:cubicBezTo>
                  <a:cubicBezTo>
                    <a:pt x="267" y="669"/>
                    <a:pt x="551" y="385"/>
                    <a:pt x="568" y="301"/>
                  </a:cubicBezTo>
                  <a:cubicBezTo>
                    <a:pt x="635" y="1"/>
                    <a:pt x="0" y="552"/>
                    <a:pt x="33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616;p21">
              <a:extLst>
                <a:ext uri="{FF2B5EF4-FFF2-40B4-BE49-F238E27FC236}">
                  <a16:creationId xmlns:a16="http://schemas.microsoft.com/office/drawing/2014/main" id="{89AFF107-AB9B-4A37-9A05-23463AAE2008}"/>
                </a:ext>
              </a:extLst>
            </p:cNvPr>
            <p:cNvSpPr/>
            <p:nvPr/>
          </p:nvSpPr>
          <p:spPr>
            <a:xfrm>
              <a:off x="4527501" y="3965421"/>
              <a:ext cx="17303" cy="25975"/>
            </a:xfrm>
            <a:custGeom>
              <a:avLst/>
              <a:gdLst/>
              <a:ahLst/>
              <a:cxnLst/>
              <a:rect l="l" t="t" r="r" b="b"/>
              <a:pathLst>
                <a:path w="435" h="653" extrusionOk="0">
                  <a:moveTo>
                    <a:pt x="50" y="652"/>
                  </a:moveTo>
                  <a:cubicBezTo>
                    <a:pt x="201" y="635"/>
                    <a:pt x="201" y="485"/>
                    <a:pt x="268" y="368"/>
                  </a:cubicBezTo>
                  <a:cubicBezTo>
                    <a:pt x="351" y="234"/>
                    <a:pt x="435" y="168"/>
                    <a:pt x="418" y="0"/>
                  </a:cubicBezTo>
                  <a:cubicBezTo>
                    <a:pt x="284" y="0"/>
                    <a:pt x="201" y="84"/>
                    <a:pt x="117" y="251"/>
                  </a:cubicBezTo>
                  <a:cubicBezTo>
                    <a:pt x="34" y="385"/>
                    <a:pt x="0" y="535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617;p21">
              <a:extLst>
                <a:ext uri="{FF2B5EF4-FFF2-40B4-BE49-F238E27FC236}">
                  <a16:creationId xmlns:a16="http://schemas.microsoft.com/office/drawing/2014/main" id="{B309F797-7D94-4773-91DB-875906260431}"/>
                </a:ext>
              </a:extLst>
            </p:cNvPr>
            <p:cNvSpPr/>
            <p:nvPr/>
          </p:nvSpPr>
          <p:spPr>
            <a:xfrm>
              <a:off x="4797314" y="2242685"/>
              <a:ext cx="22633" cy="20645"/>
            </a:xfrm>
            <a:custGeom>
              <a:avLst/>
              <a:gdLst/>
              <a:ahLst/>
              <a:cxnLst/>
              <a:rect l="l" t="t" r="r" b="b"/>
              <a:pathLst>
                <a:path w="569" h="519" extrusionOk="0">
                  <a:moveTo>
                    <a:pt x="51" y="519"/>
                  </a:moveTo>
                  <a:cubicBezTo>
                    <a:pt x="218" y="502"/>
                    <a:pt x="385" y="335"/>
                    <a:pt x="469" y="201"/>
                  </a:cubicBezTo>
                  <a:cubicBezTo>
                    <a:pt x="552" y="118"/>
                    <a:pt x="569" y="135"/>
                    <a:pt x="519" y="1"/>
                  </a:cubicBezTo>
                  <a:cubicBezTo>
                    <a:pt x="368" y="1"/>
                    <a:pt x="1" y="318"/>
                    <a:pt x="51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618;p21">
              <a:extLst>
                <a:ext uri="{FF2B5EF4-FFF2-40B4-BE49-F238E27FC236}">
                  <a16:creationId xmlns:a16="http://schemas.microsoft.com/office/drawing/2014/main" id="{9146F58A-8E3D-4E3A-B823-3DD87B14D767}"/>
                </a:ext>
              </a:extLst>
            </p:cNvPr>
            <p:cNvSpPr/>
            <p:nvPr/>
          </p:nvSpPr>
          <p:spPr>
            <a:xfrm>
              <a:off x="4718235" y="3005703"/>
              <a:ext cx="20645" cy="21957"/>
            </a:xfrm>
            <a:custGeom>
              <a:avLst/>
              <a:gdLst/>
              <a:ahLst/>
              <a:cxnLst/>
              <a:rect l="l" t="t" r="r" b="b"/>
              <a:pathLst>
                <a:path w="519" h="552" extrusionOk="0">
                  <a:moveTo>
                    <a:pt x="84" y="552"/>
                  </a:moveTo>
                  <a:cubicBezTo>
                    <a:pt x="335" y="518"/>
                    <a:pt x="67" y="318"/>
                    <a:pt x="368" y="184"/>
                  </a:cubicBezTo>
                  <a:cubicBezTo>
                    <a:pt x="518" y="117"/>
                    <a:pt x="452" y="184"/>
                    <a:pt x="502" y="84"/>
                  </a:cubicBezTo>
                  <a:cubicBezTo>
                    <a:pt x="502" y="84"/>
                    <a:pt x="502" y="0"/>
                    <a:pt x="301" y="17"/>
                  </a:cubicBezTo>
                  <a:cubicBezTo>
                    <a:pt x="218" y="34"/>
                    <a:pt x="168" y="67"/>
                    <a:pt x="117" y="117"/>
                  </a:cubicBezTo>
                  <a:cubicBezTo>
                    <a:pt x="34" y="234"/>
                    <a:pt x="1" y="418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619;p21">
              <a:extLst>
                <a:ext uri="{FF2B5EF4-FFF2-40B4-BE49-F238E27FC236}">
                  <a16:creationId xmlns:a16="http://schemas.microsoft.com/office/drawing/2014/main" id="{F8A8FB04-FCD2-4523-A418-E7BCCD3EB970}"/>
                </a:ext>
              </a:extLst>
            </p:cNvPr>
            <p:cNvSpPr/>
            <p:nvPr/>
          </p:nvSpPr>
          <p:spPr>
            <a:xfrm>
              <a:off x="4337403" y="3954124"/>
              <a:ext cx="21957" cy="25298"/>
            </a:xfrm>
            <a:custGeom>
              <a:avLst/>
              <a:gdLst/>
              <a:ahLst/>
              <a:cxnLst/>
              <a:rect l="l" t="t" r="r" b="b"/>
              <a:pathLst>
                <a:path w="552" h="636" extrusionOk="0">
                  <a:moveTo>
                    <a:pt x="201" y="635"/>
                  </a:moveTo>
                  <a:cubicBezTo>
                    <a:pt x="318" y="602"/>
                    <a:pt x="268" y="619"/>
                    <a:pt x="335" y="502"/>
                  </a:cubicBezTo>
                  <a:cubicBezTo>
                    <a:pt x="418" y="351"/>
                    <a:pt x="552" y="184"/>
                    <a:pt x="502" y="51"/>
                  </a:cubicBezTo>
                  <a:cubicBezTo>
                    <a:pt x="318" y="0"/>
                    <a:pt x="1" y="535"/>
                    <a:pt x="201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620;p21">
              <a:extLst>
                <a:ext uri="{FF2B5EF4-FFF2-40B4-BE49-F238E27FC236}">
                  <a16:creationId xmlns:a16="http://schemas.microsoft.com/office/drawing/2014/main" id="{DA507844-7C47-4763-B4AF-4C22D69285E9}"/>
                </a:ext>
              </a:extLst>
            </p:cNvPr>
            <p:cNvSpPr/>
            <p:nvPr/>
          </p:nvSpPr>
          <p:spPr>
            <a:xfrm>
              <a:off x="4661751" y="3413107"/>
              <a:ext cx="17979" cy="23986"/>
            </a:xfrm>
            <a:custGeom>
              <a:avLst/>
              <a:gdLst/>
              <a:ahLst/>
              <a:cxnLst/>
              <a:rect l="l" t="t" r="r" b="b"/>
              <a:pathLst>
                <a:path w="452" h="603" extrusionOk="0">
                  <a:moveTo>
                    <a:pt x="84" y="602"/>
                  </a:moveTo>
                  <a:cubicBezTo>
                    <a:pt x="234" y="585"/>
                    <a:pt x="234" y="485"/>
                    <a:pt x="301" y="352"/>
                  </a:cubicBezTo>
                  <a:cubicBezTo>
                    <a:pt x="368" y="218"/>
                    <a:pt x="451" y="168"/>
                    <a:pt x="451" y="1"/>
                  </a:cubicBezTo>
                  <a:cubicBezTo>
                    <a:pt x="318" y="1"/>
                    <a:pt x="318" y="17"/>
                    <a:pt x="268" y="84"/>
                  </a:cubicBezTo>
                  <a:cubicBezTo>
                    <a:pt x="151" y="201"/>
                    <a:pt x="0" y="435"/>
                    <a:pt x="84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621;p21">
              <a:extLst>
                <a:ext uri="{FF2B5EF4-FFF2-40B4-BE49-F238E27FC236}">
                  <a16:creationId xmlns:a16="http://schemas.microsoft.com/office/drawing/2014/main" id="{C75D7972-1BC0-4136-B425-DDBA156979D4}"/>
                </a:ext>
              </a:extLst>
            </p:cNvPr>
            <p:cNvSpPr/>
            <p:nvPr/>
          </p:nvSpPr>
          <p:spPr>
            <a:xfrm>
              <a:off x="4665729" y="3250933"/>
              <a:ext cx="19332" cy="25975"/>
            </a:xfrm>
            <a:custGeom>
              <a:avLst/>
              <a:gdLst/>
              <a:ahLst/>
              <a:cxnLst/>
              <a:rect l="l" t="t" r="r" b="b"/>
              <a:pathLst>
                <a:path w="486" h="653" extrusionOk="0">
                  <a:moveTo>
                    <a:pt x="34" y="619"/>
                  </a:moveTo>
                  <a:cubicBezTo>
                    <a:pt x="234" y="652"/>
                    <a:pt x="485" y="151"/>
                    <a:pt x="435" y="101"/>
                  </a:cubicBezTo>
                  <a:cubicBezTo>
                    <a:pt x="318" y="1"/>
                    <a:pt x="201" y="218"/>
                    <a:pt x="168" y="268"/>
                  </a:cubicBezTo>
                  <a:cubicBezTo>
                    <a:pt x="101" y="368"/>
                    <a:pt x="1" y="469"/>
                    <a:pt x="34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622;p21">
              <a:extLst>
                <a:ext uri="{FF2B5EF4-FFF2-40B4-BE49-F238E27FC236}">
                  <a16:creationId xmlns:a16="http://schemas.microsoft.com/office/drawing/2014/main" id="{B4E98651-0E40-44A0-B12B-92736B676077}"/>
                </a:ext>
              </a:extLst>
            </p:cNvPr>
            <p:cNvSpPr/>
            <p:nvPr/>
          </p:nvSpPr>
          <p:spPr>
            <a:xfrm>
              <a:off x="4797314" y="3537412"/>
              <a:ext cx="22633" cy="18656"/>
            </a:xfrm>
            <a:custGeom>
              <a:avLst/>
              <a:gdLst/>
              <a:ahLst/>
              <a:cxnLst/>
              <a:rect l="l" t="t" r="r" b="b"/>
              <a:pathLst>
                <a:path w="569" h="469" extrusionOk="0">
                  <a:moveTo>
                    <a:pt x="34" y="401"/>
                  </a:moveTo>
                  <a:cubicBezTo>
                    <a:pt x="151" y="468"/>
                    <a:pt x="235" y="384"/>
                    <a:pt x="335" y="301"/>
                  </a:cubicBezTo>
                  <a:cubicBezTo>
                    <a:pt x="452" y="217"/>
                    <a:pt x="569" y="184"/>
                    <a:pt x="536" y="0"/>
                  </a:cubicBezTo>
                  <a:cubicBezTo>
                    <a:pt x="402" y="0"/>
                    <a:pt x="302" y="84"/>
                    <a:pt x="218" y="134"/>
                  </a:cubicBezTo>
                  <a:cubicBezTo>
                    <a:pt x="34" y="284"/>
                    <a:pt x="1" y="318"/>
                    <a:pt x="34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623;p21">
              <a:extLst>
                <a:ext uri="{FF2B5EF4-FFF2-40B4-BE49-F238E27FC236}">
                  <a16:creationId xmlns:a16="http://schemas.microsoft.com/office/drawing/2014/main" id="{EFE2527A-D10E-4998-A9FE-EA581B5EA3EE}"/>
                </a:ext>
              </a:extLst>
            </p:cNvPr>
            <p:cNvSpPr/>
            <p:nvPr/>
          </p:nvSpPr>
          <p:spPr>
            <a:xfrm>
              <a:off x="4641146" y="4114310"/>
              <a:ext cx="20645" cy="21281"/>
            </a:xfrm>
            <a:custGeom>
              <a:avLst/>
              <a:gdLst/>
              <a:ahLst/>
              <a:cxnLst/>
              <a:rect l="l" t="t" r="r" b="b"/>
              <a:pathLst>
                <a:path w="519" h="535" extrusionOk="0">
                  <a:moveTo>
                    <a:pt x="0" y="535"/>
                  </a:moveTo>
                  <a:cubicBezTo>
                    <a:pt x="167" y="535"/>
                    <a:pt x="268" y="435"/>
                    <a:pt x="335" y="351"/>
                  </a:cubicBezTo>
                  <a:cubicBezTo>
                    <a:pt x="401" y="268"/>
                    <a:pt x="518" y="151"/>
                    <a:pt x="468" y="0"/>
                  </a:cubicBezTo>
                  <a:cubicBezTo>
                    <a:pt x="335" y="17"/>
                    <a:pt x="17" y="351"/>
                    <a:pt x="0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624;p21">
              <a:extLst>
                <a:ext uri="{FF2B5EF4-FFF2-40B4-BE49-F238E27FC236}">
                  <a16:creationId xmlns:a16="http://schemas.microsoft.com/office/drawing/2014/main" id="{FA0609B4-0586-4014-B419-E0C77D1E5EF1}"/>
                </a:ext>
              </a:extLst>
            </p:cNvPr>
            <p:cNvSpPr/>
            <p:nvPr/>
          </p:nvSpPr>
          <p:spPr>
            <a:xfrm>
              <a:off x="4572013" y="3591232"/>
              <a:ext cx="18656" cy="21957"/>
            </a:xfrm>
            <a:custGeom>
              <a:avLst/>
              <a:gdLst/>
              <a:ahLst/>
              <a:cxnLst/>
              <a:rect l="l" t="t" r="r" b="b"/>
              <a:pathLst>
                <a:path w="469" h="552" extrusionOk="0">
                  <a:moveTo>
                    <a:pt x="67" y="535"/>
                  </a:moveTo>
                  <a:cubicBezTo>
                    <a:pt x="235" y="552"/>
                    <a:pt x="468" y="118"/>
                    <a:pt x="435" y="17"/>
                  </a:cubicBezTo>
                  <a:lnTo>
                    <a:pt x="368" y="1"/>
                  </a:lnTo>
                  <a:cubicBezTo>
                    <a:pt x="368" y="1"/>
                    <a:pt x="352" y="1"/>
                    <a:pt x="352" y="1"/>
                  </a:cubicBezTo>
                  <a:cubicBezTo>
                    <a:pt x="318" y="1"/>
                    <a:pt x="285" y="34"/>
                    <a:pt x="268" y="51"/>
                  </a:cubicBezTo>
                  <a:cubicBezTo>
                    <a:pt x="168" y="151"/>
                    <a:pt x="1" y="368"/>
                    <a:pt x="67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625;p21">
              <a:extLst>
                <a:ext uri="{FF2B5EF4-FFF2-40B4-BE49-F238E27FC236}">
                  <a16:creationId xmlns:a16="http://schemas.microsoft.com/office/drawing/2014/main" id="{AAAD6641-C82C-4A0F-8126-02F2DD66BA8D}"/>
                </a:ext>
              </a:extLst>
            </p:cNvPr>
            <p:cNvSpPr/>
            <p:nvPr/>
          </p:nvSpPr>
          <p:spPr>
            <a:xfrm>
              <a:off x="4573365" y="3295484"/>
              <a:ext cx="18616" cy="23310"/>
            </a:xfrm>
            <a:custGeom>
              <a:avLst/>
              <a:gdLst/>
              <a:ahLst/>
              <a:cxnLst/>
              <a:rect l="l" t="t" r="r" b="b"/>
              <a:pathLst>
                <a:path w="468" h="586" extrusionOk="0">
                  <a:moveTo>
                    <a:pt x="84" y="585"/>
                  </a:moveTo>
                  <a:cubicBezTo>
                    <a:pt x="234" y="568"/>
                    <a:pt x="468" y="217"/>
                    <a:pt x="468" y="67"/>
                  </a:cubicBezTo>
                  <a:cubicBezTo>
                    <a:pt x="251" y="0"/>
                    <a:pt x="0" y="435"/>
                    <a:pt x="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626;p21">
              <a:extLst>
                <a:ext uri="{FF2B5EF4-FFF2-40B4-BE49-F238E27FC236}">
                  <a16:creationId xmlns:a16="http://schemas.microsoft.com/office/drawing/2014/main" id="{B6F7CA44-9301-4FD2-B691-1F11E2211812}"/>
                </a:ext>
              </a:extLst>
            </p:cNvPr>
            <p:cNvSpPr/>
            <p:nvPr/>
          </p:nvSpPr>
          <p:spPr>
            <a:xfrm>
              <a:off x="4297546" y="3932843"/>
              <a:ext cx="17303" cy="22633"/>
            </a:xfrm>
            <a:custGeom>
              <a:avLst/>
              <a:gdLst/>
              <a:ahLst/>
              <a:cxnLst/>
              <a:rect l="l" t="t" r="r" b="b"/>
              <a:pathLst>
                <a:path w="435" h="569" extrusionOk="0">
                  <a:moveTo>
                    <a:pt x="84" y="569"/>
                  </a:moveTo>
                  <a:cubicBezTo>
                    <a:pt x="201" y="569"/>
                    <a:pt x="167" y="569"/>
                    <a:pt x="234" y="502"/>
                  </a:cubicBezTo>
                  <a:cubicBezTo>
                    <a:pt x="301" y="402"/>
                    <a:pt x="434" y="168"/>
                    <a:pt x="368" y="17"/>
                  </a:cubicBezTo>
                  <a:cubicBezTo>
                    <a:pt x="234" y="1"/>
                    <a:pt x="0" y="435"/>
                    <a:pt x="84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627;p21">
              <a:extLst>
                <a:ext uri="{FF2B5EF4-FFF2-40B4-BE49-F238E27FC236}">
                  <a16:creationId xmlns:a16="http://schemas.microsoft.com/office/drawing/2014/main" id="{74A0F4D2-8E31-4F2E-A386-CABE1F130E2B}"/>
                </a:ext>
              </a:extLst>
            </p:cNvPr>
            <p:cNvSpPr/>
            <p:nvPr/>
          </p:nvSpPr>
          <p:spPr>
            <a:xfrm>
              <a:off x="4476983" y="3970752"/>
              <a:ext cx="12013" cy="23270"/>
            </a:xfrm>
            <a:custGeom>
              <a:avLst/>
              <a:gdLst/>
              <a:ahLst/>
              <a:cxnLst/>
              <a:rect l="l" t="t" r="r" b="b"/>
              <a:pathLst>
                <a:path w="302" h="585" extrusionOk="0">
                  <a:moveTo>
                    <a:pt x="34" y="585"/>
                  </a:moveTo>
                  <a:cubicBezTo>
                    <a:pt x="284" y="585"/>
                    <a:pt x="301" y="117"/>
                    <a:pt x="251" y="17"/>
                  </a:cubicBezTo>
                  <a:cubicBezTo>
                    <a:pt x="134" y="34"/>
                    <a:pt x="151" y="0"/>
                    <a:pt x="101" y="117"/>
                  </a:cubicBezTo>
                  <a:cubicBezTo>
                    <a:pt x="50" y="234"/>
                    <a:pt x="0" y="451"/>
                    <a:pt x="3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628;p21">
              <a:extLst>
                <a:ext uri="{FF2B5EF4-FFF2-40B4-BE49-F238E27FC236}">
                  <a16:creationId xmlns:a16="http://schemas.microsoft.com/office/drawing/2014/main" id="{5FD37E6D-1127-4B9C-B1B2-B49C604C97C2}"/>
                </a:ext>
              </a:extLst>
            </p:cNvPr>
            <p:cNvSpPr/>
            <p:nvPr/>
          </p:nvSpPr>
          <p:spPr>
            <a:xfrm>
              <a:off x="4708927" y="2571011"/>
              <a:ext cx="21957" cy="29316"/>
            </a:xfrm>
            <a:custGeom>
              <a:avLst/>
              <a:gdLst/>
              <a:ahLst/>
              <a:cxnLst/>
              <a:rect l="l" t="t" r="r" b="b"/>
              <a:pathLst>
                <a:path w="552" h="737" extrusionOk="0">
                  <a:moveTo>
                    <a:pt x="468" y="719"/>
                  </a:moveTo>
                  <a:cubicBezTo>
                    <a:pt x="485" y="703"/>
                    <a:pt x="552" y="703"/>
                    <a:pt x="485" y="536"/>
                  </a:cubicBezTo>
                  <a:cubicBezTo>
                    <a:pt x="368" y="135"/>
                    <a:pt x="1" y="1"/>
                    <a:pt x="268" y="536"/>
                  </a:cubicBezTo>
                  <a:cubicBezTo>
                    <a:pt x="318" y="619"/>
                    <a:pt x="368" y="736"/>
                    <a:pt x="468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629;p21">
              <a:extLst>
                <a:ext uri="{FF2B5EF4-FFF2-40B4-BE49-F238E27FC236}">
                  <a16:creationId xmlns:a16="http://schemas.microsoft.com/office/drawing/2014/main" id="{FD0A4EA5-C534-4FD2-B08D-EA4BDB93D242}"/>
                </a:ext>
              </a:extLst>
            </p:cNvPr>
            <p:cNvSpPr/>
            <p:nvPr/>
          </p:nvSpPr>
          <p:spPr>
            <a:xfrm>
              <a:off x="4592617" y="2875431"/>
              <a:ext cx="15314" cy="21957"/>
            </a:xfrm>
            <a:custGeom>
              <a:avLst/>
              <a:gdLst/>
              <a:ahLst/>
              <a:cxnLst/>
              <a:rect l="l" t="t" r="r" b="b"/>
              <a:pathLst>
                <a:path w="385" h="552" extrusionOk="0">
                  <a:moveTo>
                    <a:pt x="84" y="552"/>
                  </a:moveTo>
                  <a:cubicBezTo>
                    <a:pt x="218" y="552"/>
                    <a:pt x="301" y="402"/>
                    <a:pt x="368" y="234"/>
                  </a:cubicBezTo>
                  <a:cubicBezTo>
                    <a:pt x="385" y="168"/>
                    <a:pt x="385" y="234"/>
                    <a:pt x="385" y="151"/>
                  </a:cubicBezTo>
                  <a:lnTo>
                    <a:pt x="368" y="67"/>
                  </a:lnTo>
                  <a:cubicBezTo>
                    <a:pt x="368" y="67"/>
                    <a:pt x="368" y="51"/>
                    <a:pt x="368" y="51"/>
                  </a:cubicBezTo>
                  <a:cubicBezTo>
                    <a:pt x="184" y="1"/>
                    <a:pt x="1" y="402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630;p21">
              <a:extLst>
                <a:ext uri="{FF2B5EF4-FFF2-40B4-BE49-F238E27FC236}">
                  <a16:creationId xmlns:a16="http://schemas.microsoft.com/office/drawing/2014/main" id="{0ED1B744-B056-4731-8FC2-AC41C76F4C21}"/>
                </a:ext>
              </a:extLst>
            </p:cNvPr>
            <p:cNvSpPr/>
            <p:nvPr/>
          </p:nvSpPr>
          <p:spPr>
            <a:xfrm>
              <a:off x="4518830" y="3007692"/>
              <a:ext cx="18656" cy="20645"/>
            </a:xfrm>
            <a:custGeom>
              <a:avLst/>
              <a:gdLst/>
              <a:ahLst/>
              <a:cxnLst/>
              <a:rect l="l" t="t" r="r" b="b"/>
              <a:pathLst>
                <a:path w="469" h="519" extrusionOk="0">
                  <a:moveTo>
                    <a:pt x="51" y="34"/>
                  </a:moveTo>
                  <a:cubicBezTo>
                    <a:pt x="68" y="218"/>
                    <a:pt x="135" y="134"/>
                    <a:pt x="218" y="301"/>
                  </a:cubicBezTo>
                  <a:cubicBezTo>
                    <a:pt x="285" y="435"/>
                    <a:pt x="235" y="518"/>
                    <a:pt x="402" y="485"/>
                  </a:cubicBezTo>
                  <a:cubicBezTo>
                    <a:pt x="469" y="251"/>
                    <a:pt x="285" y="17"/>
                    <a:pt x="168" y="0"/>
                  </a:cubicBezTo>
                  <a:cubicBezTo>
                    <a:pt x="1" y="0"/>
                    <a:pt x="101" y="17"/>
                    <a:pt x="51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631;p21">
              <a:extLst>
                <a:ext uri="{FF2B5EF4-FFF2-40B4-BE49-F238E27FC236}">
                  <a16:creationId xmlns:a16="http://schemas.microsoft.com/office/drawing/2014/main" id="{2F262D35-C633-4BB1-B1F0-83D4E52EB54D}"/>
                </a:ext>
              </a:extLst>
            </p:cNvPr>
            <p:cNvSpPr/>
            <p:nvPr/>
          </p:nvSpPr>
          <p:spPr>
            <a:xfrm>
              <a:off x="4612546" y="4015263"/>
              <a:ext cx="17343" cy="19968"/>
            </a:xfrm>
            <a:custGeom>
              <a:avLst/>
              <a:gdLst/>
              <a:ahLst/>
              <a:cxnLst/>
              <a:rect l="l" t="t" r="r" b="b"/>
              <a:pathLst>
                <a:path w="436" h="502" extrusionOk="0">
                  <a:moveTo>
                    <a:pt x="1" y="468"/>
                  </a:moveTo>
                  <a:cubicBezTo>
                    <a:pt x="201" y="502"/>
                    <a:pt x="201" y="402"/>
                    <a:pt x="285" y="285"/>
                  </a:cubicBezTo>
                  <a:cubicBezTo>
                    <a:pt x="352" y="201"/>
                    <a:pt x="435" y="134"/>
                    <a:pt x="352" y="1"/>
                  </a:cubicBezTo>
                  <a:cubicBezTo>
                    <a:pt x="185" y="17"/>
                    <a:pt x="1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632;p21">
              <a:extLst>
                <a:ext uri="{FF2B5EF4-FFF2-40B4-BE49-F238E27FC236}">
                  <a16:creationId xmlns:a16="http://schemas.microsoft.com/office/drawing/2014/main" id="{9FD1FAAC-26CE-434C-8537-9B457ABF4F2F}"/>
                </a:ext>
              </a:extLst>
            </p:cNvPr>
            <p:cNvSpPr/>
            <p:nvPr/>
          </p:nvSpPr>
          <p:spPr>
            <a:xfrm>
              <a:off x="4522847" y="4073736"/>
              <a:ext cx="18656" cy="29316"/>
            </a:xfrm>
            <a:custGeom>
              <a:avLst/>
              <a:gdLst/>
              <a:ahLst/>
              <a:cxnLst/>
              <a:rect l="l" t="t" r="r" b="b"/>
              <a:pathLst>
                <a:path w="469" h="737" extrusionOk="0">
                  <a:moveTo>
                    <a:pt x="418" y="268"/>
                  </a:moveTo>
                  <a:cubicBezTo>
                    <a:pt x="468" y="101"/>
                    <a:pt x="401" y="1"/>
                    <a:pt x="284" y="135"/>
                  </a:cubicBezTo>
                  <a:cubicBezTo>
                    <a:pt x="0" y="469"/>
                    <a:pt x="84" y="736"/>
                    <a:pt x="251" y="536"/>
                  </a:cubicBezTo>
                  <a:cubicBezTo>
                    <a:pt x="301" y="486"/>
                    <a:pt x="385" y="352"/>
                    <a:pt x="418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633;p21">
              <a:extLst>
                <a:ext uri="{FF2B5EF4-FFF2-40B4-BE49-F238E27FC236}">
                  <a16:creationId xmlns:a16="http://schemas.microsoft.com/office/drawing/2014/main" id="{D55AEE00-40F7-4EC2-9AFE-7CC1B47199AF}"/>
                </a:ext>
              </a:extLst>
            </p:cNvPr>
            <p:cNvSpPr/>
            <p:nvPr/>
          </p:nvSpPr>
          <p:spPr>
            <a:xfrm>
              <a:off x="4762747" y="3084781"/>
              <a:ext cx="24662" cy="15314"/>
            </a:xfrm>
            <a:custGeom>
              <a:avLst/>
              <a:gdLst/>
              <a:ahLst/>
              <a:cxnLst/>
              <a:rect l="l" t="t" r="r" b="b"/>
              <a:pathLst>
                <a:path w="620" h="385" extrusionOk="0">
                  <a:moveTo>
                    <a:pt x="1" y="352"/>
                  </a:moveTo>
                  <a:cubicBezTo>
                    <a:pt x="168" y="385"/>
                    <a:pt x="619" y="184"/>
                    <a:pt x="502" y="68"/>
                  </a:cubicBezTo>
                  <a:cubicBezTo>
                    <a:pt x="435" y="1"/>
                    <a:pt x="268" y="84"/>
                    <a:pt x="202" y="118"/>
                  </a:cubicBezTo>
                  <a:cubicBezTo>
                    <a:pt x="85" y="184"/>
                    <a:pt x="1" y="218"/>
                    <a:pt x="1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634;p21">
              <a:extLst>
                <a:ext uri="{FF2B5EF4-FFF2-40B4-BE49-F238E27FC236}">
                  <a16:creationId xmlns:a16="http://schemas.microsoft.com/office/drawing/2014/main" id="{31A57657-105C-43BC-9663-66313BF54DE1}"/>
                </a:ext>
              </a:extLst>
            </p:cNvPr>
            <p:cNvSpPr/>
            <p:nvPr/>
          </p:nvSpPr>
          <p:spPr>
            <a:xfrm>
              <a:off x="4403196" y="3902930"/>
              <a:ext cx="19968" cy="17979"/>
            </a:xfrm>
            <a:custGeom>
              <a:avLst/>
              <a:gdLst/>
              <a:ahLst/>
              <a:cxnLst/>
              <a:rect l="l" t="t" r="r" b="b"/>
              <a:pathLst>
                <a:path w="502" h="452" extrusionOk="0">
                  <a:moveTo>
                    <a:pt x="118" y="452"/>
                  </a:moveTo>
                  <a:cubicBezTo>
                    <a:pt x="201" y="452"/>
                    <a:pt x="285" y="352"/>
                    <a:pt x="352" y="285"/>
                  </a:cubicBezTo>
                  <a:cubicBezTo>
                    <a:pt x="418" y="218"/>
                    <a:pt x="485" y="135"/>
                    <a:pt x="502" y="1"/>
                  </a:cubicBezTo>
                  <a:cubicBezTo>
                    <a:pt x="318" y="1"/>
                    <a:pt x="1" y="268"/>
                    <a:pt x="11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635;p21">
              <a:extLst>
                <a:ext uri="{FF2B5EF4-FFF2-40B4-BE49-F238E27FC236}">
                  <a16:creationId xmlns:a16="http://schemas.microsoft.com/office/drawing/2014/main" id="{4A2841A0-19E0-4D01-9894-FED19AF83222}"/>
                </a:ext>
              </a:extLst>
            </p:cNvPr>
            <p:cNvSpPr/>
            <p:nvPr/>
          </p:nvSpPr>
          <p:spPr>
            <a:xfrm>
              <a:off x="4578655" y="3334705"/>
              <a:ext cx="15991" cy="17979"/>
            </a:xfrm>
            <a:custGeom>
              <a:avLst/>
              <a:gdLst/>
              <a:ahLst/>
              <a:cxnLst/>
              <a:rect l="l" t="t" r="r" b="b"/>
              <a:pathLst>
                <a:path w="402" h="452" extrusionOk="0">
                  <a:moveTo>
                    <a:pt x="1" y="451"/>
                  </a:moveTo>
                  <a:cubicBezTo>
                    <a:pt x="168" y="451"/>
                    <a:pt x="151" y="384"/>
                    <a:pt x="235" y="301"/>
                  </a:cubicBezTo>
                  <a:cubicBezTo>
                    <a:pt x="318" y="201"/>
                    <a:pt x="385" y="201"/>
                    <a:pt x="402" y="17"/>
                  </a:cubicBezTo>
                  <a:cubicBezTo>
                    <a:pt x="185" y="0"/>
                    <a:pt x="1" y="201"/>
                    <a:pt x="1" y="4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636;p21">
              <a:extLst>
                <a:ext uri="{FF2B5EF4-FFF2-40B4-BE49-F238E27FC236}">
                  <a16:creationId xmlns:a16="http://schemas.microsoft.com/office/drawing/2014/main" id="{B0C03029-906B-4D4F-A90C-46F713D9BF6F}"/>
                </a:ext>
              </a:extLst>
            </p:cNvPr>
            <p:cNvSpPr/>
            <p:nvPr/>
          </p:nvSpPr>
          <p:spPr>
            <a:xfrm>
              <a:off x="4401883" y="3843781"/>
              <a:ext cx="16627" cy="18656"/>
            </a:xfrm>
            <a:custGeom>
              <a:avLst/>
              <a:gdLst/>
              <a:ahLst/>
              <a:cxnLst/>
              <a:rect l="l" t="t" r="r" b="b"/>
              <a:pathLst>
                <a:path w="418" h="469" extrusionOk="0">
                  <a:moveTo>
                    <a:pt x="0" y="419"/>
                  </a:moveTo>
                  <a:cubicBezTo>
                    <a:pt x="251" y="469"/>
                    <a:pt x="418" y="151"/>
                    <a:pt x="401" y="18"/>
                  </a:cubicBezTo>
                  <a:cubicBezTo>
                    <a:pt x="184" y="1"/>
                    <a:pt x="0" y="268"/>
                    <a:pt x="0" y="4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637;p21">
              <a:extLst>
                <a:ext uri="{FF2B5EF4-FFF2-40B4-BE49-F238E27FC236}">
                  <a16:creationId xmlns:a16="http://schemas.microsoft.com/office/drawing/2014/main" id="{6F39D298-6D9E-4014-80C9-FF4BC34C2D8B}"/>
                </a:ext>
              </a:extLst>
            </p:cNvPr>
            <p:cNvSpPr/>
            <p:nvPr/>
          </p:nvSpPr>
          <p:spPr>
            <a:xfrm>
              <a:off x="4818595" y="2320451"/>
              <a:ext cx="17979" cy="21321"/>
            </a:xfrm>
            <a:custGeom>
              <a:avLst/>
              <a:gdLst/>
              <a:ahLst/>
              <a:cxnLst/>
              <a:rect l="l" t="t" r="r" b="b"/>
              <a:pathLst>
                <a:path w="452" h="536" extrusionOk="0">
                  <a:moveTo>
                    <a:pt x="17" y="469"/>
                  </a:moveTo>
                  <a:cubicBezTo>
                    <a:pt x="17" y="469"/>
                    <a:pt x="34" y="536"/>
                    <a:pt x="168" y="452"/>
                  </a:cubicBezTo>
                  <a:lnTo>
                    <a:pt x="285" y="352"/>
                  </a:lnTo>
                  <a:cubicBezTo>
                    <a:pt x="318" y="302"/>
                    <a:pt x="452" y="185"/>
                    <a:pt x="385" y="101"/>
                  </a:cubicBezTo>
                  <a:cubicBezTo>
                    <a:pt x="285" y="1"/>
                    <a:pt x="1" y="285"/>
                    <a:pt x="17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638;p21">
              <a:extLst>
                <a:ext uri="{FF2B5EF4-FFF2-40B4-BE49-F238E27FC236}">
                  <a16:creationId xmlns:a16="http://schemas.microsoft.com/office/drawing/2014/main" id="{0942BF2C-0726-44DE-97D5-0BCBDAD2BFB0}"/>
                </a:ext>
              </a:extLst>
            </p:cNvPr>
            <p:cNvSpPr/>
            <p:nvPr/>
          </p:nvSpPr>
          <p:spPr>
            <a:xfrm>
              <a:off x="4468988" y="2763098"/>
              <a:ext cx="10700" cy="20645"/>
            </a:xfrm>
            <a:custGeom>
              <a:avLst/>
              <a:gdLst/>
              <a:ahLst/>
              <a:cxnLst/>
              <a:rect l="l" t="t" r="r" b="b"/>
              <a:pathLst>
                <a:path w="269" h="519" extrusionOk="0">
                  <a:moveTo>
                    <a:pt x="1" y="251"/>
                  </a:moveTo>
                  <a:cubicBezTo>
                    <a:pt x="1" y="385"/>
                    <a:pt x="1" y="452"/>
                    <a:pt x="51" y="519"/>
                  </a:cubicBezTo>
                  <a:lnTo>
                    <a:pt x="134" y="519"/>
                  </a:lnTo>
                  <a:cubicBezTo>
                    <a:pt x="201" y="435"/>
                    <a:pt x="268" y="101"/>
                    <a:pt x="101" y="1"/>
                  </a:cubicBezTo>
                  <a:cubicBezTo>
                    <a:pt x="1" y="51"/>
                    <a:pt x="1" y="101"/>
                    <a:pt x="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639;p21">
              <a:extLst>
                <a:ext uri="{FF2B5EF4-FFF2-40B4-BE49-F238E27FC236}">
                  <a16:creationId xmlns:a16="http://schemas.microsoft.com/office/drawing/2014/main" id="{DE3CE3BB-CB51-462E-81E0-991F57683BDC}"/>
                </a:ext>
              </a:extLst>
            </p:cNvPr>
            <p:cNvSpPr/>
            <p:nvPr/>
          </p:nvSpPr>
          <p:spPr>
            <a:xfrm>
              <a:off x="4578019" y="3970075"/>
              <a:ext cx="13962" cy="19292"/>
            </a:xfrm>
            <a:custGeom>
              <a:avLst/>
              <a:gdLst/>
              <a:ahLst/>
              <a:cxnLst/>
              <a:rect l="l" t="t" r="r" b="b"/>
              <a:pathLst>
                <a:path w="351" h="485" extrusionOk="0">
                  <a:moveTo>
                    <a:pt x="201" y="485"/>
                  </a:moveTo>
                  <a:cubicBezTo>
                    <a:pt x="217" y="418"/>
                    <a:pt x="234" y="335"/>
                    <a:pt x="267" y="251"/>
                  </a:cubicBezTo>
                  <a:cubicBezTo>
                    <a:pt x="351" y="51"/>
                    <a:pt x="301" y="101"/>
                    <a:pt x="301" y="51"/>
                  </a:cubicBezTo>
                  <a:cubicBezTo>
                    <a:pt x="301" y="51"/>
                    <a:pt x="284" y="34"/>
                    <a:pt x="284" y="34"/>
                  </a:cubicBezTo>
                  <a:cubicBezTo>
                    <a:pt x="150" y="0"/>
                    <a:pt x="0" y="268"/>
                    <a:pt x="50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640;p21">
              <a:extLst>
                <a:ext uri="{FF2B5EF4-FFF2-40B4-BE49-F238E27FC236}">
                  <a16:creationId xmlns:a16="http://schemas.microsoft.com/office/drawing/2014/main" id="{672553AF-0106-4A6F-8078-414F8AF444C6}"/>
                </a:ext>
              </a:extLst>
            </p:cNvPr>
            <p:cNvSpPr/>
            <p:nvPr/>
          </p:nvSpPr>
          <p:spPr>
            <a:xfrm>
              <a:off x="4661751" y="2725230"/>
              <a:ext cx="21281" cy="16667"/>
            </a:xfrm>
            <a:custGeom>
              <a:avLst/>
              <a:gdLst/>
              <a:ahLst/>
              <a:cxnLst/>
              <a:rect l="l" t="t" r="r" b="b"/>
              <a:pathLst>
                <a:path w="535" h="419" extrusionOk="0">
                  <a:moveTo>
                    <a:pt x="518" y="151"/>
                  </a:moveTo>
                  <a:cubicBezTo>
                    <a:pt x="368" y="84"/>
                    <a:pt x="318" y="0"/>
                    <a:pt x="234" y="117"/>
                  </a:cubicBezTo>
                  <a:lnTo>
                    <a:pt x="201" y="151"/>
                  </a:lnTo>
                  <a:cubicBezTo>
                    <a:pt x="0" y="418"/>
                    <a:pt x="368" y="335"/>
                    <a:pt x="418" y="318"/>
                  </a:cubicBezTo>
                  <a:cubicBezTo>
                    <a:pt x="535" y="284"/>
                    <a:pt x="518" y="268"/>
                    <a:pt x="518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641;p21">
              <a:extLst>
                <a:ext uri="{FF2B5EF4-FFF2-40B4-BE49-F238E27FC236}">
                  <a16:creationId xmlns:a16="http://schemas.microsoft.com/office/drawing/2014/main" id="{386FC10C-20B1-40A9-9B51-24F78EF4667E}"/>
                </a:ext>
              </a:extLst>
            </p:cNvPr>
            <p:cNvSpPr/>
            <p:nvPr/>
          </p:nvSpPr>
          <p:spPr>
            <a:xfrm>
              <a:off x="4508209" y="2568386"/>
              <a:ext cx="10024" cy="21281"/>
            </a:xfrm>
            <a:custGeom>
              <a:avLst/>
              <a:gdLst/>
              <a:ahLst/>
              <a:cxnLst/>
              <a:rect l="l" t="t" r="r" b="b"/>
              <a:pathLst>
                <a:path w="252" h="535" extrusionOk="0">
                  <a:moveTo>
                    <a:pt x="118" y="535"/>
                  </a:moveTo>
                  <a:cubicBezTo>
                    <a:pt x="218" y="485"/>
                    <a:pt x="201" y="451"/>
                    <a:pt x="218" y="318"/>
                  </a:cubicBezTo>
                  <a:cubicBezTo>
                    <a:pt x="235" y="201"/>
                    <a:pt x="251" y="167"/>
                    <a:pt x="235" y="34"/>
                  </a:cubicBezTo>
                  <a:cubicBezTo>
                    <a:pt x="1" y="0"/>
                    <a:pt x="1" y="384"/>
                    <a:pt x="11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642;p21">
              <a:extLst>
                <a:ext uri="{FF2B5EF4-FFF2-40B4-BE49-F238E27FC236}">
                  <a16:creationId xmlns:a16="http://schemas.microsoft.com/office/drawing/2014/main" id="{1801B0D8-A37B-4CCF-BCF2-D0551F66B47C}"/>
                </a:ext>
              </a:extLst>
            </p:cNvPr>
            <p:cNvSpPr/>
            <p:nvPr/>
          </p:nvSpPr>
          <p:spPr>
            <a:xfrm>
              <a:off x="4359321" y="2737203"/>
              <a:ext cx="14678" cy="23946"/>
            </a:xfrm>
            <a:custGeom>
              <a:avLst/>
              <a:gdLst/>
              <a:ahLst/>
              <a:cxnLst/>
              <a:rect l="l" t="t" r="r" b="b"/>
              <a:pathLst>
                <a:path w="369" h="602" extrusionOk="0">
                  <a:moveTo>
                    <a:pt x="335" y="34"/>
                  </a:moveTo>
                  <a:cubicBezTo>
                    <a:pt x="201" y="0"/>
                    <a:pt x="168" y="50"/>
                    <a:pt x="118" y="134"/>
                  </a:cubicBezTo>
                  <a:cubicBezTo>
                    <a:pt x="1" y="301"/>
                    <a:pt x="51" y="602"/>
                    <a:pt x="252" y="284"/>
                  </a:cubicBezTo>
                  <a:cubicBezTo>
                    <a:pt x="335" y="151"/>
                    <a:pt x="368" y="184"/>
                    <a:pt x="335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643;p21">
              <a:extLst>
                <a:ext uri="{FF2B5EF4-FFF2-40B4-BE49-F238E27FC236}">
                  <a16:creationId xmlns:a16="http://schemas.microsoft.com/office/drawing/2014/main" id="{13A66793-BD76-49FC-9530-EE56BAE6C4DF}"/>
                </a:ext>
              </a:extLst>
            </p:cNvPr>
            <p:cNvSpPr/>
            <p:nvPr/>
          </p:nvSpPr>
          <p:spPr>
            <a:xfrm>
              <a:off x="4439752" y="3904283"/>
              <a:ext cx="12013" cy="16627"/>
            </a:xfrm>
            <a:custGeom>
              <a:avLst/>
              <a:gdLst/>
              <a:ahLst/>
              <a:cxnLst/>
              <a:rect l="l" t="t" r="r" b="b"/>
              <a:pathLst>
                <a:path w="302" h="418" extrusionOk="0">
                  <a:moveTo>
                    <a:pt x="51" y="401"/>
                  </a:moveTo>
                  <a:cubicBezTo>
                    <a:pt x="251" y="418"/>
                    <a:pt x="301" y="151"/>
                    <a:pt x="285" y="50"/>
                  </a:cubicBezTo>
                  <a:cubicBezTo>
                    <a:pt x="151" y="0"/>
                    <a:pt x="134" y="50"/>
                    <a:pt x="84" y="151"/>
                  </a:cubicBezTo>
                  <a:cubicBezTo>
                    <a:pt x="17" y="251"/>
                    <a:pt x="1" y="301"/>
                    <a:pt x="5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644;p21">
              <a:extLst>
                <a:ext uri="{FF2B5EF4-FFF2-40B4-BE49-F238E27FC236}">
                  <a16:creationId xmlns:a16="http://schemas.microsoft.com/office/drawing/2014/main" id="{6FDD23E2-D4E8-4152-88E4-3E8A80252A41}"/>
                </a:ext>
              </a:extLst>
            </p:cNvPr>
            <p:cNvSpPr/>
            <p:nvPr/>
          </p:nvSpPr>
          <p:spPr>
            <a:xfrm>
              <a:off x="4308843" y="3667008"/>
              <a:ext cx="11973" cy="17303"/>
            </a:xfrm>
            <a:custGeom>
              <a:avLst/>
              <a:gdLst/>
              <a:ahLst/>
              <a:cxnLst/>
              <a:rect l="l" t="t" r="r" b="b"/>
              <a:pathLst>
                <a:path w="301" h="435" extrusionOk="0">
                  <a:moveTo>
                    <a:pt x="17" y="401"/>
                  </a:moveTo>
                  <a:cubicBezTo>
                    <a:pt x="184" y="435"/>
                    <a:pt x="150" y="418"/>
                    <a:pt x="234" y="268"/>
                  </a:cubicBezTo>
                  <a:cubicBezTo>
                    <a:pt x="284" y="184"/>
                    <a:pt x="301" y="167"/>
                    <a:pt x="284" y="50"/>
                  </a:cubicBezTo>
                  <a:cubicBezTo>
                    <a:pt x="100" y="0"/>
                    <a:pt x="0" y="218"/>
                    <a:pt x="1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645;p21">
              <a:extLst>
                <a:ext uri="{FF2B5EF4-FFF2-40B4-BE49-F238E27FC236}">
                  <a16:creationId xmlns:a16="http://schemas.microsoft.com/office/drawing/2014/main" id="{24F55962-0367-4B5F-BD70-005F9D50BB2A}"/>
                </a:ext>
              </a:extLst>
            </p:cNvPr>
            <p:cNvSpPr/>
            <p:nvPr/>
          </p:nvSpPr>
          <p:spPr>
            <a:xfrm>
              <a:off x="4944213" y="3480252"/>
              <a:ext cx="17303" cy="9984"/>
            </a:xfrm>
            <a:custGeom>
              <a:avLst/>
              <a:gdLst/>
              <a:ahLst/>
              <a:cxnLst/>
              <a:rect l="l" t="t" r="r" b="b"/>
              <a:pathLst>
                <a:path w="435" h="251" extrusionOk="0">
                  <a:moveTo>
                    <a:pt x="17" y="234"/>
                  </a:moveTo>
                  <a:cubicBezTo>
                    <a:pt x="151" y="251"/>
                    <a:pt x="435" y="251"/>
                    <a:pt x="385" y="34"/>
                  </a:cubicBezTo>
                  <a:cubicBezTo>
                    <a:pt x="268" y="0"/>
                    <a:pt x="234" y="17"/>
                    <a:pt x="134" y="50"/>
                  </a:cubicBezTo>
                  <a:cubicBezTo>
                    <a:pt x="17" y="84"/>
                    <a:pt x="0" y="101"/>
                    <a:pt x="17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646;p21">
              <a:extLst>
                <a:ext uri="{FF2B5EF4-FFF2-40B4-BE49-F238E27FC236}">
                  <a16:creationId xmlns:a16="http://schemas.microsoft.com/office/drawing/2014/main" id="{A77283FC-F9AB-472D-9F4D-5AAEB46C7418}"/>
                </a:ext>
              </a:extLst>
            </p:cNvPr>
            <p:cNvSpPr/>
            <p:nvPr/>
          </p:nvSpPr>
          <p:spPr>
            <a:xfrm>
              <a:off x="4574001" y="3320743"/>
              <a:ext cx="12689" cy="15991"/>
            </a:xfrm>
            <a:custGeom>
              <a:avLst/>
              <a:gdLst/>
              <a:ahLst/>
              <a:cxnLst/>
              <a:rect l="l" t="t" r="r" b="b"/>
              <a:pathLst>
                <a:path w="319" h="402" extrusionOk="0">
                  <a:moveTo>
                    <a:pt x="1" y="385"/>
                  </a:moveTo>
                  <a:cubicBezTo>
                    <a:pt x="201" y="401"/>
                    <a:pt x="285" y="234"/>
                    <a:pt x="318" y="84"/>
                  </a:cubicBezTo>
                  <a:cubicBezTo>
                    <a:pt x="134" y="0"/>
                    <a:pt x="1" y="184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647;p21">
              <a:extLst>
                <a:ext uri="{FF2B5EF4-FFF2-40B4-BE49-F238E27FC236}">
                  <a16:creationId xmlns:a16="http://schemas.microsoft.com/office/drawing/2014/main" id="{83F23E9B-FABE-4861-BFCC-47591409854C}"/>
                </a:ext>
              </a:extLst>
            </p:cNvPr>
            <p:cNvSpPr/>
            <p:nvPr/>
          </p:nvSpPr>
          <p:spPr>
            <a:xfrm>
              <a:off x="4577343" y="3569314"/>
              <a:ext cx="12013" cy="14638"/>
            </a:xfrm>
            <a:custGeom>
              <a:avLst/>
              <a:gdLst/>
              <a:ahLst/>
              <a:cxnLst/>
              <a:rect l="l" t="t" r="r" b="b"/>
              <a:pathLst>
                <a:path w="302" h="368" extrusionOk="0">
                  <a:moveTo>
                    <a:pt x="0" y="368"/>
                  </a:moveTo>
                  <a:cubicBezTo>
                    <a:pt x="167" y="351"/>
                    <a:pt x="151" y="334"/>
                    <a:pt x="218" y="234"/>
                  </a:cubicBezTo>
                  <a:cubicBezTo>
                    <a:pt x="268" y="151"/>
                    <a:pt x="301" y="117"/>
                    <a:pt x="268" y="17"/>
                  </a:cubicBezTo>
                  <a:cubicBezTo>
                    <a:pt x="84" y="0"/>
                    <a:pt x="0" y="151"/>
                    <a:pt x="0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648;p21">
              <a:extLst>
                <a:ext uri="{FF2B5EF4-FFF2-40B4-BE49-F238E27FC236}">
                  <a16:creationId xmlns:a16="http://schemas.microsoft.com/office/drawing/2014/main" id="{1D173C2E-A635-4A7A-8E2A-445230E39EE2}"/>
                </a:ext>
              </a:extLst>
            </p:cNvPr>
            <p:cNvSpPr/>
            <p:nvPr/>
          </p:nvSpPr>
          <p:spPr>
            <a:xfrm>
              <a:off x="4801331" y="2598299"/>
              <a:ext cx="14638" cy="7995"/>
            </a:xfrm>
            <a:custGeom>
              <a:avLst/>
              <a:gdLst/>
              <a:ahLst/>
              <a:cxnLst/>
              <a:rect l="l" t="t" r="r" b="b"/>
              <a:pathLst>
                <a:path w="368" h="201" extrusionOk="0">
                  <a:moveTo>
                    <a:pt x="0" y="167"/>
                  </a:moveTo>
                  <a:cubicBezTo>
                    <a:pt x="117" y="201"/>
                    <a:pt x="267" y="201"/>
                    <a:pt x="368" y="150"/>
                  </a:cubicBezTo>
                  <a:cubicBezTo>
                    <a:pt x="368" y="17"/>
                    <a:pt x="334" y="0"/>
                    <a:pt x="184" y="0"/>
                  </a:cubicBezTo>
                  <a:cubicBezTo>
                    <a:pt x="17" y="0"/>
                    <a:pt x="0" y="17"/>
                    <a:pt x="0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649;p21">
              <a:extLst>
                <a:ext uri="{FF2B5EF4-FFF2-40B4-BE49-F238E27FC236}">
                  <a16:creationId xmlns:a16="http://schemas.microsoft.com/office/drawing/2014/main" id="{38B34728-E117-40FC-A449-0D22B6B57883}"/>
                </a:ext>
              </a:extLst>
            </p:cNvPr>
            <p:cNvSpPr/>
            <p:nvPr/>
          </p:nvSpPr>
          <p:spPr>
            <a:xfrm>
              <a:off x="4515528" y="3764703"/>
              <a:ext cx="10024" cy="14678"/>
            </a:xfrm>
            <a:custGeom>
              <a:avLst/>
              <a:gdLst/>
              <a:ahLst/>
              <a:cxnLst/>
              <a:rect l="l" t="t" r="r" b="b"/>
              <a:pathLst>
                <a:path w="252" h="369" extrusionOk="0">
                  <a:moveTo>
                    <a:pt x="84" y="368"/>
                  </a:moveTo>
                  <a:cubicBezTo>
                    <a:pt x="201" y="351"/>
                    <a:pt x="201" y="351"/>
                    <a:pt x="234" y="218"/>
                  </a:cubicBezTo>
                  <a:cubicBezTo>
                    <a:pt x="251" y="134"/>
                    <a:pt x="251" y="84"/>
                    <a:pt x="218" y="1"/>
                  </a:cubicBezTo>
                  <a:cubicBezTo>
                    <a:pt x="0" y="1"/>
                    <a:pt x="34" y="251"/>
                    <a:pt x="8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650;p21">
              <a:extLst>
                <a:ext uri="{FF2B5EF4-FFF2-40B4-BE49-F238E27FC236}">
                  <a16:creationId xmlns:a16="http://schemas.microsoft.com/office/drawing/2014/main" id="{E6E319C5-7E73-4D83-91D2-0B0153A79A86}"/>
                </a:ext>
              </a:extLst>
            </p:cNvPr>
            <p:cNvSpPr/>
            <p:nvPr/>
          </p:nvSpPr>
          <p:spPr>
            <a:xfrm>
              <a:off x="4663740" y="4116298"/>
              <a:ext cx="16667" cy="16667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351" y="101"/>
                  </a:moveTo>
                  <a:cubicBezTo>
                    <a:pt x="184" y="0"/>
                    <a:pt x="0" y="268"/>
                    <a:pt x="101" y="351"/>
                  </a:cubicBezTo>
                  <a:cubicBezTo>
                    <a:pt x="168" y="418"/>
                    <a:pt x="418" y="251"/>
                    <a:pt x="3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651;p21">
              <a:extLst>
                <a:ext uri="{FF2B5EF4-FFF2-40B4-BE49-F238E27FC236}">
                  <a16:creationId xmlns:a16="http://schemas.microsoft.com/office/drawing/2014/main" id="{923E1959-1C9F-4104-AB3A-EB33A7458165}"/>
                </a:ext>
              </a:extLst>
            </p:cNvPr>
            <p:cNvSpPr/>
            <p:nvPr/>
          </p:nvSpPr>
          <p:spPr>
            <a:xfrm>
              <a:off x="4684345" y="3957426"/>
              <a:ext cx="12649" cy="14678"/>
            </a:xfrm>
            <a:custGeom>
              <a:avLst/>
              <a:gdLst/>
              <a:ahLst/>
              <a:cxnLst/>
              <a:rect l="l" t="t" r="r" b="b"/>
              <a:pathLst>
                <a:path w="318" h="369" extrusionOk="0">
                  <a:moveTo>
                    <a:pt x="117" y="335"/>
                  </a:moveTo>
                  <a:cubicBezTo>
                    <a:pt x="268" y="369"/>
                    <a:pt x="318" y="185"/>
                    <a:pt x="318" y="135"/>
                  </a:cubicBezTo>
                  <a:cubicBezTo>
                    <a:pt x="318" y="1"/>
                    <a:pt x="301" y="51"/>
                    <a:pt x="284" y="34"/>
                  </a:cubicBezTo>
                  <a:cubicBezTo>
                    <a:pt x="201" y="18"/>
                    <a:pt x="167" y="34"/>
                    <a:pt x="117" y="118"/>
                  </a:cubicBezTo>
                  <a:cubicBezTo>
                    <a:pt x="0" y="335"/>
                    <a:pt x="117" y="335"/>
                    <a:pt x="11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652;p21">
              <a:extLst>
                <a:ext uri="{FF2B5EF4-FFF2-40B4-BE49-F238E27FC236}">
                  <a16:creationId xmlns:a16="http://schemas.microsoft.com/office/drawing/2014/main" id="{7D829278-A1A4-4BC7-9C46-88EDDB16D7AE}"/>
                </a:ext>
              </a:extLst>
            </p:cNvPr>
            <p:cNvSpPr/>
            <p:nvPr/>
          </p:nvSpPr>
          <p:spPr>
            <a:xfrm>
              <a:off x="4788682" y="2574353"/>
              <a:ext cx="10024" cy="15991"/>
            </a:xfrm>
            <a:custGeom>
              <a:avLst/>
              <a:gdLst/>
              <a:ahLst/>
              <a:cxnLst/>
              <a:rect l="l" t="t" r="r" b="b"/>
              <a:pathLst>
                <a:path w="252" h="402" extrusionOk="0">
                  <a:moveTo>
                    <a:pt x="17" y="368"/>
                  </a:moveTo>
                  <a:cubicBezTo>
                    <a:pt x="151" y="402"/>
                    <a:pt x="134" y="385"/>
                    <a:pt x="184" y="285"/>
                  </a:cubicBezTo>
                  <a:cubicBezTo>
                    <a:pt x="218" y="201"/>
                    <a:pt x="251" y="168"/>
                    <a:pt x="235" y="84"/>
                  </a:cubicBezTo>
                  <a:cubicBezTo>
                    <a:pt x="235" y="84"/>
                    <a:pt x="134" y="1"/>
                    <a:pt x="34" y="134"/>
                  </a:cubicBezTo>
                  <a:cubicBezTo>
                    <a:pt x="1" y="201"/>
                    <a:pt x="1" y="285"/>
                    <a:pt x="1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653;p21">
              <a:extLst>
                <a:ext uri="{FF2B5EF4-FFF2-40B4-BE49-F238E27FC236}">
                  <a16:creationId xmlns:a16="http://schemas.microsoft.com/office/drawing/2014/main" id="{02B03B9A-62A4-4893-A7B6-865759641935}"/>
                </a:ext>
              </a:extLst>
            </p:cNvPr>
            <p:cNvSpPr/>
            <p:nvPr/>
          </p:nvSpPr>
          <p:spPr>
            <a:xfrm>
              <a:off x="4687646" y="3819198"/>
              <a:ext cx="14678" cy="15991"/>
            </a:xfrm>
            <a:custGeom>
              <a:avLst/>
              <a:gdLst/>
              <a:ahLst/>
              <a:cxnLst/>
              <a:rect l="l" t="t" r="r" b="b"/>
              <a:pathLst>
                <a:path w="369" h="402" extrusionOk="0">
                  <a:moveTo>
                    <a:pt x="235" y="101"/>
                  </a:moveTo>
                  <a:cubicBezTo>
                    <a:pt x="135" y="17"/>
                    <a:pt x="185" y="1"/>
                    <a:pt x="51" y="17"/>
                  </a:cubicBezTo>
                  <a:cubicBezTo>
                    <a:pt x="1" y="218"/>
                    <a:pt x="151" y="402"/>
                    <a:pt x="285" y="251"/>
                  </a:cubicBezTo>
                  <a:cubicBezTo>
                    <a:pt x="369" y="168"/>
                    <a:pt x="268" y="134"/>
                    <a:pt x="23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654;p21">
              <a:extLst>
                <a:ext uri="{FF2B5EF4-FFF2-40B4-BE49-F238E27FC236}">
                  <a16:creationId xmlns:a16="http://schemas.microsoft.com/office/drawing/2014/main" id="{787AF777-9CCF-4544-9299-E80134B92B8A}"/>
                </a:ext>
              </a:extLst>
            </p:cNvPr>
            <p:cNvSpPr/>
            <p:nvPr/>
          </p:nvSpPr>
          <p:spPr>
            <a:xfrm>
              <a:off x="4446394" y="2650805"/>
              <a:ext cx="14002" cy="13325"/>
            </a:xfrm>
            <a:custGeom>
              <a:avLst/>
              <a:gdLst/>
              <a:ahLst/>
              <a:cxnLst/>
              <a:rect l="l" t="t" r="r" b="b"/>
              <a:pathLst>
                <a:path w="352" h="335" extrusionOk="0">
                  <a:moveTo>
                    <a:pt x="101" y="284"/>
                  </a:moveTo>
                  <a:cubicBezTo>
                    <a:pt x="235" y="334"/>
                    <a:pt x="185" y="301"/>
                    <a:pt x="268" y="217"/>
                  </a:cubicBezTo>
                  <a:cubicBezTo>
                    <a:pt x="318" y="150"/>
                    <a:pt x="352" y="150"/>
                    <a:pt x="352" y="33"/>
                  </a:cubicBezTo>
                  <a:cubicBezTo>
                    <a:pt x="168" y="0"/>
                    <a:pt x="1" y="84"/>
                    <a:pt x="10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655;p21">
              <a:extLst>
                <a:ext uri="{FF2B5EF4-FFF2-40B4-BE49-F238E27FC236}">
                  <a16:creationId xmlns:a16="http://schemas.microsoft.com/office/drawing/2014/main" id="{BA350170-9F32-4A3A-BC0F-DA85C9E44694}"/>
                </a:ext>
              </a:extLst>
            </p:cNvPr>
            <p:cNvSpPr/>
            <p:nvPr/>
          </p:nvSpPr>
          <p:spPr>
            <a:xfrm>
              <a:off x="4633827" y="3894975"/>
              <a:ext cx="12013" cy="14002"/>
            </a:xfrm>
            <a:custGeom>
              <a:avLst/>
              <a:gdLst/>
              <a:ahLst/>
              <a:cxnLst/>
              <a:rect l="l" t="t" r="r" b="b"/>
              <a:pathLst>
                <a:path w="302" h="352" extrusionOk="0">
                  <a:moveTo>
                    <a:pt x="84" y="301"/>
                  </a:moveTo>
                  <a:cubicBezTo>
                    <a:pt x="201" y="351"/>
                    <a:pt x="184" y="351"/>
                    <a:pt x="251" y="218"/>
                  </a:cubicBezTo>
                  <a:cubicBezTo>
                    <a:pt x="285" y="151"/>
                    <a:pt x="301" y="101"/>
                    <a:pt x="285" y="0"/>
                  </a:cubicBezTo>
                  <a:cubicBezTo>
                    <a:pt x="101" y="0"/>
                    <a:pt x="1" y="134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656;p21">
              <a:extLst>
                <a:ext uri="{FF2B5EF4-FFF2-40B4-BE49-F238E27FC236}">
                  <a16:creationId xmlns:a16="http://schemas.microsoft.com/office/drawing/2014/main" id="{66FA0770-820D-4AE8-A5CD-1B60F8C9B9A1}"/>
                </a:ext>
              </a:extLst>
            </p:cNvPr>
            <p:cNvSpPr/>
            <p:nvPr/>
          </p:nvSpPr>
          <p:spPr>
            <a:xfrm>
              <a:off x="4342057" y="2653431"/>
              <a:ext cx="15991" cy="23986"/>
            </a:xfrm>
            <a:custGeom>
              <a:avLst/>
              <a:gdLst/>
              <a:ahLst/>
              <a:cxnLst/>
              <a:rect l="l" t="t" r="r" b="b"/>
              <a:pathLst>
                <a:path w="402" h="603" extrusionOk="0">
                  <a:moveTo>
                    <a:pt x="117" y="118"/>
                  </a:moveTo>
                  <a:cubicBezTo>
                    <a:pt x="117" y="118"/>
                    <a:pt x="0" y="118"/>
                    <a:pt x="151" y="302"/>
                  </a:cubicBezTo>
                  <a:cubicBezTo>
                    <a:pt x="401" y="602"/>
                    <a:pt x="401" y="1"/>
                    <a:pt x="117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657;p21">
              <a:extLst>
                <a:ext uri="{FF2B5EF4-FFF2-40B4-BE49-F238E27FC236}">
                  <a16:creationId xmlns:a16="http://schemas.microsoft.com/office/drawing/2014/main" id="{15720133-0BC7-4618-B33E-2E002AAE42C4}"/>
                </a:ext>
              </a:extLst>
            </p:cNvPr>
            <p:cNvSpPr/>
            <p:nvPr/>
          </p:nvSpPr>
          <p:spPr>
            <a:xfrm>
              <a:off x="4327419" y="3828506"/>
              <a:ext cx="14002" cy="13325"/>
            </a:xfrm>
            <a:custGeom>
              <a:avLst/>
              <a:gdLst/>
              <a:ahLst/>
              <a:cxnLst/>
              <a:rect l="l" t="t" r="r" b="b"/>
              <a:pathLst>
                <a:path w="352" h="335" extrusionOk="0">
                  <a:moveTo>
                    <a:pt x="101" y="285"/>
                  </a:moveTo>
                  <a:cubicBezTo>
                    <a:pt x="252" y="335"/>
                    <a:pt x="352" y="184"/>
                    <a:pt x="318" y="34"/>
                  </a:cubicBezTo>
                  <a:cubicBezTo>
                    <a:pt x="201" y="1"/>
                    <a:pt x="185" y="17"/>
                    <a:pt x="118" y="117"/>
                  </a:cubicBezTo>
                  <a:cubicBezTo>
                    <a:pt x="1" y="268"/>
                    <a:pt x="101" y="285"/>
                    <a:pt x="101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658;p21">
              <a:extLst>
                <a:ext uri="{FF2B5EF4-FFF2-40B4-BE49-F238E27FC236}">
                  <a16:creationId xmlns:a16="http://schemas.microsoft.com/office/drawing/2014/main" id="{DE0465CB-E6D8-4922-AD91-F32EDB18335F}"/>
                </a:ext>
              </a:extLst>
            </p:cNvPr>
            <p:cNvSpPr/>
            <p:nvPr/>
          </p:nvSpPr>
          <p:spPr>
            <a:xfrm>
              <a:off x="4587287" y="2875431"/>
              <a:ext cx="10700" cy="13325"/>
            </a:xfrm>
            <a:custGeom>
              <a:avLst/>
              <a:gdLst/>
              <a:ahLst/>
              <a:cxnLst/>
              <a:rect l="l" t="t" r="r" b="b"/>
              <a:pathLst>
                <a:path w="269" h="335" extrusionOk="0">
                  <a:moveTo>
                    <a:pt x="34" y="301"/>
                  </a:moveTo>
                  <a:cubicBezTo>
                    <a:pt x="151" y="335"/>
                    <a:pt x="235" y="234"/>
                    <a:pt x="252" y="168"/>
                  </a:cubicBezTo>
                  <a:cubicBezTo>
                    <a:pt x="268" y="151"/>
                    <a:pt x="268" y="151"/>
                    <a:pt x="268" y="117"/>
                  </a:cubicBezTo>
                  <a:cubicBezTo>
                    <a:pt x="268" y="51"/>
                    <a:pt x="252" y="1"/>
                    <a:pt x="151" y="34"/>
                  </a:cubicBezTo>
                  <a:cubicBezTo>
                    <a:pt x="135" y="34"/>
                    <a:pt x="84" y="84"/>
                    <a:pt x="68" y="84"/>
                  </a:cubicBezTo>
                  <a:cubicBezTo>
                    <a:pt x="18" y="168"/>
                    <a:pt x="1" y="218"/>
                    <a:pt x="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659;p21">
              <a:extLst>
                <a:ext uri="{FF2B5EF4-FFF2-40B4-BE49-F238E27FC236}">
                  <a16:creationId xmlns:a16="http://schemas.microsoft.com/office/drawing/2014/main" id="{20BB5293-6DD1-48F2-93E1-911FAA7DB526}"/>
                </a:ext>
              </a:extLst>
            </p:cNvPr>
            <p:cNvSpPr/>
            <p:nvPr/>
          </p:nvSpPr>
          <p:spPr>
            <a:xfrm>
              <a:off x="4829892" y="2373634"/>
              <a:ext cx="12689" cy="23310"/>
            </a:xfrm>
            <a:custGeom>
              <a:avLst/>
              <a:gdLst/>
              <a:ahLst/>
              <a:cxnLst/>
              <a:rect l="l" t="t" r="r" b="b"/>
              <a:pathLst>
                <a:path w="319" h="586" extrusionOk="0">
                  <a:moveTo>
                    <a:pt x="17" y="468"/>
                  </a:moveTo>
                  <a:cubicBezTo>
                    <a:pt x="318" y="585"/>
                    <a:pt x="318" y="1"/>
                    <a:pt x="67" y="268"/>
                  </a:cubicBezTo>
                  <a:lnTo>
                    <a:pt x="1" y="402"/>
                  </a:lnTo>
                  <a:cubicBezTo>
                    <a:pt x="1" y="519"/>
                    <a:pt x="17" y="435"/>
                    <a:pt x="17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660;p21">
              <a:extLst>
                <a:ext uri="{FF2B5EF4-FFF2-40B4-BE49-F238E27FC236}">
                  <a16:creationId xmlns:a16="http://schemas.microsoft.com/office/drawing/2014/main" id="{CD2FBE63-4724-44F2-BA30-15F2B1C487FF}"/>
                </a:ext>
              </a:extLst>
            </p:cNvPr>
            <p:cNvSpPr/>
            <p:nvPr/>
          </p:nvSpPr>
          <p:spPr>
            <a:xfrm>
              <a:off x="4813941" y="2623518"/>
              <a:ext cx="14002" cy="8711"/>
            </a:xfrm>
            <a:custGeom>
              <a:avLst/>
              <a:gdLst/>
              <a:ahLst/>
              <a:cxnLst/>
              <a:rect l="l" t="t" r="r" b="b"/>
              <a:pathLst>
                <a:path w="352" h="219" extrusionOk="0">
                  <a:moveTo>
                    <a:pt x="1" y="85"/>
                  </a:moveTo>
                  <a:cubicBezTo>
                    <a:pt x="51" y="201"/>
                    <a:pt x="184" y="218"/>
                    <a:pt x="301" y="185"/>
                  </a:cubicBezTo>
                  <a:cubicBezTo>
                    <a:pt x="318" y="118"/>
                    <a:pt x="351" y="34"/>
                    <a:pt x="218" y="18"/>
                  </a:cubicBezTo>
                  <a:cubicBezTo>
                    <a:pt x="168" y="1"/>
                    <a:pt x="168" y="1"/>
                    <a:pt x="118" y="18"/>
                  </a:cubicBezTo>
                  <a:cubicBezTo>
                    <a:pt x="67" y="18"/>
                    <a:pt x="1" y="34"/>
                    <a:pt x="1" y="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661;p21">
              <a:extLst>
                <a:ext uri="{FF2B5EF4-FFF2-40B4-BE49-F238E27FC236}">
                  <a16:creationId xmlns:a16="http://schemas.microsoft.com/office/drawing/2014/main" id="{EACA9A70-5BF3-4828-9488-60FA93F09DE9}"/>
                </a:ext>
              </a:extLst>
            </p:cNvPr>
            <p:cNvSpPr/>
            <p:nvPr/>
          </p:nvSpPr>
          <p:spPr>
            <a:xfrm>
              <a:off x="4716247" y="3946129"/>
              <a:ext cx="11337" cy="12689"/>
            </a:xfrm>
            <a:custGeom>
              <a:avLst/>
              <a:gdLst/>
              <a:ahLst/>
              <a:cxnLst/>
              <a:rect l="l" t="t" r="r" b="b"/>
              <a:pathLst>
                <a:path w="285" h="319" extrusionOk="0">
                  <a:moveTo>
                    <a:pt x="251" y="1"/>
                  </a:moveTo>
                  <a:cubicBezTo>
                    <a:pt x="34" y="1"/>
                    <a:pt x="0" y="252"/>
                    <a:pt x="201" y="318"/>
                  </a:cubicBezTo>
                  <a:cubicBezTo>
                    <a:pt x="218" y="285"/>
                    <a:pt x="251" y="285"/>
                    <a:pt x="268" y="168"/>
                  </a:cubicBezTo>
                  <a:cubicBezTo>
                    <a:pt x="284" y="84"/>
                    <a:pt x="268" y="84"/>
                    <a:pt x="25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662;p21">
              <a:extLst>
                <a:ext uri="{FF2B5EF4-FFF2-40B4-BE49-F238E27FC236}">
                  <a16:creationId xmlns:a16="http://schemas.microsoft.com/office/drawing/2014/main" id="{FB964858-1379-4FEF-85F2-A7930E3432D2}"/>
                </a:ext>
              </a:extLst>
            </p:cNvPr>
            <p:cNvSpPr/>
            <p:nvPr/>
          </p:nvSpPr>
          <p:spPr>
            <a:xfrm>
              <a:off x="4544089" y="3769357"/>
              <a:ext cx="10024" cy="10660"/>
            </a:xfrm>
            <a:custGeom>
              <a:avLst/>
              <a:gdLst/>
              <a:ahLst/>
              <a:cxnLst/>
              <a:rect l="l" t="t" r="r" b="b"/>
              <a:pathLst>
                <a:path w="252" h="268" extrusionOk="0">
                  <a:moveTo>
                    <a:pt x="235" y="268"/>
                  </a:moveTo>
                  <a:cubicBezTo>
                    <a:pt x="252" y="134"/>
                    <a:pt x="218" y="0"/>
                    <a:pt x="51" y="0"/>
                  </a:cubicBezTo>
                  <a:cubicBezTo>
                    <a:pt x="18" y="101"/>
                    <a:pt x="1" y="134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663;p21">
              <a:extLst>
                <a:ext uri="{FF2B5EF4-FFF2-40B4-BE49-F238E27FC236}">
                  <a16:creationId xmlns:a16="http://schemas.microsoft.com/office/drawing/2014/main" id="{0D9E1A25-8E52-4FED-AC34-014C9BBA9FAD}"/>
                </a:ext>
              </a:extLst>
            </p:cNvPr>
            <p:cNvSpPr/>
            <p:nvPr/>
          </p:nvSpPr>
          <p:spPr>
            <a:xfrm>
              <a:off x="4718235" y="3876359"/>
              <a:ext cx="10024" cy="14678"/>
            </a:xfrm>
            <a:custGeom>
              <a:avLst/>
              <a:gdLst/>
              <a:ahLst/>
              <a:cxnLst/>
              <a:rect l="l" t="t" r="r" b="b"/>
              <a:pathLst>
                <a:path w="252" h="369" extrusionOk="0">
                  <a:moveTo>
                    <a:pt x="17" y="268"/>
                  </a:moveTo>
                  <a:cubicBezTo>
                    <a:pt x="168" y="368"/>
                    <a:pt x="251" y="184"/>
                    <a:pt x="218" y="34"/>
                  </a:cubicBezTo>
                  <a:cubicBezTo>
                    <a:pt x="51" y="1"/>
                    <a:pt x="1" y="67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664;p21">
              <a:extLst>
                <a:ext uri="{FF2B5EF4-FFF2-40B4-BE49-F238E27FC236}">
                  <a16:creationId xmlns:a16="http://schemas.microsoft.com/office/drawing/2014/main" id="{C6205F66-8FAE-4AD0-AEB3-35D451DB9FCE}"/>
                </a:ext>
              </a:extLst>
            </p:cNvPr>
            <p:cNvSpPr/>
            <p:nvPr/>
          </p:nvSpPr>
          <p:spPr>
            <a:xfrm>
              <a:off x="4637805" y="4022582"/>
              <a:ext cx="9348" cy="13325"/>
            </a:xfrm>
            <a:custGeom>
              <a:avLst/>
              <a:gdLst/>
              <a:ahLst/>
              <a:cxnLst/>
              <a:rect l="l" t="t" r="r" b="b"/>
              <a:pathLst>
                <a:path w="235" h="335" extrusionOk="0">
                  <a:moveTo>
                    <a:pt x="1" y="284"/>
                  </a:moveTo>
                  <a:cubicBezTo>
                    <a:pt x="201" y="335"/>
                    <a:pt x="235" y="184"/>
                    <a:pt x="201" y="67"/>
                  </a:cubicBezTo>
                  <a:cubicBezTo>
                    <a:pt x="201" y="51"/>
                    <a:pt x="235" y="0"/>
                    <a:pt x="101" y="34"/>
                  </a:cubicBezTo>
                  <a:cubicBezTo>
                    <a:pt x="1" y="67"/>
                    <a:pt x="1" y="184"/>
                    <a:pt x="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665;p21">
              <a:extLst>
                <a:ext uri="{FF2B5EF4-FFF2-40B4-BE49-F238E27FC236}">
                  <a16:creationId xmlns:a16="http://schemas.microsoft.com/office/drawing/2014/main" id="{855A8E60-64AE-440F-AD7D-E49A5FCB67D2}"/>
                </a:ext>
              </a:extLst>
            </p:cNvPr>
            <p:cNvSpPr/>
            <p:nvPr/>
          </p:nvSpPr>
          <p:spPr>
            <a:xfrm>
              <a:off x="4669070" y="3366607"/>
              <a:ext cx="13325" cy="15314"/>
            </a:xfrm>
            <a:custGeom>
              <a:avLst/>
              <a:gdLst/>
              <a:ahLst/>
              <a:cxnLst/>
              <a:rect l="l" t="t" r="r" b="b"/>
              <a:pathLst>
                <a:path w="335" h="385" extrusionOk="0">
                  <a:moveTo>
                    <a:pt x="50" y="318"/>
                  </a:moveTo>
                  <a:cubicBezTo>
                    <a:pt x="217" y="368"/>
                    <a:pt x="334" y="184"/>
                    <a:pt x="251" y="100"/>
                  </a:cubicBezTo>
                  <a:cubicBezTo>
                    <a:pt x="167" y="0"/>
                    <a:pt x="50" y="184"/>
                    <a:pt x="34" y="217"/>
                  </a:cubicBezTo>
                  <a:cubicBezTo>
                    <a:pt x="0" y="384"/>
                    <a:pt x="34" y="267"/>
                    <a:pt x="50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666;p21">
              <a:extLst>
                <a:ext uri="{FF2B5EF4-FFF2-40B4-BE49-F238E27FC236}">
                  <a16:creationId xmlns:a16="http://schemas.microsoft.com/office/drawing/2014/main" id="{CD367769-9741-49DB-9DC5-AC6ACA77BD88}"/>
                </a:ext>
              </a:extLst>
            </p:cNvPr>
            <p:cNvSpPr/>
            <p:nvPr/>
          </p:nvSpPr>
          <p:spPr>
            <a:xfrm>
              <a:off x="4750137" y="3791950"/>
              <a:ext cx="14678" cy="12649"/>
            </a:xfrm>
            <a:custGeom>
              <a:avLst/>
              <a:gdLst/>
              <a:ahLst/>
              <a:cxnLst/>
              <a:rect l="l" t="t" r="r" b="b"/>
              <a:pathLst>
                <a:path w="369" h="318" extrusionOk="0">
                  <a:moveTo>
                    <a:pt x="234" y="84"/>
                  </a:moveTo>
                  <a:cubicBezTo>
                    <a:pt x="184" y="34"/>
                    <a:pt x="117" y="1"/>
                    <a:pt x="67" y="67"/>
                  </a:cubicBezTo>
                  <a:cubicBezTo>
                    <a:pt x="1" y="134"/>
                    <a:pt x="101" y="318"/>
                    <a:pt x="268" y="268"/>
                  </a:cubicBezTo>
                  <a:cubicBezTo>
                    <a:pt x="268" y="268"/>
                    <a:pt x="368" y="201"/>
                    <a:pt x="2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667;p21">
              <a:extLst>
                <a:ext uri="{FF2B5EF4-FFF2-40B4-BE49-F238E27FC236}">
                  <a16:creationId xmlns:a16="http://schemas.microsoft.com/office/drawing/2014/main" id="{78BB844C-B63F-45C5-BD76-C28738092EC6}"/>
                </a:ext>
              </a:extLst>
            </p:cNvPr>
            <p:cNvSpPr/>
            <p:nvPr/>
          </p:nvSpPr>
          <p:spPr>
            <a:xfrm>
              <a:off x="4504907" y="2814968"/>
              <a:ext cx="8671" cy="12649"/>
            </a:xfrm>
            <a:custGeom>
              <a:avLst/>
              <a:gdLst/>
              <a:ahLst/>
              <a:cxnLst/>
              <a:rect l="l" t="t" r="r" b="b"/>
              <a:pathLst>
                <a:path w="218" h="318" extrusionOk="0">
                  <a:moveTo>
                    <a:pt x="33" y="267"/>
                  </a:moveTo>
                  <a:cubicBezTo>
                    <a:pt x="134" y="317"/>
                    <a:pt x="50" y="301"/>
                    <a:pt x="167" y="301"/>
                  </a:cubicBezTo>
                  <a:cubicBezTo>
                    <a:pt x="201" y="217"/>
                    <a:pt x="217" y="150"/>
                    <a:pt x="201" y="50"/>
                  </a:cubicBezTo>
                  <a:cubicBezTo>
                    <a:pt x="67" y="33"/>
                    <a:pt x="84" y="0"/>
                    <a:pt x="33" y="100"/>
                  </a:cubicBezTo>
                  <a:cubicBezTo>
                    <a:pt x="0" y="167"/>
                    <a:pt x="17" y="234"/>
                    <a:pt x="33" y="2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668;p21">
              <a:extLst>
                <a:ext uri="{FF2B5EF4-FFF2-40B4-BE49-F238E27FC236}">
                  <a16:creationId xmlns:a16="http://schemas.microsoft.com/office/drawing/2014/main" id="{D35919D9-ACA4-497C-A342-A9FCB57A0C90}"/>
                </a:ext>
              </a:extLst>
            </p:cNvPr>
            <p:cNvSpPr/>
            <p:nvPr/>
          </p:nvSpPr>
          <p:spPr>
            <a:xfrm>
              <a:off x="4466999" y="3104073"/>
              <a:ext cx="11337" cy="7995"/>
            </a:xfrm>
            <a:custGeom>
              <a:avLst/>
              <a:gdLst/>
              <a:ahLst/>
              <a:cxnLst/>
              <a:rect l="l" t="t" r="r" b="b"/>
              <a:pathLst>
                <a:path w="285" h="201" extrusionOk="0">
                  <a:moveTo>
                    <a:pt x="34" y="167"/>
                  </a:moveTo>
                  <a:cubicBezTo>
                    <a:pt x="151" y="201"/>
                    <a:pt x="134" y="201"/>
                    <a:pt x="268" y="167"/>
                  </a:cubicBezTo>
                  <a:cubicBezTo>
                    <a:pt x="285" y="50"/>
                    <a:pt x="285" y="0"/>
                    <a:pt x="151" y="0"/>
                  </a:cubicBezTo>
                  <a:cubicBezTo>
                    <a:pt x="1" y="0"/>
                    <a:pt x="1" y="67"/>
                    <a:pt x="34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669;p21">
              <a:extLst>
                <a:ext uri="{FF2B5EF4-FFF2-40B4-BE49-F238E27FC236}">
                  <a16:creationId xmlns:a16="http://schemas.microsoft.com/office/drawing/2014/main" id="{141CDFC4-DCD5-4507-897B-FB6596794E08}"/>
                </a:ext>
              </a:extLst>
            </p:cNvPr>
            <p:cNvSpPr/>
            <p:nvPr/>
          </p:nvSpPr>
          <p:spPr>
            <a:xfrm>
              <a:off x="4827226" y="2351040"/>
              <a:ext cx="9348" cy="10660"/>
            </a:xfrm>
            <a:custGeom>
              <a:avLst/>
              <a:gdLst/>
              <a:ahLst/>
              <a:cxnLst/>
              <a:rect l="l" t="t" r="r" b="b"/>
              <a:pathLst>
                <a:path w="235" h="268" extrusionOk="0">
                  <a:moveTo>
                    <a:pt x="1" y="218"/>
                  </a:moveTo>
                  <a:cubicBezTo>
                    <a:pt x="151" y="268"/>
                    <a:pt x="235" y="218"/>
                    <a:pt x="185" y="34"/>
                  </a:cubicBezTo>
                  <a:cubicBezTo>
                    <a:pt x="34" y="0"/>
                    <a:pt x="1" y="84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670;p21">
              <a:extLst>
                <a:ext uri="{FF2B5EF4-FFF2-40B4-BE49-F238E27FC236}">
                  <a16:creationId xmlns:a16="http://schemas.microsoft.com/office/drawing/2014/main" id="{D4A51BA7-6645-42D3-9225-8FBDF68DA813}"/>
                </a:ext>
              </a:extLst>
            </p:cNvPr>
            <p:cNvSpPr/>
            <p:nvPr/>
          </p:nvSpPr>
          <p:spPr>
            <a:xfrm>
              <a:off x="4667718" y="4018604"/>
              <a:ext cx="10700" cy="11973"/>
            </a:xfrm>
            <a:custGeom>
              <a:avLst/>
              <a:gdLst/>
              <a:ahLst/>
              <a:cxnLst/>
              <a:rect l="l" t="t" r="r" b="b"/>
              <a:pathLst>
                <a:path w="269" h="301" extrusionOk="0">
                  <a:moveTo>
                    <a:pt x="68" y="251"/>
                  </a:moveTo>
                  <a:cubicBezTo>
                    <a:pt x="235" y="301"/>
                    <a:pt x="268" y="234"/>
                    <a:pt x="235" y="100"/>
                  </a:cubicBezTo>
                  <a:cubicBezTo>
                    <a:pt x="184" y="50"/>
                    <a:pt x="1" y="0"/>
                    <a:pt x="6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71;p21">
              <a:extLst>
                <a:ext uri="{FF2B5EF4-FFF2-40B4-BE49-F238E27FC236}">
                  <a16:creationId xmlns:a16="http://schemas.microsoft.com/office/drawing/2014/main" id="{82C7C2BF-FE4E-41FB-915C-3EB96F9C4675}"/>
                </a:ext>
              </a:extLst>
            </p:cNvPr>
            <p:cNvSpPr/>
            <p:nvPr/>
          </p:nvSpPr>
          <p:spPr>
            <a:xfrm>
              <a:off x="4336727" y="2687321"/>
              <a:ext cx="8711" cy="7359"/>
            </a:xfrm>
            <a:custGeom>
              <a:avLst/>
              <a:gdLst/>
              <a:ahLst/>
              <a:cxnLst/>
              <a:rect l="l" t="t" r="r" b="b"/>
              <a:pathLst>
                <a:path w="219" h="185" extrusionOk="0">
                  <a:moveTo>
                    <a:pt x="1" y="51"/>
                  </a:moveTo>
                  <a:lnTo>
                    <a:pt x="18" y="185"/>
                  </a:lnTo>
                  <a:lnTo>
                    <a:pt x="201" y="185"/>
                  </a:lnTo>
                  <a:cubicBezTo>
                    <a:pt x="201" y="101"/>
                    <a:pt x="218" y="51"/>
                    <a:pt x="151" y="18"/>
                  </a:cubicBezTo>
                  <a:cubicBezTo>
                    <a:pt x="118" y="1"/>
                    <a:pt x="1" y="34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72;p21">
              <a:extLst>
                <a:ext uri="{FF2B5EF4-FFF2-40B4-BE49-F238E27FC236}">
                  <a16:creationId xmlns:a16="http://schemas.microsoft.com/office/drawing/2014/main" id="{81C730D8-62BE-4898-B5F3-1E06455432E7}"/>
                </a:ext>
              </a:extLst>
            </p:cNvPr>
            <p:cNvSpPr/>
            <p:nvPr/>
          </p:nvSpPr>
          <p:spPr>
            <a:xfrm>
              <a:off x="4687010" y="3244290"/>
              <a:ext cx="47892" cy="108394"/>
            </a:xfrm>
            <a:custGeom>
              <a:avLst/>
              <a:gdLst/>
              <a:ahLst/>
              <a:cxnLst/>
              <a:rect l="l" t="t" r="r" b="b"/>
              <a:pathLst>
                <a:path w="1204" h="2725" extrusionOk="0">
                  <a:moveTo>
                    <a:pt x="201" y="1939"/>
                  </a:moveTo>
                  <a:lnTo>
                    <a:pt x="134" y="2156"/>
                  </a:lnTo>
                  <a:lnTo>
                    <a:pt x="301" y="2206"/>
                  </a:lnTo>
                  <a:cubicBezTo>
                    <a:pt x="217" y="2357"/>
                    <a:pt x="151" y="2524"/>
                    <a:pt x="151" y="2724"/>
                  </a:cubicBezTo>
                  <a:cubicBezTo>
                    <a:pt x="351" y="2724"/>
                    <a:pt x="318" y="2574"/>
                    <a:pt x="418" y="2390"/>
                  </a:cubicBezTo>
                  <a:cubicBezTo>
                    <a:pt x="618" y="2039"/>
                    <a:pt x="1103" y="1521"/>
                    <a:pt x="1103" y="1271"/>
                  </a:cubicBezTo>
                  <a:cubicBezTo>
                    <a:pt x="953" y="1271"/>
                    <a:pt x="886" y="1454"/>
                    <a:pt x="702" y="1655"/>
                  </a:cubicBezTo>
                  <a:cubicBezTo>
                    <a:pt x="585" y="1805"/>
                    <a:pt x="501" y="1922"/>
                    <a:pt x="385" y="2073"/>
                  </a:cubicBezTo>
                  <a:cubicBezTo>
                    <a:pt x="385" y="1872"/>
                    <a:pt x="1153" y="819"/>
                    <a:pt x="1170" y="719"/>
                  </a:cubicBezTo>
                  <a:cubicBezTo>
                    <a:pt x="1203" y="586"/>
                    <a:pt x="1136" y="485"/>
                    <a:pt x="936" y="769"/>
                  </a:cubicBezTo>
                  <a:cubicBezTo>
                    <a:pt x="869" y="870"/>
                    <a:pt x="819" y="953"/>
                    <a:pt x="752" y="1037"/>
                  </a:cubicBezTo>
                  <a:cubicBezTo>
                    <a:pt x="652" y="1187"/>
                    <a:pt x="501" y="1454"/>
                    <a:pt x="385" y="1555"/>
                  </a:cubicBezTo>
                  <a:cubicBezTo>
                    <a:pt x="468" y="1237"/>
                    <a:pt x="1120" y="285"/>
                    <a:pt x="1120" y="118"/>
                  </a:cubicBezTo>
                  <a:cubicBezTo>
                    <a:pt x="1120" y="51"/>
                    <a:pt x="1120" y="68"/>
                    <a:pt x="1103" y="34"/>
                  </a:cubicBezTo>
                  <a:cubicBezTo>
                    <a:pt x="936" y="1"/>
                    <a:pt x="969" y="101"/>
                    <a:pt x="769" y="418"/>
                  </a:cubicBezTo>
                  <a:lnTo>
                    <a:pt x="217" y="1404"/>
                  </a:lnTo>
                  <a:cubicBezTo>
                    <a:pt x="117" y="1588"/>
                    <a:pt x="0" y="1805"/>
                    <a:pt x="167" y="19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73;p21">
              <a:extLst>
                <a:ext uri="{FF2B5EF4-FFF2-40B4-BE49-F238E27FC236}">
                  <a16:creationId xmlns:a16="http://schemas.microsoft.com/office/drawing/2014/main" id="{0F2E8050-30F4-40C7-920C-34211C51C106}"/>
                </a:ext>
              </a:extLst>
            </p:cNvPr>
            <p:cNvSpPr/>
            <p:nvPr/>
          </p:nvSpPr>
          <p:spPr>
            <a:xfrm>
              <a:off x="4603238" y="3383194"/>
              <a:ext cx="43238" cy="71162"/>
            </a:xfrm>
            <a:custGeom>
              <a:avLst/>
              <a:gdLst/>
              <a:ahLst/>
              <a:cxnLst/>
              <a:rect l="l" t="t" r="r" b="b"/>
              <a:pathLst>
                <a:path w="1087" h="1789" extrusionOk="0">
                  <a:moveTo>
                    <a:pt x="201" y="1321"/>
                  </a:moveTo>
                  <a:cubicBezTo>
                    <a:pt x="135" y="1404"/>
                    <a:pt x="1" y="1622"/>
                    <a:pt x="84" y="1772"/>
                  </a:cubicBezTo>
                  <a:cubicBezTo>
                    <a:pt x="252" y="1755"/>
                    <a:pt x="151" y="1789"/>
                    <a:pt x="235" y="1622"/>
                  </a:cubicBezTo>
                  <a:cubicBezTo>
                    <a:pt x="268" y="1538"/>
                    <a:pt x="302" y="1488"/>
                    <a:pt x="335" y="1421"/>
                  </a:cubicBezTo>
                  <a:cubicBezTo>
                    <a:pt x="435" y="1287"/>
                    <a:pt x="502" y="1204"/>
                    <a:pt x="602" y="1070"/>
                  </a:cubicBezTo>
                  <a:cubicBezTo>
                    <a:pt x="669" y="987"/>
                    <a:pt x="1070" y="519"/>
                    <a:pt x="1070" y="419"/>
                  </a:cubicBezTo>
                  <a:cubicBezTo>
                    <a:pt x="1087" y="285"/>
                    <a:pt x="1087" y="385"/>
                    <a:pt x="1070" y="335"/>
                  </a:cubicBezTo>
                  <a:cubicBezTo>
                    <a:pt x="937" y="318"/>
                    <a:pt x="870" y="452"/>
                    <a:pt x="770" y="535"/>
                  </a:cubicBezTo>
                  <a:cubicBezTo>
                    <a:pt x="836" y="402"/>
                    <a:pt x="1054" y="185"/>
                    <a:pt x="987" y="34"/>
                  </a:cubicBezTo>
                  <a:cubicBezTo>
                    <a:pt x="886" y="1"/>
                    <a:pt x="903" y="18"/>
                    <a:pt x="836" y="101"/>
                  </a:cubicBezTo>
                  <a:lnTo>
                    <a:pt x="84" y="1154"/>
                  </a:lnTo>
                  <a:cubicBezTo>
                    <a:pt x="51" y="1304"/>
                    <a:pt x="101" y="1271"/>
                    <a:pt x="201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74;p21">
              <a:extLst>
                <a:ext uri="{FF2B5EF4-FFF2-40B4-BE49-F238E27FC236}">
                  <a16:creationId xmlns:a16="http://schemas.microsoft.com/office/drawing/2014/main" id="{794AA53B-B858-42B9-98F5-220ABBD710DA}"/>
                </a:ext>
              </a:extLst>
            </p:cNvPr>
            <p:cNvSpPr/>
            <p:nvPr/>
          </p:nvSpPr>
          <p:spPr>
            <a:xfrm>
              <a:off x="4674361" y="3574605"/>
              <a:ext cx="57200" cy="83811"/>
            </a:xfrm>
            <a:custGeom>
              <a:avLst/>
              <a:gdLst/>
              <a:ahLst/>
              <a:cxnLst/>
              <a:rect l="l" t="t" r="r" b="b"/>
              <a:pathLst>
                <a:path w="1438" h="2107" extrusionOk="0">
                  <a:moveTo>
                    <a:pt x="736" y="786"/>
                  </a:moveTo>
                  <a:cubicBezTo>
                    <a:pt x="686" y="970"/>
                    <a:pt x="435" y="1271"/>
                    <a:pt x="368" y="1622"/>
                  </a:cubicBezTo>
                  <a:cubicBezTo>
                    <a:pt x="285" y="1488"/>
                    <a:pt x="368" y="1521"/>
                    <a:pt x="235" y="1505"/>
                  </a:cubicBezTo>
                  <a:cubicBezTo>
                    <a:pt x="151" y="1605"/>
                    <a:pt x="185" y="1688"/>
                    <a:pt x="101" y="1805"/>
                  </a:cubicBezTo>
                  <a:cubicBezTo>
                    <a:pt x="51" y="1922"/>
                    <a:pt x="1" y="1956"/>
                    <a:pt x="1" y="2106"/>
                  </a:cubicBezTo>
                  <a:cubicBezTo>
                    <a:pt x="118" y="2106"/>
                    <a:pt x="151" y="2056"/>
                    <a:pt x="218" y="1989"/>
                  </a:cubicBezTo>
                  <a:cubicBezTo>
                    <a:pt x="285" y="1906"/>
                    <a:pt x="302" y="1889"/>
                    <a:pt x="335" y="1755"/>
                  </a:cubicBezTo>
                  <a:cubicBezTo>
                    <a:pt x="385" y="1688"/>
                    <a:pt x="335" y="1789"/>
                    <a:pt x="435" y="1739"/>
                  </a:cubicBezTo>
                  <a:cubicBezTo>
                    <a:pt x="485" y="1705"/>
                    <a:pt x="485" y="1688"/>
                    <a:pt x="519" y="1622"/>
                  </a:cubicBezTo>
                  <a:cubicBezTo>
                    <a:pt x="769" y="1154"/>
                    <a:pt x="1388" y="185"/>
                    <a:pt x="1438" y="18"/>
                  </a:cubicBezTo>
                  <a:cubicBezTo>
                    <a:pt x="1287" y="1"/>
                    <a:pt x="1271" y="51"/>
                    <a:pt x="1204" y="151"/>
                  </a:cubicBezTo>
                  <a:lnTo>
                    <a:pt x="753" y="769"/>
                  </a:lnTo>
                  <a:cubicBezTo>
                    <a:pt x="753" y="769"/>
                    <a:pt x="753" y="786"/>
                    <a:pt x="736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75;p21">
              <a:extLst>
                <a:ext uri="{FF2B5EF4-FFF2-40B4-BE49-F238E27FC236}">
                  <a16:creationId xmlns:a16="http://schemas.microsoft.com/office/drawing/2014/main" id="{DF0CF99E-4252-4464-A236-1B3194D34E0C}"/>
                </a:ext>
              </a:extLst>
            </p:cNvPr>
            <p:cNvSpPr/>
            <p:nvPr/>
          </p:nvSpPr>
          <p:spPr>
            <a:xfrm>
              <a:off x="4928262" y="3751417"/>
              <a:ext cx="12649" cy="93756"/>
            </a:xfrm>
            <a:custGeom>
              <a:avLst/>
              <a:gdLst/>
              <a:ahLst/>
              <a:cxnLst/>
              <a:rect l="l" t="t" r="r" b="b"/>
              <a:pathLst>
                <a:path w="318" h="2357" extrusionOk="0">
                  <a:moveTo>
                    <a:pt x="218" y="0"/>
                  </a:moveTo>
                  <a:cubicBezTo>
                    <a:pt x="67" y="34"/>
                    <a:pt x="84" y="67"/>
                    <a:pt x="84" y="234"/>
                  </a:cubicBezTo>
                  <a:cubicBezTo>
                    <a:pt x="67" y="568"/>
                    <a:pt x="0" y="2256"/>
                    <a:pt x="301" y="2356"/>
                  </a:cubicBezTo>
                  <a:cubicBezTo>
                    <a:pt x="318" y="2289"/>
                    <a:pt x="251" y="167"/>
                    <a:pt x="2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76;p21">
              <a:extLst>
                <a:ext uri="{FF2B5EF4-FFF2-40B4-BE49-F238E27FC236}">
                  <a16:creationId xmlns:a16="http://schemas.microsoft.com/office/drawing/2014/main" id="{693A45C7-01DA-49CF-A857-37466F002ECB}"/>
                </a:ext>
              </a:extLst>
            </p:cNvPr>
            <p:cNvSpPr/>
            <p:nvPr/>
          </p:nvSpPr>
          <p:spPr>
            <a:xfrm>
              <a:off x="4938246" y="3888332"/>
              <a:ext cx="11973" cy="83771"/>
            </a:xfrm>
            <a:custGeom>
              <a:avLst/>
              <a:gdLst/>
              <a:ahLst/>
              <a:cxnLst/>
              <a:rect l="l" t="t" r="r" b="b"/>
              <a:pathLst>
                <a:path w="301" h="2106" extrusionOk="0">
                  <a:moveTo>
                    <a:pt x="201" y="0"/>
                  </a:moveTo>
                  <a:cubicBezTo>
                    <a:pt x="67" y="0"/>
                    <a:pt x="84" y="17"/>
                    <a:pt x="84" y="184"/>
                  </a:cubicBezTo>
                  <a:lnTo>
                    <a:pt x="50" y="1086"/>
                  </a:lnTo>
                  <a:cubicBezTo>
                    <a:pt x="50" y="1387"/>
                    <a:pt x="0" y="2106"/>
                    <a:pt x="217" y="2106"/>
                  </a:cubicBezTo>
                  <a:cubicBezTo>
                    <a:pt x="301" y="2005"/>
                    <a:pt x="251" y="1805"/>
                    <a:pt x="251" y="1621"/>
                  </a:cubicBezTo>
                  <a:cubicBezTo>
                    <a:pt x="251" y="1304"/>
                    <a:pt x="284" y="134"/>
                    <a:pt x="20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77;p21">
              <a:extLst>
                <a:ext uri="{FF2B5EF4-FFF2-40B4-BE49-F238E27FC236}">
                  <a16:creationId xmlns:a16="http://schemas.microsoft.com/office/drawing/2014/main" id="{71D3FA4C-0959-4F16-9F03-C9F811FC03FB}"/>
                </a:ext>
              </a:extLst>
            </p:cNvPr>
            <p:cNvSpPr/>
            <p:nvPr/>
          </p:nvSpPr>
          <p:spPr>
            <a:xfrm>
              <a:off x="4602602" y="3510165"/>
              <a:ext cx="51870" cy="69810"/>
            </a:xfrm>
            <a:custGeom>
              <a:avLst/>
              <a:gdLst/>
              <a:ahLst/>
              <a:cxnLst/>
              <a:rect l="l" t="t" r="r" b="b"/>
              <a:pathLst>
                <a:path w="1304" h="1755" extrusionOk="0">
                  <a:moveTo>
                    <a:pt x="351" y="1337"/>
                  </a:moveTo>
                  <a:cubicBezTo>
                    <a:pt x="568" y="1136"/>
                    <a:pt x="1287" y="284"/>
                    <a:pt x="1304" y="0"/>
                  </a:cubicBezTo>
                  <a:cubicBezTo>
                    <a:pt x="1120" y="34"/>
                    <a:pt x="1153" y="84"/>
                    <a:pt x="1053" y="217"/>
                  </a:cubicBezTo>
                  <a:cubicBezTo>
                    <a:pt x="869" y="435"/>
                    <a:pt x="84" y="1354"/>
                    <a:pt x="50" y="1521"/>
                  </a:cubicBezTo>
                  <a:cubicBezTo>
                    <a:pt x="0" y="1755"/>
                    <a:pt x="284" y="1654"/>
                    <a:pt x="351" y="1470"/>
                  </a:cubicBezTo>
                  <a:cubicBezTo>
                    <a:pt x="401" y="1337"/>
                    <a:pt x="301" y="1420"/>
                    <a:pt x="351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78;p21">
              <a:extLst>
                <a:ext uri="{FF2B5EF4-FFF2-40B4-BE49-F238E27FC236}">
                  <a16:creationId xmlns:a16="http://schemas.microsoft.com/office/drawing/2014/main" id="{9FF6D513-DA21-4013-BB04-03983F8F674F}"/>
                </a:ext>
              </a:extLst>
            </p:cNvPr>
            <p:cNvSpPr/>
            <p:nvPr/>
          </p:nvSpPr>
          <p:spPr>
            <a:xfrm>
              <a:off x="4904316" y="3760049"/>
              <a:ext cx="10700" cy="72475"/>
            </a:xfrm>
            <a:custGeom>
              <a:avLst/>
              <a:gdLst/>
              <a:ahLst/>
              <a:cxnLst/>
              <a:rect l="l" t="t" r="r" b="b"/>
              <a:pathLst>
                <a:path w="269" h="1822" extrusionOk="0">
                  <a:moveTo>
                    <a:pt x="34" y="986"/>
                  </a:moveTo>
                  <a:cubicBezTo>
                    <a:pt x="34" y="1204"/>
                    <a:pt x="1" y="1772"/>
                    <a:pt x="201" y="1822"/>
                  </a:cubicBezTo>
                  <a:cubicBezTo>
                    <a:pt x="268" y="1671"/>
                    <a:pt x="218" y="702"/>
                    <a:pt x="218" y="418"/>
                  </a:cubicBezTo>
                  <a:cubicBezTo>
                    <a:pt x="201" y="151"/>
                    <a:pt x="252" y="118"/>
                    <a:pt x="135" y="34"/>
                  </a:cubicBezTo>
                  <a:cubicBezTo>
                    <a:pt x="34" y="84"/>
                    <a:pt x="101" y="1"/>
                    <a:pt x="68" y="118"/>
                  </a:cubicBezTo>
                  <a:cubicBezTo>
                    <a:pt x="34" y="201"/>
                    <a:pt x="34" y="886"/>
                    <a:pt x="34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79;p21">
              <a:extLst>
                <a:ext uri="{FF2B5EF4-FFF2-40B4-BE49-F238E27FC236}">
                  <a16:creationId xmlns:a16="http://schemas.microsoft.com/office/drawing/2014/main" id="{CC13AB40-37F4-428B-8CF4-B091DA8FEF40}"/>
                </a:ext>
              </a:extLst>
            </p:cNvPr>
            <p:cNvSpPr/>
            <p:nvPr/>
          </p:nvSpPr>
          <p:spPr>
            <a:xfrm>
              <a:off x="4965494" y="3890321"/>
              <a:ext cx="9348" cy="75816"/>
            </a:xfrm>
            <a:custGeom>
              <a:avLst/>
              <a:gdLst/>
              <a:ahLst/>
              <a:cxnLst/>
              <a:rect l="l" t="t" r="r" b="b"/>
              <a:pathLst>
                <a:path w="235" h="1906" extrusionOk="0">
                  <a:moveTo>
                    <a:pt x="217" y="569"/>
                  </a:moveTo>
                  <a:cubicBezTo>
                    <a:pt x="217" y="435"/>
                    <a:pt x="234" y="84"/>
                    <a:pt x="117" y="0"/>
                  </a:cubicBezTo>
                  <a:cubicBezTo>
                    <a:pt x="34" y="84"/>
                    <a:pt x="34" y="151"/>
                    <a:pt x="34" y="318"/>
                  </a:cubicBezTo>
                  <a:cubicBezTo>
                    <a:pt x="17" y="535"/>
                    <a:pt x="0" y="1588"/>
                    <a:pt x="50" y="1738"/>
                  </a:cubicBezTo>
                  <a:cubicBezTo>
                    <a:pt x="100" y="1905"/>
                    <a:pt x="34" y="1788"/>
                    <a:pt x="167" y="18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80;p21">
              <a:extLst>
                <a:ext uri="{FF2B5EF4-FFF2-40B4-BE49-F238E27FC236}">
                  <a16:creationId xmlns:a16="http://schemas.microsoft.com/office/drawing/2014/main" id="{658FF7FD-062A-42A8-AF45-81B369E5A994}"/>
                </a:ext>
              </a:extLst>
            </p:cNvPr>
            <p:cNvSpPr/>
            <p:nvPr/>
          </p:nvSpPr>
          <p:spPr>
            <a:xfrm>
              <a:off x="4456379" y="4035868"/>
              <a:ext cx="47216" cy="51233"/>
            </a:xfrm>
            <a:custGeom>
              <a:avLst/>
              <a:gdLst/>
              <a:ahLst/>
              <a:cxnLst/>
              <a:rect l="l" t="t" r="r" b="b"/>
              <a:pathLst>
                <a:path w="1187" h="1288" extrusionOk="0">
                  <a:moveTo>
                    <a:pt x="669" y="686"/>
                  </a:moveTo>
                  <a:cubicBezTo>
                    <a:pt x="786" y="552"/>
                    <a:pt x="1187" y="168"/>
                    <a:pt x="1187" y="34"/>
                  </a:cubicBezTo>
                  <a:cubicBezTo>
                    <a:pt x="1036" y="1"/>
                    <a:pt x="769" y="285"/>
                    <a:pt x="652" y="418"/>
                  </a:cubicBezTo>
                  <a:cubicBezTo>
                    <a:pt x="451" y="619"/>
                    <a:pt x="0" y="1037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81;p21">
              <a:extLst>
                <a:ext uri="{FF2B5EF4-FFF2-40B4-BE49-F238E27FC236}">
                  <a16:creationId xmlns:a16="http://schemas.microsoft.com/office/drawing/2014/main" id="{1B9AAAEF-A42C-435D-81E0-A1896E6FA305}"/>
                </a:ext>
              </a:extLst>
            </p:cNvPr>
            <p:cNvSpPr/>
            <p:nvPr/>
          </p:nvSpPr>
          <p:spPr>
            <a:xfrm>
              <a:off x="5181487" y="2400205"/>
              <a:ext cx="51194" cy="43914"/>
            </a:xfrm>
            <a:custGeom>
              <a:avLst/>
              <a:gdLst/>
              <a:ahLst/>
              <a:cxnLst/>
              <a:rect l="l" t="t" r="r" b="b"/>
              <a:pathLst>
                <a:path w="1287" h="1104" extrusionOk="0">
                  <a:moveTo>
                    <a:pt x="0" y="1070"/>
                  </a:moveTo>
                  <a:cubicBezTo>
                    <a:pt x="151" y="1104"/>
                    <a:pt x="468" y="786"/>
                    <a:pt x="685" y="619"/>
                  </a:cubicBezTo>
                  <a:cubicBezTo>
                    <a:pt x="786" y="536"/>
                    <a:pt x="903" y="435"/>
                    <a:pt x="1020" y="352"/>
                  </a:cubicBezTo>
                  <a:cubicBezTo>
                    <a:pt x="1103" y="285"/>
                    <a:pt x="1287" y="185"/>
                    <a:pt x="1287" y="68"/>
                  </a:cubicBezTo>
                  <a:cubicBezTo>
                    <a:pt x="1053" y="1"/>
                    <a:pt x="34" y="8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82;p21">
              <a:extLst>
                <a:ext uri="{FF2B5EF4-FFF2-40B4-BE49-F238E27FC236}">
                  <a16:creationId xmlns:a16="http://schemas.microsoft.com/office/drawing/2014/main" id="{4C647557-B295-4F4B-8540-83D54397EC49}"/>
                </a:ext>
              </a:extLst>
            </p:cNvPr>
            <p:cNvSpPr/>
            <p:nvPr/>
          </p:nvSpPr>
          <p:spPr>
            <a:xfrm>
              <a:off x="4866447" y="3786620"/>
              <a:ext cx="11337" cy="58552"/>
            </a:xfrm>
            <a:custGeom>
              <a:avLst/>
              <a:gdLst/>
              <a:ahLst/>
              <a:cxnLst/>
              <a:rect l="l" t="t" r="r" b="b"/>
              <a:pathLst>
                <a:path w="285" h="1472" extrusionOk="0">
                  <a:moveTo>
                    <a:pt x="34" y="753"/>
                  </a:moveTo>
                  <a:cubicBezTo>
                    <a:pt x="34" y="970"/>
                    <a:pt x="1" y="1354"/>
                    <a:pt x="117" y="1471"/>
                  </a:cubicBezTo>
                  <a:cubicBezTo>
                    <a:pt x="234" y="1404"/>
                    <a:pt x="218" y="1204"/>
                    <a:pt x="218" y="1037"/>
                  </a:cubicBezTo>
                  <a:cubicBezTo>
                    <a:pt x="218" y="786"/>
                    <a:pt x="285" y="101"/>
                    <a:pt x="117" y="1"/>
                  </a:cubicBezTo>
                  <a:cubicBezTo>
                    <a:pt x="1" y="135"/>
                    <a:pt x="34" y="569"/>
                    <a:pt x="34" y="7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83;p21">
              <a:extLst>
                <a:ext uri="{FF2B5EF4-FFF2-40B4-BE49-F238E27FC236}">
                  <a16:creationId xmlns:a16="http://schemas.microsoft.com/office/drawing/2014/main" id="{4E288FD7-A762-4EEF-A6C3-CD82EAFFCFDE}"/>
                </a:ext>
              </a:extLst>
            </p:cNvPr>
            <p:cNvSpPr/>
            <p:nvPr/>
          </p:nvSpPr>
          <p:spPr>
            <a:xfrm>
              <a:off x="4890394" y="3915580"/>
              <a:ext cx="12649" cy="55848"/>
            </a:xfrm>
            <a:custGeom>
              <a:avLst/>
              <a:gdLst/>
              <a:ahLst/>
              <a:cxnLst/>
              <a:rect l="l" t="t" r="r" b="b"/>
              <a:pathLst>
                <a:path w="318" h="1404" extrusionOk="0">
                  <a:moveTo>
                    <a:pt x="184" y="0"/>
                  </a:moveTo>
                  <a:cubicBezTo>
                    <a:pt x="0" y="84"/>
                    <a:pt x="67" y="852"/>
                    <a:pt x="84" y="1103"/>
                  </a:cubicBezTo>
                  <a:cubicBezTo>
                    <a:pt x="84" y="1253"/>
                    <a:pt x="84" y="1337"/>
                    <a:pt x="184" y="1404"/>
                  </a:cubicBezTo>
                  <a:cubicBezTo>
                    <a:pt x="284" y="1253"/>
                    <a:pt x="318" y="167"/>
                    <a:pt x="1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84;p21">
              <a:extLst>
                <a:ext uri="{FF2B5EF4-FFF2-40B4-BE49-F238E27FC236}">
                  <a16:creationId xmlns:a16="http://schemas.microsoft.com/office/drawing/2014/main" id="{E6B92B31-FA98-4648-87C1-96CC792BFF83}"/>
                </a:ext>
              </a:extLst>
            </p:cNvPr>
            <p:cNvSpPr/>
            <p:nvPr/>
          </p:nvSpPr>
          <p:spPr>
            <a:xfrm>
              <a:off x="5202092" y="2523835"/>
              <a:ext cx="45903" cy="35919"/>
            </a:xfrm>
            <a:custGeom>
              <a:avLst/>
              <a:gdLst/>
              <a:ahLst/>
              <a:cxnLst/>
              <a:rect l="l" t="t" r="r" b="b"/>
              <a:pathLst>
                <a:path w="1154" h="903" extrusionOk="0">
                  <a:moveTo>
                    <a:pt x="0" y="903"/>
                  </a:moveTo>
                  <a:cubicBezTo>
                    <a:pt x="234" y="903"/>
                    <a:pt x="535" y="652"/>
                    <a:pt x="685" y="535"/>
                  </a:cubicBezTo>
                  <a:cubicBezTo>
                    <a:pt x="802" y="452"/>
                    <a:pt x="1153" y="134"/>
                    <a:pt x="1153" y="1"/>
                  </a:cubicBezTo>
                  <a:cubicBezTo>
                    <a:pt x="986" y="1"/>
                    <a:pt x="669" y="301"/>
                    <a:pt x="552" y="402"/>
                  </a:cubicBezTo>
                  <a:cubicBezTo>
                    <a:pt x="318" y="585"/>
                    <a:pt x="34" y="736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85;p21">
              <a:extLst>
                <a:ext uri="{FF2B5EF4-FFF2-40B4-BE49-F238E27FC236}">
                  <a16:creationId xmlns:a16="http://schemas.microsoft.com/office/drawing/2014/main" id="{570B9894-27B7-4A63-AB08-BF3B84DE87F8}"/>
                </a:ext>
              </a:extLst>
            </p:cNvPr>
            <p:cNvSpPr/>
            <p:nvPr/>
          </p:nvSpPr>
          <p:spPr>
            <a:xfrm>
              <a:off x="4696954" y="3366607"/>
              <a:ext cx="31305" cy="47892"/>
            </a:xfrm>
            <a:custGeom>
              <a:avLst/>
              <a:gdLst/>
              <a:ahLst/>
              <a:cxnLst/>
              <a:rect l="l" t="t" r="r" b="b"/>
              <a:pathLst>
                <a:path w="787" h="1204" extrusionOk="0">
                  <a:moveTo>
                    <a:pt x="101" y="1203"/>
                  </a:moveTo>
                  <a:cubicBezTo>
                    <a:pt x="251" y="1153"/>
                    <a:pt x="786" y="134"/>
                    <a:pt x="652" y="67"/>
                  </a:cubicBezTo>
                  <a:cubicBezTo>
                    <a:pt x="519" y="0"/>
                    <a:pt x="218" y="752"/>
                    <a:pt x="151" y="869"/>
                  </a:cubicBezTo>
                  <a:cubicBezTo>
                    <a:pt x="84" y="1003"/>
                    <a:pt x="1" y="1069"/>
                    <a:pt x="101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86;p21">
              <a:extLst>
                <a:ext uri="{FF2B5EF4-FFF2-40B4-BE49-F238E27FC236}">
                  <a16:creationId xmlns:a16="http://schemas.microsoft.com/office/drawing/2014/main" id="{890ECC7C-8E65-4EE8-9462-E1F0D5AF173C}"/>
                </a:ext>
              </a:extLst>
            </p:cNvPr>
            <p:cNvSpPr/>
            <p:nvPr/>
          </p:nvSpPr>
          <p:spPr>
            <a:xfrm>
              <a:off x="4690988" y="3201768"/>
              <a:ext cx="29276" cy="45227"/>
            </a:xfrm>
            <a:custGeom>
              <a:avLst/>
              <a:gdLst/>
              <a:ahLst/>
              <a:cxnLst/>
              <a:rect l="l" t="t" r="r" b="b"/>
              <a:pathLst>
                <a:path w="736" h="1137" extrusionOk="0">
                  <a:moveTo>
                    <a:pt x="34" y="1137"/>
                  </a:moveTo>
                  <a:cubicBezTo>
                    <a:pt x="184" y="1137"/>
                    <a:pt x="335" y="802"/>
                    <a:pt x="435" y="652"/>
                  </a:cubicBezTo>
                  <a:cubicBezTo>
                    <a:pt x="502" y="518"/>
                    <a:pt x="736" y="184"/>
                    <a:pt x="686" y="34"/>
                  </a:cubicBezTo>
                  <a:cubicBezTo>
                    <a:pt x="535" y="0"/>
                    <a:pt x="435" y="251"/>
                    <a:pt x="285" y="502"/>
                  </a:cubicBezTo>
                  <a:cubicBezTo>
                    <a:pt x="201" y="635"/>
                    <a:pt x="0" y="969"/>
                    <a:pt x="34" y="11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87;p21">
              <a:extLst>
                <a:ext uri="{FF2B5EF4-FFF2-40B4-BE49-F238E27FC236}">
                  <a16:creationId xmlns:a16="http://schemas.microsoft.com/office/drawing/2014/main" id="{A411C3E1-6DA4-4878-A9F7-7070F85E6D29}"/>
                </a:ext>
              </a:extLst>
            </p:cNvPr>
            <p:cNvSpPr/>
            <p:nvPr/>
          </p:nvSpPr>
          <p:spPr>
            <a:xfrm>
              <a:off x="4864458" y="3504158"/>
              <a:ext cx="45227" cy="21321"/>
            </a:xfrm>
            <a:custGeom>
              <a:avLst/>
              <a:gdLst/>
              <a:ahLst/>
              <a:cxnLst/>
              <a:rect l="l" t="t" r="r" b="b"/>
              <a:pathLst>
                <a:path w="1137" h="536" extrusionOk="0">
                  <a:moveTo>
                    <a:pt x="0" y="502"/>
                  </a:moveTo>
                  <a:cubicBezTo>
                    <a:pt x="167" y="535"/>
                    <a:pt x="468" y="418"/>
                    <a:pt x="619" y="368"/>
                  </a:cubicBezTo>
                  <a:cubicBezTo>
                    <a:pt x="853" y="268"/>
                    <a:pt x="1103" y="218"/>
                    <a:pt x="1137" y="84"/>
                  </a:cubicBezTo>
                  <a:cubicBezTo>
                    <a:pt x="919" y="1"/>
                    <a:pt x="452" y="218"/>
                    <a:pt x="218" y="302"/>
                  </a:cubicBezTo>
                  <a:cubicBezTo>
                    <a:pt x="84" y="368"/>
                    <a:pt x="0" y="368"/>
                    <a:pt x="0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88;p21">
              <a:extLst>
                <a:ext uri="{FF2B5EF4-FFF2-40B4-BE49-F238E27FC236}">
                  <a16:creationId xmlns:a16="http://schemas.microsoft.com/office/drawing/2014/main" id="{908D6EC7-DBD0-467C-A532-DD97B5CDA9BE}"/>
                </a:ext>
              </a:extLst>
            </p:cNvPr>
            <p:cNvSpPr/>
            <p:nvPr/>
          </p:nvSpPr>
          <p:spPr>
            <a:xfrm>
              <a:off x="4823925" y="4084397"/>
              <a:ext cx="17303" cy="45227"/>
            </a:xfrm>
            <a:custGeom>
              <a:avLst/>
              <a:gdLst/>
              <a:ahLst/>
              <a:cxnLst/>
              <a:rect l="l" t="t" r="r" b="b"/>
              <a:pathLst>
                <a:path w="435" h="1137" extrusionOk="0">
                  <a:moveTo>
                    <a:pt x="34" y="1136"/>
                  </a:moveTo>
                  <a:cubicBezTo>
                    <a:pt x="201" y="1136"/>
                    <a:pt x="251" y="886"/>
                    <a:pt x="301" y="635"/>
                  </a:cubicBezTo>
                  <a:cubicBezTo>
                    <a:pt x="351" y="451"/>
                    <a:pt x="435" y="167"/>
                    <a:pt x="334" y="0"/>
                  </a:cubicBezTo>
                  <a:cubicBezTo>
                    <a:pt x="217" y="34"/>
                    <a:pt x="217" y="84"/>
                    <a:pt x="201" y="218"/>
                  </a:cubicBezTo>
                  <a:cubicBezTo>
                    <a:pt x="151" y="451"/>
                    <a:pt x="0" y="986"/>
                    <a:pt x="34" y="11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89;p21">
              <a:extLst>
                <a:ext uri="{FF2B5EF4-FFF2-40B4-BE49-F238E27FC236}">
                  <a16:creationId xmlns:a16="http://schemas.microsoft.com/office/drawing/2014/main" id="{233EDF56-2FF9-4912-BB70-D9F5711D6D81}"/>
                </a:ext>
              </a:extLst>
            </p:cNvPr>
            <p:cNvSpPr/>
            <p:nvPr/>
          </p:nvSpPr>
          <p:spPr>
            <a:xfrm>
              <a:off x="5186817" y="2717911"/>
              <a:ext cx="41209" cy="28640"/>
            </a:xfrm>
            <a:custGeom>
              <a:avLst/>
              <a:gdLst/>
              <a:ahLst/>
              <a:cxnLst/>
              <a:rect l="l" t="t" r="r" b="b"/>
              <a:pathLst>
                <a:path w="1036" h="720" extrusionOk="0">
                  <a:moveTo>
                    <a:pt x="0" y="719"/>
                  </a:moveTo>
                  <a:cubicBezTo>
                    <a:pt x="184" y="719"/>
                    <a:pt x="986" y="251"/>
                    <a:pt x="1036" y="84"/>
                  </a:cubicBezTo>
                  <a:cubicBezTo>
                    <a:pt x="886" y="1"/>
                    <a:pt x="585" y="201"/>
                    <a:pt x="451" y="285"/>
                  </a:cubicBezTo>
                  <a:cubicBezTo>
                    <a:pt x="301" y="385"/>
                    <a:pt x="17" y="55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90;p21">
              <a:extLst>
                <a:ext uri="{FF2B5EF4-FFF2-40B4-BE49-F238E27FC236}">
                  <a16:creationId xmlns:a16="http://schemas.microsoft.com/office/drawing/2014/main" id="{C61DE460-A6B4-4CBF-9F82-2A4C44016AE5}"/>
                </a:ext>
              </a:extLst>
            </p:cNvPr>
            <p:cNvSpPr/>
            <p:nvPr/>
          </p:nvSpPr>
          <p:spPr>
            <a:xfrm>
              <a:off x="4288238" y="3875046"/>
              <a:ext cx="36595" cy="35919"/>
            </a:xfrm>
            <a:custGeom>
              <a:avLst/>
              <a:gdLst/>
              <a:ahLst/>
              <a:cxnLst/>
              <a:rect l="l" t="t" r="r" b="b"/>
              <a:pathLst>
                <a:path w="920" h="903" extrusionOk="0">
                  <a:moveTo>
                    <a:pt x="117" y="902"/>
                  </a:moveTo>
                  <a:cubicBezTo>
                    <a:pt x="251" y="869"/>
                    <a:pt x="251" y="785"/>
                    <a:pt x="334" y="702"/>
                  </a:cubicBezTo>
                  <a:cubicBezTo>
                    <a:pt x="501" y="518"/>
                    <a:pt x="902" y="251"/>
                    <a:pt x="919" y="84"/>
                  </a:cubicBezTo>
                  <a:cubicBezTo>
                    <a:pt x="802" y="0"/>
                    <a:pt x="769" y="84"/>
                    <a:pt x="652" y="167"/>
                  </a:cubicBezTo>
                  <a:cubicBezTo>
                    <a:pt x="501" y="284"/>
                    <a:pt x="0" y="668"/>
                    <a:pt x="117" y="9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91;p21">
              <a:extLst>
                <a:ext uri="{FF2B5EF4-FFF2-40B4-BE49-F238E27FC236}">
                  <a16:creationId xmlns:a16="http://schemas.microsoft.com/office/drawing/2014/main" id="{BB60AFD3-0AD7-465A-9A0C-1AF5E68F495F}"/>
                </a:ext>
              </a:extLst>
            </p:cNvPr>
            <p:cNvSpPr/>
            <p:nvPr/>
          </p:nvSpPr>
          <p:spPr>
            <a:xfrm>
              <a:off x="4908970" y="3280170"/>
              <a:ext cx="45903" cy="19332"/>
            </a:xfrm>
            <a:custGeom>
              <a:avLst/>
              <a:gdLst/>
              <a:ahLst/>
              <a:cxnLst/>
              <a:rect l="l" t="t" r="r" b="b"/>
              <a:pathLst>
                <a:path w="1154" h="486" extrusionOk="0">
                  <a:moveTo>
                    <a:pt x="1" y="385"/>
                  </a:moveTo>
                  <a:cubicBezTo>
                    <a:pt x="135" y="486"/>
                    <a:pt x="402" y="352"/>
                    <a:pt x="552" y="302"/>
                  </a:cubicBezTo>
                  <a:cubicBezTo>
                    <a:pt x="736" y="252"/>
                    <a:pt x="1037" y="252"/>
                    <a:pt x="1154" y="151"/>
                  </a:cubicBezTo>
                  <a:cubicBezTo>
                    <a:pt x="1054" y="1"/>
                    <a:pt x="669" y="68"/>
                    <a:pt x="519" y="118"/>
                  </a:cubicBezTo>
                  <a:cubicBezTo>
                    <a:pt x="352" y="185"/>
                    <a:pt x="101" y="268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92;p21">
              <a:extLst>
                <a:ext uri="{FF2B5EF4-FFF2-40B4-BE49-F238E27FC236}">
                  <a16:creationId xmlns:a16="http://schemas.microsoft.com/office/drawing/2014/main" id="{2629EA31-F07F-4EE5-9C85-318B7B806840}"/>
                </a:ext>
              </a:extLst>
            </p:cNvPr>
            <p:cNvSpPr/>
            <p:nvPr/>
          </p:nvSpPr>
          <p:spPr>
            <a:xfrm>
              <a:off x="4725555" y="3652370"/>
              <a:ext cx="23946" cy="38584"/>
            </a:xfrm>
            <a:custGeom>
              <a:avLst/>
              <a:gdLst/>
              <a:ahLst/>
              <a:cxnLst/>
              <a:rect l="l" t="t" r="r" b="b"/>
              <a:pathLst>
                <a:path w="602" h="970" extrusionOk="0">
                  <a:moveTo>
                    <a:pt x="17" y="970"/>
                  </a:moveTo>
                  <a:cubicBezTo>
                    <a:pt x="184" y="953"/>
                    <a:pt x="234" y="786"/>
                    <a:pt x="351" y="519"/>
                  </a:cubicBezTo>
                  <a:cubicBezTo>
                    <a:pt x="468" y="251"/>
                    <a:pt x="602" y="118"/>
                    <a:pt x="485" y="1"/>
                  </a:cubicBezTo>
                  <a:cubicBezTo>
                    <a:pt x="318" y="51"/>
                    <a:pt x="0" y="719"/>
                    <a:pt x="17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93;p21">
              <a:extLst>
                <a:ext uri="{FF2B5EF4-FFF2-40B4-BE49-F238E27FC236}">
                  <a16:creationId xmlns:a16="http://schemas.microsoft.com/office/drawing/2014/main" id="{56E9A429-6CC2-441F-8835-B24CC1D416C5}"/>
                </a:ext>
              </a:extLst>
            </p:cNvPr>
            <p:cNvSpPr/>
            <p:nvPr/>
          </p:nvSpPr>
          <p:spPr>
            <a:xfrm>
              <a:off x="4831204" y="3636419"/>
              <a:ext cx="33294" cy="39260"/>
            </a:xfrm>
            <a:custGeom>
              <a:avLst/>
              <a:gdLst/>
              <a:ahLst/>
              <a:cxnLst/>
              <a:rect l="l" t="t" r="r" b="b"/>
              <a:pathLst>
                <a:path w="837" h="987" extrusionOk="0">
                  <a:moveTo>
                    <a:pt x="51" y="134"/>
                  </a:moveTo>
                  <a:cubicBezTo>
                    <a:pt x="1" y="235"/>
                    <a:pt x="552" y="987"/>
                    <a:pt x="836" y="803"/>
                  </a:cubicBezTo>
                  <a:cubicBezTo>
                    <a:pt x="786" y="686"/>
                    <a:pt x="719" y="669"/>
                    <a:pt x="619" y="586"/>
                  </a:cubicBezTo>
                  <a:cubicBezTo>
                    <a:pt x="536" y="519"/>
                    <a:pt x="502" y="502"/>
                    <a:pt x="435" y="402"/>
                  </a:cubicBezTo>
                  <a:cubicBezTo>
                    <a:pt x="385" y="352"/>
                    <a:pt x="118" y="1"/>
                    <a:pt x="51" y="1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94;p21">
              <a:extLst>
                <a:ext uri="{FF2B5EF4-FFF2-40B4-BE49-F238E27FC236}">
                  <a16:creationId xmlns:a16="http://schemas.microsoft.com/office/drawing/2014/main" id="{256CF17E-CF72-4221-94EB-FCC0FF8E4F1B}"/>
                </a:ext>
              </a:extLst>
            </p:cNvPr>
            <p:cNvSpPr/>
            <p:nvPr/>
          </p:nvSpPr>
          <p:spPr>
            <a:xfrm>
              <a:off x="4660399" y="3572616"/>
              <a:ext cx="21997" cy="36595"/>
            </a:xfrm>
            <a:custGeom>
              <a:avLst/>
              <a:gdLst/>
              <a:ahLst/>
              <a:cxnLst/>
              <a:rect l="l" t="t" r="r" b="b"/>
              <a:pathLst>
                <a:path w="553" h="920" extrusionOk="0">
                  <a:moveTo>
                    <a:pt x="34" y="920"/>
                  </a:moveTo>
                  <a:cubicBezTo>
                    <a:pt x="201" y="920"/>
                    <a:pt x="252" y="769"/>
                    <a:pt x="368" y="535"/>
                  </a:cubicBezTo>
                  <a:cubicBezTo>
                    <a:pt x="435" y="402"/>
                    <a:pt x="552" y="185"/>
                    <a:pt x="552" y="34"/>
                  </a:cubicBezTo>
                  <a:cubicBezTo>
                    <a:pt x="368" y="1"/>
                    <a:pt x="285" y="268"/>
                    <a:pt x="218" y="402"/>
                  </a:cubicBezTo>
                  <a:cubicBezTo>
                    <a:pt x="151" y="535"/>
                    <a:pt x="1" y="753"/>
                    <a:pt x="34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95;p21">
              <a:extLst>
                <a:ext uri="{FF2B5EF4-FFF2-40B4-BE49-F238E27FC236}">
                  <a16:creationId xmlns:a16="http://schemas.microsoft.com/office/drawing/2014/main" id="{063FDB81-9C79-47CD-ACBA-F0ED475821B6}"/>
                </a:ext>
              </a:extLst>
            </p:cNvPr>
            <p:cNvSpPr/>
            <p:nvPr/>
          </p:nvSpPr>
          <p:spPr>
            <a:xfrm>
              <a:off x="4657773" y="3432399"/>
              <a:ext cx="29913" cy="34606"/>
            </a:xfrm>
            <a:custGeom>
              <a:avLst/>
              <a:gdLst/>
              <a:ahLst/>
              <a:cxnLst/>
              <a:rect l="l" t="t" r="r" b="b"/>
              <a:pathLst>
                <a:path w="752" h="870" extrusionOk="0">
                  <a:moveTo>
                    <a:pt x="33" y="869"/>
                  </a:moveTo>
                  <a:cubicBezTo>
                    <a:pt x="201" y="852"/>
                    <a:pt x="752" y="217"/>
                    <a:pt x="735" y="84"/>
                  </a:cubicBezTo>
                  <a:cubicBezTo>
                    <a:pt x="568" y="0"/>
                    <a:pt x="485" y="201"/>
                    <a:pt x="318" y="385"/>
                  </a:cubicBezTo>
                  <a:cubicBezTo>
                    <a:pt x="217" y="485"/>
                    <a:pt x="0" y="702"/>
                    <a:pt x="33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96;p21">
              <a:extLst>
                <a:ext uri="{FF2B5EF4-FFF2-40B4-BE49-F238E27FC236}">
                  <a16:creationId xmlns:a16="http://schemas.microsoft.com/office/drawing/2014/main" id="{B952BBF4-1158-45A3-814D-C0A38ACBF1DB}"/>
                </a:ext>
              </a:extLst>
            </p:cNvPr>
            <p:cNvSpPr/>
            <p:nvPr/>
          </p:nvSpPr>
          <p:spPr>
            <a:xfrm>
              <a:off x="4657773" y="3469591"/>
              <a:ext cx="33254" cy="35959"/>
            </a:xfrm>
            <a:custGeom>
              <a:avLst/>
              <a:gdLst/>
              <a:ahLst/>
              <a:cxnLst/>
              <a:rect l="l" t="t" r="r" b="b"/>
              <a:pathLst>
                <a:path w="836" h="904" extrusionOk="0">
                  <a:moveTo>
                    <a:pt x="67" y="853"/>
                  </a:moveTo>
                  <a:cubicBezTo>
                    <a:pt x="167" y="903"/>
                    <a:pt x="318" y="719"/>
                    <a:pt x="451" y="552"/>
                  </a:cubicBezTo>
                  <a:cubicBezTo>
                    <a:pt x="518" y="485"/>
                    <a:pt x="835" y="201"/>
                    <a:pt x="752" y="118"/>
                  </a:cubicBezTo>
                  <a:cubicBezTo>
                    <a:pt x="635" y="1"/>
                    <a:pt x="0" y="703"/>
                    <a:pt x="67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97;p21">
              <a:extLst>
                <a:ext uri="{FF2B5EF4-FFF2-40B4-BE49-F238E27FC236}">
                  <a16:creationId xmlns:a16="http://schemas.microsoft.com/office/drawing/2014/main" id="{CBF4B49B-E5AB-4266-AA95-9DB6202A90E8}"/>
                </a:ext>
              </a:extLst>
            </p:cNvPr>
            <p:cNvSpPr/>
            <p:nvPr/>
          </p:nvSpPr>
          <p:spPr>
            <a:xfrm>
              <a:off x="4573365" y="4118287"/>
              <a:ext cx="30589" cy="31941"/>
            </a:xfrm>
            <a:custGeom>
              <a:avLst/>
              <a:gdLst/>
              <a:ahLst/>
              <a:cxnLst/>
              <a:rect l="l" t="t" r="r" b="b"/>
              <a:pathLst>
                <a:path w="769" h="803" extrusionOk="0">
                  <a:moveTo>
                    <a:pt x="33" y="802"/>
                  </a:moveTo>
                  <a:cubicBezTo>
                    <a:pt x="184" y="786"/>
                    <a:pt x="167" y="752"/>
                    <a:pt x="267" y="635"/>
                  </a:cubicBezTo>
                  <a:cubicBezTo>
                    <a:pt x="351" y="518"/>
                    <a:pt x="769" y="101"/>
                    <a:pt x="635" y="34"/>
                  </a:cubicBezTo>
                  <a:cubicBezTo>
                    <a:pt x="551" y="0"/>
                    <a:pt x="0" y="535"/>
                    <a:pt x="33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98;p21">
              <a:extLst>
                <a:ext uri="{FF2B5EF4-FFF2-40B4-BE49-F238E27FC236}">
                  <a16:creationId xmlns:a16="http://schemas.microsoft.com/office/drawing/2014/main" id="{0DCF5736-853E-45B0-A393-3EBC4B0497D3}"/>
                </a:ext>
              </a:extLst>
            </p:cNvPr>
            <p:cNvSpPr/>
            <p:nvPr/>
          </p:nvSpPr>
          <p:spPr>
            <a:xfrm>
              <a:off x="4475631" y="3695569"/>
              <a:ext cx="25975" cy="33294"/>
            </a:xfrm>
            <a:custGeom>
              <a:avLst/>
              <a:gdLst/>
              <a:ahLst/>
              <a:cxnLst/>
              <a:rect l="l" t="t" r="r" b="b"/>
              <a:pathLst>
                <a:path w="653" h="837" extrusionOk="0">
                  <a:moveTo>
                    <a:pt x="168" y="836"/>
                  </a:moveTo>
                  <a:cubicBezTo>
                    <a:pt x="268" y="820"/>
                    <a:pt x="252" y="786"/>
                    <a:pt x="302" y="652"/>
                  </a:cubicBezTo>
                  <a:cubicBezTo>
                    <a:pt x="419" y="335"/>
                    <a:pt x="636" y="251"/>
                    <a:pt x="653" y="18"/>
                  </a:cubicBezTo>
                  <a:cubicBezTo>
                    <a:pt x="435" y="1"/>
                    <a:pt x="1" y="535"/>
                    <a:pt x="168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99;p21">
              <a:extLst>
                <a:ext uri="{FF2B5EF4-FFF2-40B4-BE49-F238E27FC236}">
                  <a16:creationId xmlns:a16="http://schemas.microsoft.com/office/drawing/2014/main" id="{5DC384C5-FD83-43D2-B0C4-C6CEB3C20E58}"/>
                </a:ext>
              </a:extLst>
            </p:cNvPr>
            <p:cNvSpPr/>
            <p:nvPr/>
          </p:nvSpPr>
          <p:spPr>
            <a:xfrm>
              <a:off x="4536809" y="3263582"/>
              <a:ext cx="25298" cy="33254"/>
            </a:xfrm>
            <a:custGeom>
              <a:avLst/>
              <a:gdLst/>
              <a:ahLst/>
              <a:cxnLst/>
              <a:rect l="l" t="t" r="r" b="b"/>
              <a:pathLst>
                <a:path w="636" h="836" extrusionOk="0">
                  <a:moveTo>
                    <a:pt x="0" y="802"/>
                  </a:moveTo>
                  <a:cubicBezTo>
                    <a:pt x="150" y="836"/>
                    <a:pt x="201" y="735"/>
                    <a:pt x="351" y="518"/>
                  </a:cubicBezTo>
                  <a:cubicBezTo>
                    <a:pt x="401" y="451"/>
                    <a:pt x="635" y="201"/>
                    <a:pt x="551" y="134"/>
                  </a:cubicBezTo>
                  <a:cubicBezTo>
                    <a:pt x="435" y="0"/>
                    <a:pt x="0" y="602"/>
                    <a:pt x="0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700;p21">
              <a:extLst>
                <a:ext uri="{FF2B5EF4-FFF2-40B4-BE49-F238E27FC236}">
                  <a16:creationId xmlns:a16="http://schemas.microsoft.com/office/drawing/2014/main" id="{502F4AE7-46CA-4F11-B021-B43AF5E992F5}"/>
                </a:ext>
              </a:extLst>
            </p:cNvPr>
            <p:cNvSpPr/>
            <p:nvPr/>
          </p:nvSpPr>
          <p:spPr>
            <a:xfrm>
              <a:off x="4301524" y="3806589"/>
              <a:ext cx="22633" cy="31265"/>
            </a:xfrm>
            <a:custGeom>
              <a:avLst/>
              <a:gdLst/>
              <a:ahLst/>
              <a:cxnLst/>
              <a:rect l="l" t="t" r="r" b="b"/>
              <a:pathLst>
                <a:path w="569" h="786" extrusionOk="0">
                  <a:moveTo>
                    <a:pt x="0" y="719"/>
                  </a:moveTo>
                  <a:cubicBezTo>
                    <a:pt x="234" y="785"/>
                    <a:pt x="568" y="201"/>
                    <a:pt x="535" y="17"/>
                  </a:cubicBezTo>
                  <a:cubicBezTo>
                    <a:pt x="351" y="0"/>
                    <a:pt x="251" y="267"/>
                    <a:pt x="84" y="518"/>
                  </a:cubicBezTo>
                  <a:cubicBezTo>
                    <a:pt x="17" y="602"/>
                    <a:pt x="0" y="60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701;p21">
              <a:extLst>
                <a:ext uri="{FF2B5EF4-FFF2-40B4-BE49-F238E27FC236}">
                  <a16:creationId xmlns:a16="http://schemas.microsoft.com/office/drawing/2014/main" id="{A3EB6C77-856E-4487-BCEF-D62D37AEA2FC}"/>
                </a:ext>
              </a:extLst>
            </p:cNvPr>
            <p:cNvSpPr/>
            <p:nvPr/>
          </p:nvSpPr>
          <p:spPr>
            <a:xfrm>
              <a:off x="4324794" y="3946129"/>
              <a:ext cx="23270" cy="32618"/>
            </a:xfrm>
            <a:custGeom>
              <a:avLst/>
              <a:gdLst/>
              <a:ahLst/>
              <a:cxnLst/>
              <a:rect l="l" t="t" r="r" b="b"/>
              <a:pathLst>
                <a:path w="585" h="820" extrusionOk="0">
                  <a:moveTo>
                    <a:pt x="100" y="820"/>
                  </a:moveTo>
                  <a:cubicBezTo>
                    <a:pt x="234" y="803"/>
                    <a:pt x="585" y="118"/>
                    <a:pt x="568" y="84"/>
                  </a:cubicBezTo>
                  <a:cubicBezTo>
                    <a:pt x="518" y="1"/>
                    <a:pt x="434" y="84"/>
                    <a:pt x="434" y="84"/>
                  </a:cubicBezTo>
                  <a:cubicBezTo>
                    <a:pt x="434" y="84"/>
                    <a:pt x="368" y="151"/>
                    <a:pt x="351" y="168"/>
                  </a:cubicBezTo>
                  <a:cubicBezTo>
                    <a:pt x="217" y="302"/>
                    <a:pt x="0" y="636"/>
                    <a:pt x="100" y="8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702;p21">
              <a:extLst>
                <a:ext uri="{FF2B5EF4-FFF2-40B4-BE49-F238E27FC236}">
                  <a16:creationId xmlns:a16="http://schemas.microsoft.com/office/drawing/2014/main" id="{7B51D16D-0A5B-48BF-9B2F-A3692760CA7B}"/>
                </a:ext>
              </a:extLst>
            </p:cNvPr>
            <p:cNvSpPr/>
            <p:nvPr/>
          </p:nvSpPr>
          <p:spPr>
            <a:xfrm>
              <a:off x="4320140" y="3743422"/>
              <a:ext cx="15314" cy="33294"/>
            </a:xfrm>
            <a:custGeom>
              <a:avLst/>
              <a:gdLst/>
              <a:ahLst/>
              <a:cxnLst/>
              <a:rect l="l" t="t" r="r" b="b"/>
              <a:pathLst>
                <a:path w="385" h="837" extrusionOk="0">
                  <a:moveTo>
                    <a:pt x="100" y="836"/>
                  </a:moveTo>
                  <a:cubicBezTo>
                    <a:pt x="217" y="736"/>
                    <a:pt x="167" y="569"/>
                    <a:pt x="234" y="402"/>
                  </a:cubicBezTo>
                  <a:cubicBezTo>
                    <a:pt x="284" y="251"/>
                    <a:pt x="384" y="168"/>
                    <a:pt x="351" y="1"/>
                  </a:cubicBezTo>
                  <a:cubicBezTo>
                    <a:pt x="134" y="51"/>
                    <a:pt x="0" y="352"/>
                    <a:pt x="17" y="619"/>
                  </a:cubicBezTo>
                  <a:cubicBezTo>
                    <a:pt x="17" y="769"/>
                    <a:pt x="17" y="803"/>
                    <a:pt x="100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703;p21">
              <a:extLst>
                <a:ext uri="{FF2B5EF4-FFF2-40B4-BE49-F238E27FC236}">
                  <a16:creationId xmlns:a16="http://schemas.microsoft.com/office/drawing/2014/main" id="{7F87DCD6-C411-4C82-AD15-4DB7CFBFD63C}"/>
                </a:ext>
              </a:extLst>
            </p:cNvPr>
            <p:cNvSpPr/>
            <p:nvPr/>
          </p:nvSpPr>
          <p:spPr>
            <a:xfrm>
              <a:off x="4954833" y="3573292"/>
              <a:ext cx="16667" cy="31941"/>
            </a:xfrm>
            <a:custGeom>
              <a:avLst/>
              <a:gdLst/>
              <a:ahLst/>
              <a:cxnLst/>
              <a:rect l="l" t="t" r="r" b="b"/>
              <a:pathLst>
                <a:path w="419" h="803" extrusionOk="0">
                  <a:moveTo>
                    <a:pt x="402" y="569"/>
                  </a:moveTo>
                  <a:cubicBezTo>
                    <a:pt x="418" y="201"/>
                    <a:pt x="235" y="0"/>
                    <a:pt x="1" y="17"/>
                  </a:cubicBezTo>
                  <a:cubicBezTo>
                    <a:pt x="17" y="234"/>
                    <a:pt x="134" y="201"/>
                    <a:pt x="201" y="368"/>
                  </a:cubicBezTo>
                  <a:cubicBezTo>
                    <a:pt x="235" y="468"/>
                    <a:pt x="251" y="685"/>
                    <a:pt x="268" y="802"/>
                  </a:cubicBezTo>
                  <a:cubicBezTo>
                    <a:pt x="402" y="769"/>
                    <a:pt x="402" y="736"/>
                    <a:pt x="402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704;p21">
              <a:extLst>
                <a:ext uri="{FF2B5EF4-FFF2-40B4-BE49-F238E27FC236}">
                  <a16:creationId xmlns:a16="http://schemas.microsoft.com/office/drawing/2014/main" id="{F428DAB2-BE5C-4AE8-92F9-34B433DB22AA}"/>
                </a:ext>
              </a:extLst>
            </p:cNvPr>
            <p:cNvSpPr/>
            <p:nvPr/>
          </p:nvSpPr>
          <p:spPr>
            <a:xfrm>
              <a:off x="4844530" y="3809890"/>
              <a:ext cx="8671" cy="32618"/>
            </a:xfrm>
            <a:custGeom>
              <a:avLst/>
              <a:gdLst/>
              <a:ahLst/>
              <a:cxnLst/>
              <a:rect l="l" t="t" r="r" b="b"/>
              <a:pathLst>
                <a:path w="218" h="820" extrusionOk="0">
                  <a:moveTo>
                    <a:pt x="134" y="819"/>
                  </a:moveTo>
                  <a:cubicBezTo>
                    <a:pt x="217" y="736"/>
                    <a:pt x="217" y="552"/>
                    <a:pt x="201" y="402"/>
                  </a:cubicBezTo>
                  <a:cubicBezTo>
                    <a:pt x="201" y="118"/>
                    <a:pt x="217" y="34"/>
                    <a:pt x="100" y="1"/>
                  </a:cubicBezTo>
                  <a:cubicBezTo>
                    <a:pt x="0" y="51"/>
                    <a:pt x="17" y="218"/>
                    <a:pt x="17" y="435"/>
                  </a:cubicBezTo>
                  <a:cubicBezTo>
                    <a:pt x="17" y="602"/>
                    <a:pt x="0" y="769"/>
                    <a:pt x="134" y="8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705;p21">
              <a:extLst>
                <a:ext uri="{FF2B5EF4-FFF2-40B4-BE49-F238E27FC236}">
                  <a16:creationId xmlns:a16="http://schemas.microsoft.com/office/drawing/2014/main" id="{35A3DA8F-6501-4CD2-AD58-5D767FF57EAA}"/>
                </a:ext>
              </a:extLst>
            </p:cNvPr>
            <p:cNvSpPr/>
            <p:nvPr/>
          </p:nvSpPr>
          <p:spPr>
            <a:xfrm>
              <a:off x="4502242" y="4065104"/>
              <a:ext cx="24622" cy="32618"/>
            </a:xfrm>
            <a:custGeom>
              <a:avLst/>
              <a:gdLst/>
              <a:ahLst/>
              <a:cxnLst/>
              <a:rect l="l" t="t" r="r" b="b"/>
              <a:pathLst>
                <a:path w="619" h="820" extrusionOk="0">
                  <a:moveTo>
                    <a:pt x="67" y="803"/>
                  </a:moveTo>
                  <a:cubicBezTo>
                    <a:pt x="201" y="819"/>
                    <a:pt x="217" y="719"/>
                    <a:pt x="368" y="519"/>
                  </a:cubicBezTo>
                  <a:cubicBezTo>
                    <a:pt x="418" y="452"/>
                    <a:pt x="618" y="201"/>
                    <a:pt x="552" y="134"/>
                  </a:cubicBezTo>
                  <a:cubicBezTo>
                    <a:pt x="418" y="1"/>
                    <a:pt x="0" y="602"/>
                    <a:pt x="67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706;p21">
              <a:extLst>
                <a:ext uri="{FF2B5EF4-FFF2-40B4-BE49-F238E27FC236}">
                  <a16:creationId xmlns:a16="http://schemas.microsoft.com/office/drawing/2014/main" id="{A12DD6B6-A4D3-4429-B6DA-173CEB154AED}"/>
                </a:ext>
              </a:extLst>
            </p:cNvPr>
            <p:cNvSpPr/>
            <p:nvPr/>
          </p:nvSpPr>
          <p:spPr>
            <a:xfrm>
              <a:off x="4611910" y="2911986"/>
              <a:ext cx="24622" cy="28600"/>
            </a:xfrm>
            <a:custGeom>
              <a:avLst/>
              <a:gdLst/>
              <a:ahLst/>
              <a:cxnLst/>
              <a:rect l="l" t="t" r="r" b="b"/>
              <a:pathLst>
                <a:path w="619" h="719" extrusionOk="0">
                  <a:moveTo>
                    <a:pt x="117" y="719"/>
                  </a:moveTo>
                  <a:cubicBezTo>
                    <a:pt x="251" y="686"/>
                    <a:pt x="334" y="502"/>
                    <a:pt x="401" y="401"/>
                  </a:cubicBezTo>
                  <a:cubicBezTo>
                    <a:pt x="501" y="251"/>
                    <a:pt x="618" y="151"/>
                    <a:pt x="568" y="17"/>
                  </a:cubicBezTo>
                  <a:cubicBezTo>
                    <a:pt x="401" y="0"/>
                    <a:pt x="0" y="518"/>
                    <a:pt x="117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707;p21">
              <a:extLst>
                <a:ext uri="{FF2B5EF4-FFF2-40B4-BE49-F238E27FC236}">
                  <a16:creationId xmlns:a16="http://schemas.microsoft.com/office/drawing/2014/main" id="{F231E8E7-EDC7-4BD5-A14B-FDEFD9164F1D}"/>
                </a:ext>
              </a:extLst>
            </p:cNvPr>
            <p:cNvSpPr/>
            <p:nvPr/>
          </p:nvSpPr>
          <p:spPr>
            <a:xfrm>
              <a:off x="5115695" y="2769741"/>
              <a:ext cx="25935" cy="21997"/>
            </a:xfrm>
            <a:custGeom>
              <a:avLst/>
              <a:gdLst/>
              <a:ahLst/>
              <a:cxnLst/>
              <a:rect l="l" t="t" r="r" b="b"/>
              <a:pathLst>
                <a:path w="652" h="553" extrusionOk="0">
                  <a:moveTo>
                    <a:pt x="0" y="552"/>
                  </a:moveTo>
                  <a:cubicBezTo>
                    <a:pt x="184" y="536"/>
                    <a:pt x="268" y="419"/>
                    <a:pt x="385" y="335"/>
                  </a:cubicBezTo>
                  <a:cubicBezTo>
                    <a:pt x="485" y="251"/>
                    <a:pt x="652" y="168"/>
                    <a:pt x="652" y="34"/>
                  </a:cubicBezTo>
                  <a:cubicBezTo>
                    <a:pt x="435" y="1"/>
                    <a:pt x="34" y="302"/>
                    <a:pt x="0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708;p21">
              <a:extLst>
                <a:ext uri="{FF2B5EF4-FFF2-40B4-BE49-F238E27FC236}">
                  <a16:creationId xmlns:a16="http://schemas.microsoft.com/office/drawing/2014/main" id="{BD89EFFC-5279-4C5F-B155-03C62641E28B}"/>
                </a:ext>
              </a:extLst>
            </p:cNvPr>
            <p:cNvSpPr/>
            <p:nvPr/>
          </p:nvSpPr>
          <p:spPr>
            <a:xfrm>
              <a:off x="5161558" y="2296545"/>
              <a:ext cx="20645" cy="26611"/>
            </a:xfrm>
            <a:custGeom>
              <a:avLst/>
              <a:gdLst/>
              <a:ahLst/>
              <a:cxnLst/>
              <a:rect l="l" t="t" r="r" b="b"/>
              <a:pathLst>
                <a:path w="519" h="669" extrusionOk="0">
                  <a:moveTo>
                    <a:pt x="0" y="635"/>
                  </a:moveTo>
                  <a:cubicBezTo>
                    <a:pt x="234" y="669"/>
                    <a:pt x="201" y="502"/>
                    <a:pt x="301" y="351"/>
                  </a:cubicBezTo>
                  <a:cubicBezTo>
                    <a:pt x="368" y="268"/>
                    <a:pt x="518" y="134"/>
                    <a:pt x="501" y="0"/>
                  </a:cubicBezTo>
                  <a:cubicBezTo>
                    <a:pt x="217" y="101"/>
                    <a:pt x="34" y="335"/>
                    <a:pt x="0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709;p21">
              <a:extLst>
                <a:ext uri="{FF2B5EF4-FFF2-40B4-BE49-F238E27FC236}">
                  <a16:creationId xmlns:a16="http://schemas.microsoft.com/office/drawing/2014/main" id="{A03406F5-E4EE-40E8-9596-99631E628275}"/>
                </a:ext>
              </a:extLst>
            </p:cNvPr>
            <p:cNvSpPr/>
            <p:nvPr/>
          </p:nvSpPr>
          <p:spPr>
            <a:xfrm>
              <a:off x="4615887" y="4111644"/>
              <a:ext cx="21957" cy="29952"/>
            </a:xfrm>
            <a:custGeom>
              <a:avLst/>
              <a:gdLst/>
              <a:ahLst/>
              <a:cxnLst/>
              <a:rect l="l" t="t" r="r" b="b"/>
              <a:pathLst>
                <a:path w="552" h="753" extrusionOk="0">
                  <a:moveTo>
                    <a:pt x="17" y="752"/>
                  </a:moveTo>
                  <a:cubicBezTo>
                    <a:pt x="251" y="752"/>
                    <a:pt x="552" y="234"/>
                    <a:pt x="485" y="151"/>
                  </a:cubicBezTo>
                  <a:cubicBezTo>
                    <a:pt x="368" y="0"/>
                    <a:pt x="0" y="602"/>
                    <a:pt x="17" y="7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710;p21">
              <a:extLst>
                <a:ext uri="{FF2B5EF4-FFF2-40B4-BE49-F238E27FC236}">
                  <a16:creationId xmlns:a16="http://schemas.microsoft.com/office/drawing/2014/main" id="{2F06B4FC-F59A-4819-9BDF-A55048069EE1}"/>
                </a:ext>
              </a:extLst>
            </p:cNvPr>
            <p:cNvSpPr/>
            <p:nvPr/>
          </p:nvSpPr>
          <p:spPr>
            <a:xfrm>
              <a:off x="4497588" y="3970752"/>
              <a:ext cx="17979" cy="27924"/>
            </a:xfrm>
            <a:custGeom>
              <a:avLst/>
              <a:gdLst/>
              <a:ahLst/>
              <a:cxnLst/>
              <a:rect l="l" t="t" r="r" b="b"/>
              <a:pathLst>
                <a:path w="452" h="702" extrusionOk="0">
                  <a:moveTo>
                    <a:pt x="101" y="702"/>
                  </a:moveTo>
                  <a:cubicBezTo>
                    <a:pt x="268" y="685"/>
                    <a:pt x="251" y="535"/>
                    <a:pt x="318" y="384"/>
                  </a:cubicBezTo>
                  <a:cubicBezTo>
                    <a:pt x="368" y="251"/>
                    <a:pt x="451" y="151"/>
                    <a:pt x="401" y="0"/>
                  </a:cubicBezTo>
                  <a:cubicBezTo>
                    <a:pt x="201" y="17"/>
                    <a:pt x="0" y="485"/>
                    <a:pt x="101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711;p21">
              <a:extLst>
                <a:ext uri="{FF2B5EF4-FFF2-40B4-BE49-F238E27FC236}">
                  <a16:creationId xmlns:a16="http://schemas.microsoft.com/office/drawing/2014/main" id="{21F5433E-97D4-452E-974B-59A0B91D6C16}"/>
                </a:ext>
              </a:extLst>
            </p:cNvPr>
            <p:cNvSpPr/>
            <p:nvPr/>
          </p:nvSpPr>
          <p:spPr>
            <a:xfrm>
              <a:off x="4788682" y="2200163"/>
              <a:ext cx="25975" cy="21321"/>
            </a:xfrm>
            <a:custGeom>
              <a:avLst/>
              <a:gdLst/>
              <a:ahLst/>
              <a:cxnLst/>
              <a:rect l="l" t="t" r="r" b="b"/>
              <a:pathLst>
                <a:path w="653" h="536" extrusionOk="0">
                  <a:moveTo>
                    <a:pt x="1" y="468"/>
                  </a:moveTo>
                  <a:cubicBezTo>
                    <a:pt x="184" y="535"/>
                    <a:pt x="652" y="201"/>
                    <a:pt x="619" y="1"/>
                  </a:cubicBezTo>
                  <a:cubicBezTo>
                    <a:pt x="485" y="17"/>
                    <a:pt x="385" y="101"/>
                    <a:pt x="285" y="168"/>
                  </a:cubicBezTo>
                  <a:cubicBezTo>
                    <a:pt x="168" y="251"/>
                    <a:pt x="17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712;p21">
              <a:extLst>
                <a:ext uri="{FF2B5EF4-FFF2-40B4-BE49-F238E27FC236}">
                  <a16:creationId xmlns:a16="http://schemas.microsoft.com/office/drawing/2014/main" id="{E7A52C28-D3D1-4412-AF74-CEE41923FC8B}"/>
                </a:ext>
              </a:extLst>
            </p:cNvPr>
            <p:cNvSpPr/>
            <p:nvPr/>
          </p:nvSpPr>
          <p:spPr>
            <a:xfrm>
              <a:off x="4411191" y="3761361"/>
              <a:ext cx="16627" cy="25298"/>
            </a:xfrm>
            <a:custGeom>
              <a:avLst/>
              <a:gdLst/>
              <a:ahLst/>
              <a:cxnLst/>
              <a:rect l="l" t="t" r="r" b="b"/>
              <a:pathLst>
                <a:path w="418" h="636" extrusionOk="0">
                  <a:moveTo>
                    <a:pt x="50" y="636"/>
                  </a:moveTo>
                  <a:cubicBezTo>
                    <a:pt x="201" y="636"/>
                    <a:pt x="151" y="636"/>
                    <a:pt x="284" y="352"/>
                  </a:cubicBezTo>
                  <a:cubicBezTo>
                    <a:pt x="401" y="118"/>
                    <a:pt x="418" y="85"/>
                    <a:pt x="351" y="1"/>
                  </a:cubicBezTo>
                  <a:cubicBezTo>
                    <a:pt x="217" y="18"/>
                    <a:pt x="167" y="151"/>
                    <a:pt x="117" y="268"/>
                  </a:cubicBezTo>
                  <a:cubicBezTo>
                    <a:pt x="50" y="402"/>
                    <a:pt x="0" y="502"/>
                    <a:pt x="50" y="6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713;p21">
              <a:extLst>
                <a:ext uri="{FF2B5EF4-FFF2-40B4-BE49-F238E27FC236}">
                  <a16:creationId xmlns:a16="http://schemas.microsoft.com/office/drawing/2014/main" id="{3A074497-0B08-4F9A-A107-956B410A8946}"/>
                </a:ext>
              </a:extLst>
            </p:cNvPr>
            <p:cNvSpPr/>
            <p:nvPr/>
          </p:nvSpPr>
          <p:spPr>
            <a:xfrm>
              <a:off x="4612546" y="2057957"/>
              <a:ext cx="21321" cy="28600"/>
            </a:xfrm>
            <a:custGeom>
              <a:avLst/>
              <a:gdLst/>
              <a:ahLst/>
              <a:cxnLst/>
              <a:rect l="l" t="t" r="r" b="b"/>
              <a:pathLst>
                <a:path w="536" h="719" extrusionOk="0">
                  <a:moveTo>
                    <a:pt x="485" y="33"/>
                  </a:moveTo>
                  <a:cubicBezTo>
                    <a:pt x="318" y="0"/>
                    <a:pt x="1" y="518"/>
                    <a:pt x="68" y="585"/>
                  </a:cubicBezTo>
                  <a:cubicBezTo>
                    <a:pt x="201" y="718"/>
                    <a:pt x="502" y="167"/>
                    <a:pt x="502" y="167"/>
                  </a:cubicBezTo>
                  <a:cubicBezTo>
                    <a:pt x="502" y="134"/>
                    <a:pt x="536" y="117"/>
                    <a:pt x="485" y="3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714;p21">
              <a:extLst>
                <a:ext uri="{FF2B5EF4-FFF2-40B4-BE49-F238E27FC236}">
                  <a16:creationId xmlns:a16="http://schemas.microsoft.com/office/drawing/2014/main" id="{30B7829B-E49C-459F-9CD1-8C49A3DD6A3C}"/>
                </a:ext>
              </a:extLst>
            </p:cNvPr>
            <p:cNvSpPr/>
            <p:nvPr/>
          </p:nvSpPr>
          <p:spPr>
            <a:xfrm>
              <a:off x="4373959" y="3759372"/>
              <a:ext cx="12649" cy="27287"/>
            </a:xfrm>
            <a:custGeom>
              <a:avLst/>
              <a:gdLst/>
              <a:ahLst/>
              <a:cxnLst/>
              <a:rect l="l" t="t" r="r" b="b"/>
              <a:pathLst>
                <a:path w="318" h="686" extrusionOk="0">
                  <a:moveTo>
                    <a:pt x="134" y="686"/>
                  </a:moveTo>
                  <a:cubicBezTo>
                    <a:pt x="251" y="619"/>
                    <a:pt x="318" y="118"/>
                    <a:pt x="301" y="1"/>
                  </a:cubicBezTo>
                  <a:cubicBezTo>
                    <a:pt x="184" y="18"/>
                    <a:pt x="201" y="1"/>
                    <a:pt x="151" y="101"/>
                  </a:cubicBezTo>
                  <a:cubicBezTo>
                    <a:pt x="67" y="268"/>
                    <a:pt x="0" y="552"/>
                    <a:pt x="134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715;p21">
              <a:extLst>
                <a:ext uri="{FF2B5EF4-FFF2-40B4-BE49-F238E27FC236}">
                  <a16:creationId xmlns:a16="http://schemas.microsoft.com/office/drawing/2014/main" id="{4678A104-35B3-4A4A-BB72-5557A27C2869}"/>
                </a:ext>
              </a:extLst>
            </p:cNvPr>
            <p:cNvSpPr/>
            <p:nvPr/>
          </p:nvSpPr>
          <p:spPr>
            <a:xfrm>
              <a:off x="4465010" y="3255587"/>
              <a:ext cx="23986" cy="16667"/>
            </a:xfrm>
            <a:custGeom>
              <a:avLst/>
              <a:gdLst/>
              <a:ahLst/>
              <a:cxnLst/>
              <a:rect l="l" t="t" r="r" b="b"/>
              <a:pathLst>
                <a:path w="603" h="419" extrusionOk="0">
                  <a:moveTo>
                    <a:pt x="1" y="68"/>
                  </a:moveTo>
                  <a:cubicBezTo>
                    <a:pt x="17" y="201"/>
                    <a:pt x="17" y="185"/>
                    <a:pt x="268" y="285"/>
                  </a:cubicBezTo>
                  <a:cubicBezTo>
                    <a:pt x="385" y="335"/>
                    <a:pt x="502" y="418"/>
                    <a:pt x="585" y="335"/>
                  </a:cubicBezTo>
                  <a:cubicBezTo>
                    <a:pt x="602" y="185"/>
                    <a:pt x="184" y="1"/>
                    <a:pt x="1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716;p21">
              <a:extLst>
                <a:ext uri="{FF2B5EF4-FFF2-40B4-BE49-F238E27FC236}">
                  <a16:creationId xmlns:a16="http://schemas.microsoft.com/office/drawing/2014/main" id="{63F541E1-1ACC-4907-8FAE-1C111535B205}"/>
                </a:ext>
              </a:extLst>
            </p:cNvPr>
            <p:cNvSpPr/>
            <p:nvPr/>
          </p:nvSpPr>
          <p:spPr>
            <a:xfrm>
              <a:off x="4789358" y="4101660"/>
              <a:ext cx="15991" cy="25975"/>
            </a:xfrm>
            <a:custGeom>
              <a:avLst/>
              <a:gdLst/>
              <a:ahLst/>
              <a:cxnLst/>
              <a:rect l="l" t="t" r="r" b="b"/>
              <a:pathLst>
                <a:path w="402" h="653" extrusionOk="0">
                  <a:moveTo>
                    <a:pt x="50" y="652"/>
                  </a:moveTo>
                  <a:cubicBezTo>
                    <a:pt x="218" y="636"/>
                    <a:pt x="184" y="552"/>
                    <a:pt x="251" y="385"/>
                  </a:cubicBezTo>
                  <a:cubicBezTo>
                    <a:pt x="284" y="301"/>
                    <a:pt x="401" y="134"/>
                    <a:pt x="284" y="84"/>
                  </a:cubicBezTo>
                  <a:cubicBezTo>
                    <a:pt x="151" y="1"/>
                    <a:pt x="0" y="469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717;p21">
              <a:extLst>
                <a:ext uri="{FF2B5EF4-FFF2-40B4-BE49-F238E27FC236}">
                  <a16:creationId xmlns:a16="http://schemas.microsoft.com/office/drawing/2014/main" id="{65874750-EE88-486C-883A-D504741A7E80}"/>
                </a:ext>
              </a:extLst>
            </p:cNvPr>
            <p:cNvSpPr/>
            <p:nvPr/>
          </p:nvSpPr>
          <p:spPr>
            <a:xfrm>
              <a:off x="4560039" y="3116683"/>
              <a:ext cx="15991" cy="21997"/>
            </a:xfrm>
            <a:custGeom>
              <a:avLst/>
              <a:gdLst/>
              <a:ahLst/>
              <a:cxnLst/>
              <a:rect l="l" t="t" r="r" b="b"/>
              <a:pathLst>
                <a:path w="402" h="553" extrusionOk="0">
                  <a:moveTo>
                    <a:pt x="18" y="519"/>
                  </a:moveTo>
                  <a:cubicBezTo>
                    <a:pt x="185" y="552"/>
                    <a:pt x="218" y="469"/>
                    <a:pt x="285" y="335"/>
                  </a:cubicBezTo>
                  <a:cubicBezTo>
                    <a:pt x="335" y="218"/>
                    <a:pt x="402" y="101"/>
                    <a:pt x="352" y="1"/>
                  </a:cubicBezTo>
                  <a:cubicBezTo>
                    <a:pt x="201" y="17"/>
                    <a:pt x="1" y="335"/>
                    <a:pt x="18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718;p21">
              <a:extLst>
                <a:ext uri="{FF2B5EF4-FFF2-40B4-BE49-F238E27FC236}">
                  <a16:creationId xmlns:a16="http://schemas.microsoft.com/office/drawing/2014/main" id="{D32A5AF8-31BE-410B-8B9D-093F21B48B39}"/>
                </a:ext>
              </a:extLst>
            </p:cNvPr>
            <p:cNvSpPr/>
            <p:nvPr/>
          </p:nvSpPr>
          <p:spPr>
            <a:xfrm>
              <a:off x="4652443" y="3825841"/>
              <a:ext cx="19968" cy="22633"/>
            </a:xfrm>
            <a:custGeom>
              <a:avLst/>
              <a:gdLst/>
              <a:ahLst/>
              <a:cxnLst/>
              <a:rect l="l" t="t" r="r" b="b"/>
              <a:pathLst>
                <a:path w="502" h="569" extrusionOk="0">
                  <a:moveTo>
                    <a:pt x="502" y="452"/>
                  </a:moveTo>
                  <a:cubicBezTo>
                    <a:pt x="485" y="301"/>
                    <a:pt x="401" y="368"/>
                    <a:pt x="318" y="235"/>
                  </a:cubicBezTo>
                  <a:cubicBezTo>
                    <a:pt x="234" y="134"/>
                    <a:pt x="234" y="1"/>
                    <a:pt x="101" y="51"/>
                  </a:cubicBezTo>
                  <a:cubicBezTo>
                    <a:pt x="0" y="251"/>
                    <a:pt x="268" y="569"/>
                    <a:pt x="502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719;p21">
              <a:extLst>
                <a:ext uri="{FF2B5EF4-FFF2-40B4-BE49-F238E27FC236}">
                  <a16:creationId xmlns:a16="http://schemas.microsoft.com/office/drawing/2014/main" id="{C49CA7AF-94D0-4DBC-8E24-0DB07AAED987}"/>
                </a:ext>
              </a:extLst>
            </p:cNvPr>
            <p:cNvSpPr/>
            <p:nvPr/>
          </p:nvSpPr>
          <p:spPr>
            <a:xfrm>
              <a:off x="4661751" y="3955437"/>
              <a:ext cx="14638" cy="21321"/>
            </a:xfrm>
            <a:custGeom>
              <a:avLst/>
              <a:gdLst/>
              <a:ahLst/>
              <a:cxnLst/>
              <a:rect l="l" t="t" r="r" b="b"/>
              <a:pathLst>
                <a:path w="368" h="536" extrusionOk="0">
                  <a:moveTo>
                    <a:pt x="84" y="536"/>
                  </a:moveTo>
                  <a:cubicBezTo>
                    <a:pt x="234" y="519"/>
                    <a:pt x="251" y="402"/>
                    <a:pt x="284" y="268"/>
                  </a:cubicBezTo>
                  <a:cubicBezTo>
                    <a:pt x="334" y="101"/>
                    <a:pt x="368" y="34"/>
                    <a:pt x="201" y="1"/>
                  </a:cubicBezTo>
                  <a:cubicBezTo>
                    <a:pt x="151" y="68"/>
                    <a:pt x="117" y="168"/>
                    <a:pt x="84" y="285"/>
                  </a:cubicBezTo>
                  <a:cubicBezTo>
                    <a:pt x="34" y="402"/>
                    <a:pt x="0" y="435"/>
                    <a:pt x="84" y="5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720;p21">
              <a:extLst>
                <a:ext uri="{FF2B5EF4-FFF2-40B4-BE49-F238E27FC236}">
                  <a16:creationId xmlns:a16="http://schemas.microsoft.com/office/drawing/2014/main" id="{A4418227-2386-48A6-BCA3-9ECE2B3265ED}"/>
                </a:ext>
              </a:extLst>
            </p:cNvPr>
            <p:cNvSpPr/>
            <p:nvPr/>
          </p:nvSpPr>
          <p:spPr>
            <a:xfrm>
              <a:off x="4452401" y="2560391"/>
              <a:ext cx="18616" cy="17979"/>
            </a:xfrm>
            <a:custGeom>
              <a:avLst/>
              <a:gdLst/>
              <a:ahLst/>
              <a:cxnLst/>
              <a:rect l="l" t="t" r="r" b="b"/>
              <a:pathLst>
                <a:path w="468" h="452" extrusionOk="0">
                  <a:moveTo>
                    <a:pt x="368" y="452"/>
                  </a:moveTo>
                  <a:cubicBezTo>
                    <a:pt x="468" y="335"/>
                    <a:pt x="384" y="268"/>
                    <a:pt x="318" y="184"/>
                  </a:cubicBezTo>
                  <a:cubicBezTo>
                    <a:pt x="234" y="101"/>
                    <a:pt x="167" y="17"/>
                    <a:pt x="17" y="1"/>
                  </a:cubicBezTo>
                  <a:cubicBezTo>
                    <a:pt x="0" y="134"/>
                    <a:pt x="34" y="184"/>
                    <a:pt x="117" y="251"/>
                  </a:cubicBezTo>
                  <a:cubicBezTo>
                    <a:pt x="167" y="301"/>
                    <a:pt x="184" y="318"/>
                    <a:pt x="217" y="368"/>
                  </a:cubicBezTo>
                  <a:cubicBezTo>
                    <a:pt x="301" y="452"/>
                    <a:pt x="251" y="435"/>
                    <a:pt x="36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721;p21">
              <a:extLst>
                <a:ext uri="{FF2B5EF4-FFF2-40B4-BE49-F238E27FC236}">
                  <a16:creationId xmlns:a16="http://schemas.microsoft.com/office/drawing/2014/main" id="{A21EF995-8A19-4842-901B-C061ADF4EE87}"/>
                </a:ext>
              </a:extLst>
            </p:cNvPr>
            <p:cNvSpPr/>
            <p:nvPr/>
          </p:nvSpPr>
          <p:spPr>
            <a:xfrm>
              <a:off x="4552760" y="4070435"/>
              <a:ext cx="15991" cy="21957"/>
            </a:xfrm>
            <a:custGeom>
              <a:avLst/>
              <a:gdLst/>
              <a:ahLst/>
              <a:cxnLst/>
              <a:rect l="l" t="t" r="r" b="b"/>
              <a:pathLst>
                <a:path w="402" h="552" extrusionOk="0">
                  <a:moveTo>
                    <a:pt x="117" y="552"/>
                  </a:moveTo>
                  <a:cubicBezTo>
                    <a:pt x="267" y="552"/>
                    <a:pt x="384" y="151"/>
                    <a:pt x="351" y="51"/>
                  </a:cubicBezTo>
                  <a:cubicBezTo>
                    <a:pt x="334" y="51"/>
                    <a:pt x="401" y="0"/>
                    <a:pt x="267" y="51"/>
                  </a:cubicBezTo>
                  <a:cubicBezTo>
                    <a:pt x="184" y="67"/>
                    <a:pt x="0" y="401"/>
                    <a:pt x="117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722;p21">
              <a:extLst>
                <a:ext uri="{FF2B5EF4-FFF2-40B4-BE49-F238E27FC236}">
                  <a16:creationId xmlns:a16="http://schemas.microsoft.com/office/drawing/2014/main" id="{9FD96020-5FE8-459D-B2A9-F1A9B05E1669}"/>
                </a:ext>
              </a:extLst>
            </p:cNvPr>
            <p:cNvSpPr/>
            <p:nvPr/>
          </p:nvSpPr>
          <p:spPr>
            <a:xfrm>
              <a:off x="4573365" y="3276868"/>
              <a:ext cx="21281" cy="20645"/>
            </a:xfrm>
            <a:custGeom>
              <a:avLst/>
              <a:gdLst/>
              <a:ahLst/>
              <a:cxnLst/>
              <a:rect l="l" t="t" r="r" b="b"/>
              <a:pathLst>
                <a:path w="535" h="519" extrusionOk="0">
                  <a:moveTo>
                    <a:pt x="117" y="518"/>
                  </a:moveTo>
                  <a:cubicBezTo>
                    <a:pt x="234" y="502"/>
                    <a:pt x="284" y="401"/>
                    <a:pt x="351" y="318"/>
                  </a:cubicBezTo>
                  <a:cubicBezTo>
                    <a:pt x="401" y="268"/>
                    <a:pt x="535" y="117"/>
                    <a:pt x="451" y="67"/>
                  </a:cubicBezTo>
                  <a:cubicBezTo>
                    <a:pt x="334" y="0"/>
                    <a:pt x="0" y="351"/>
                    <a:pt x="1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723;p21">
              <a:extLst>
                <a:ext uri="{FF2B5EF4-FFF2-40B4-BE49-F238E27FC236}">
                  <a16:creationId xmlns:a16="http://schemas.microsoft.com/office/drawing/2014/main" id="{256CBA08-E04D-44A8-B47D-82EBD886EDBC}"/>
                </a:ext>
              </a:extLst>
            </p:cNvPr>
            <p:cNvSpPr/>
            <p:nvPr/>
          </p:nvSpPr>
          <p:spPr>
            <a:xfrm>
              <a:off x="4449060" y="3761361"/>
              <a:ext cx="11337" cy="23986"/>
            </a:xfrm>
            <a:custGeom>
              <a:avLst/>
              <a:gdLst/>
              <a:ahLst/>
              <a:cxnLst/>
              <a:rect l="l" t="t" r="r" b="b"/>
              <a:pathLst>
                <a:path w="285" h="603" extrusionOk="0">
                  <a:moveTo>
                    <a:pt x="268" y="18"/>
                  </a:moveTo>
                  <a:cubicBezTo>
                    <a:pt x="101" y="1"/>
                    <a:pt x="101" y="51"/>
                    <a:pt x="67" y="201"/>
                  </a:cubicBezTo>
                  <a:cubicBezTo>
                    <a:pt x="51" y="285"/>
                    <a:pt x="1" y="469"/>
                    <a:pt x="84" y="519"/>
                  </a:cubicBezTo>
                  <a:cubicBezTo>
                    <a:pt x="251" y="602"/>
                    <a:pt x="285" y="118"/>
                    <a:pt x="268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724;p21">
              <a:extLst>
                <a:ext uri="{FF2B5EF4-FFF2-40B4-BE49-F238E27FC236}">
                  <a16:creationId xmlns:a16="http://schemas.microsoft.com/office/drawing/2014/main" id="{B7E3D6A9-983C-44E6-BF22-0F22843A5816}"/>
                </a:ext>
              </a:extLst>
            </p:cNvPr>
            <p:cNvSpPr/>
            <p:nvPr/>
          </p:nvSpPr>
          <p:spPr>
            <a:xfrm>
              <a:off x="4548743" y="3968086"/>
              <a:ext cx="18656" cy="20645"/>
            </a:xfrm>
            <a:custGeom>
              <a:avLst/>
              <a:gdLst/>
              <a:ahLst/>
              <a:cxnLst/>
              <a:rect l="l" t="t" r="r" b="b"/>
              <a:pathLst>
                <a:path w="469" h="519" extrusionOk="0">
                  <a:moveTo>
                    <a:pt x="168" y="518"/>
                  </a:moveTo>
                  <a:cubicBezTo>
                    <a:pt x="285" y="485"/>
                    <a:pt x="268" y="401"/>
                    <a:pt x="335" y="268"/>
                  </a:cubicBezTo>
                  <a:cubicBezTo>
                    <a:pt x="385" y="184"/>
                    <a:pt x="469" y="17"/>
                    <a:pt x="352" y="17"/>
                  </a:cubicBezTo>
                  <a:cubicBezTo>
                    <a:pt x="251" y="0"/>
                    <a:pt x="1" y="334"/>
                    <a:pt x="168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725;p21">
              <a:extLst>
                <a:ext uri="{FF2B5EF4-FFF2-40B4-BE49-F238E27FC236}">
                  <a16:creationId xmlns:a16="http://schemas.microsoft.com/office/drawing/2014/main" id="{792164C5-B57D-49C8-A70A-BDA12829B426}"/>
                </a:ext>
              </a:extLst>
            </p:cNvPr>
            <p:cNvSpPr/>
            <p:nvPr/>
          </p:nvSpPr>
          <p:spPr>
            <a:xfrm>
              <a:off x="4851809" y="3963432"/>
              <a:ext cx="9348" cy="21321"/>
            </a:xfrm>
            <a:custGeom>
              <a:avLst/>
              <a:gdLst/>
              <a:ahLst/>
              <a:cxnLst/>
              <a:rect l="l" t="t" r="r" b="b"/>
              <a:pathLst>
                <a:path w="235" h="536" extrusionOk="0">
                  <a:moveTo>
                    <a:pt x="151" y="0"/>
                  </a:moveTo>
                  <a:cubicBezTo>
                    <a:pt x="18" y="34"/>
                    <a:pt x="1" y="151"/>
                    <a:pt x="18" y="301"/>
                  </a:cubicBezTo>
                  <a:cubicBezTo>
                    <a:pt x="18" y="451"/>
                    <a:pt x="84" y="535"/>
                    <a:pt x="218" y="502"/>
                  </a:cubicBezTo>
                  <a:cubicBezTo>
                    <a:pt x="235" y="468"/>
                    <a:pt x="235" y="485"/>
                    <a:pt x="235" y="435"/>
                  </a:cubicBezTo>
                  <a:cubicBezTo>
                    <a:pt x="235" y="351"/>
                    <a:pt x="185" y="50"/>
                    <a:pt x="15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726;p21">
              <a:extLst>
                <a:ext uri="{FF2B5EF4-FFF2-40B4-BE49-F238E27FC236}">
                  <a16:creationId xmlns:a16="http://schemas.microsoft.com/office/drawing/2014/main" id="{70CEE079-0718-4181-A06C-2C2F51240295}"/>
                </a:ext>
              </a:extLst>
            </p:cNvPr>
            <p:cNvSpPr/>
            <p:nvPr/>
          </p:nvSpPr>
          <p:spPr>
            <a:xfrm>
              <a:off x="4626508" y="4188058"/>
              <a:ext cx="15354" cy="18656"/>
            </a:xfrm>
            <a:custGeom>
              <a:avLst/>
              <a:gdLst/>
              <a:ahLst/>
              <a:cxnLst/>
              <a:rect l="l" t="t" r="r" b="b"/>
              <a:pathLst>
                <a:path w="386" h="469" extrusionOk="0">
                  <a:moveTo>
                    <a:pt x="1" y="469"/>
                  </a:moveTo>
                  <a:lnTo>
                    <a:pt x="101" y="469"/>
                  </a:lnTo>
                  <a:cubicBezTo>
                    <a:pt x="168" y="385"/>
                    <a:pt x="385" y="268"/>
                    <a:pt x="335" y="1"/>
                  </a:cubicBezTo>
                  <a:cubicBezTo>
                    <a:pt x="201" y="1"/>
                    <a:pt x="185" y="84"/>
                    <a:pt x="118" y="168"/>
                  </a:cubicBezTo>
                  <a:cubicBezTo>
                    <a:pt x="51" y="285"/>
                    <a:pt x="1" y="318"/>
                    <a:pt x="1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727;p21">
              <a:extLst>
                <a:ext uri="{FF2B5EF4-FFF2-40B4-BE49-F238E27FC236}">
                  <a16:creationId xmlns:a16="http://schemas.microsoft.com/office/drawing/2014/main" id="{467FF1E5-D514-4303-959F-F351FBBBD829}"/>
                </a:ext>
              </a:extLst>
            </p:cNvPr>
            <p:cNvSpPr/>
            <p:nvPr/>
          </p:nvSpPr>
          <p:spPr>
            <a:xfrm>
              <a:off x="5057858" y="2076534"/>
              <a:ext cx="19968" cy="26651"/>
            </a:xfrm>
            <a:custGeom>
              <a:avLst/>
              <a:gdLst/>
              <a:ahLst/>
              <a:cxnLst/>
              <a:rect l="l" t="t" r="r" b="b"/>
              <a:pathLst>
                <a:path w="502" h="670" extrusionOk="0">
                  <a:moveTo>
                    <a:pt x="368" y="84"/>
                  </a:moveTo>
                  <a:cubicBezTo>
                    <a:pt x="268" y="135"/>
                    <a:pt x="184" y="218"/>
                    <a:pt x="118" y="285"/>
                  </a:cubicBezTo>
                  <a:cubicBezTo>
                    <a:pt x="1" y="452"/>
                    <a:pt x="51" y="669"/>
                    <a:pt x="418" y="251"/>
                  </a:cubicBezTo>
                  <a:cubicBezTo>
                    <a:pt x="485" y="185"/>
                    <a:pt x="502" y="1"/>
                    <a:pt x="368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728;p21">
              <a:extLst>
                <a:ext uri="{FF2B5EF4-FFF2-40B4-BE49-F238E27FC236}">
                  <a16:creationId xmlns:a16="http://schemas.microsoft.com/office/drawing/2014/main" id="{9F838CA1-5BB0-4578-80A7-447C81203B09}"/>
                </a:ext>
              </a:extLst>
            </p:cNvPr>
            <p:cNvSpPr/>
            <p:nvPr/>
          </p:nvSpPr>
          <p:spPr>
            <a:xfrm>
              <a:off x="4664416" y="3393854"/>
              <a:ext cx="18616" cy="18616"/>
            </a:xfrm>
            <a:custGeom>
              <a:avLst/>
              <a:gdLst/>
              <a:ahLst/>
              <a:cxnLst/>
              <a:rect l="l" t="t" r="r" b="b"/>
              <a:pathLst>
                <a:path w="468" h="468" extrusionOk="0">
                  <a:moveTo>
                    <a:pt x="0" y="418"/>
                  </a:moveTo>
                  <a:cubicBezTo>
                    <a:pt x="201" y="468"/>
                    <a:pt x="468" y="134"/>
                    <a:pt x="401" y="50"/>
                  </a:cubicBezTo>
                  <a:cubicBezTo>
                    <a:pt x="351" y="0"/>
                    <a:pt x="351" y="0"/>
                    <a:pt x="267" y="34"/>
                  </a:cubicBezTo>
                  <a:cubicBezTo>
                    <a:pt x="251" y="50"/>
                    <a:pt x="0" y="234"/>
                    <a:pt x="0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729;p21">
              <a:extLst>
                <a:ext uri="{FF2B5EF4-FFF2-40B4-BE49-F238E27FC236}">
                  <a16:creationId xmlns:a16="http://schemas.microsoft.com/office/drawing/2014/main" id="{E2CFF96A-9A53-4FE0-BB39-0265442050B0}"/>
                </a:ext>
              </a:extLst>
            </p:cNvPr>
            <p:cNvSpPr/>
            <p:nvPr/>
          </p:nvSpPr>
          <p:spPr>
            <a:xfrm>
              <a:off x="4747472" y="2232741"/>
              <a:ext cx="23310" cy="28600"/>
            </a:xfrm>
            <a:custGeom>
              <a:avLst/>
              <a:gdLst/>
              <a:ahLst/>
              <a:cxnLst/>
              <a:rect l="l" t="t" r="r" b="b"/>
              <a:pathLst>
                <a:path w="586" h="719" extrusionOk="0">
                  <a:moveTo>
                    <a:pt x="418" y="117"/>
                  </a:moveTo>
                  <a:cubicBezTo>
                    <a:pt x="1" y="485"/>
                    <a:pt x="268" y="719"/>
                    <a:pt x="519" y="251"/>
                  </a:cubicBezTo>
                  <a:cubicBezTo>
                    <a:pt x="586" y="117"/>
                    <a:pt x="552" y="0"/>
                    <a:pt x="418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730;p21">
              <a:extLst>
                <a:ext uri="{FF2B5EF4-FFF2-40B4-BE49-F238E27FC236}">
                  <a16:creationId xmlns:a16="http://schemas.microsoft.com/office/drawing/2014/main" id="{3F09A639-9B91-46DC-9DCB-443A1946F5CC}"/>
                </a:ext>
              </a:extLst>
            </p:cNvPr>
            <p:cNvSpPr/>
            <p:nvPr/>
          </p:nvSpPr>
          <p:spPr>
            <a:xfrm>
              <a:off x="4472329" y="3896964"/>
              <a:ext cx="16667" cy="21321"/>
            </a:xfrm>
            <a:custGeom>
              <a:avLst/>
              <a:gdLst/>
              <a:ahLst/>
              <a:cxnLst/>
              <a:rect l="l" t="t" r="r" b="b"/>
              <a:pathLst>
                <a:path w="419" h="536" extrusionOk="0">
                  <a:moveTo>
                    <a:pt x="17" y="518"/>
                  </a:moveTo>
                  <a:cubicBezTo>
                    <a:pt x="167" y="535"/>
                    <a:pt x="184" y="452"/>
                    <a:pt x="251" y="351"/>
                  </a:cubicBezTo>
                  <a:cubicBezTo>
                    <a:pt x="301" y="285"/>
                    <a:pt x="418" y="168"/>
                    <a:pt x="335" y="84"/>
                  </a:cubicBezTo>
                  <a:cubicBezTo>
                    <a:pt x="234" y="0"/>
                    <a:pt x="0" y="318"/>
                    <a:pt x="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731;p21">
              <a:extLst>
                <a:ext uri="{FF2B5EF4-FFF2-40B4-BE49-F238E27FC236}">
                  <a16:creationId xmlns:a16="http://schemas.microsoft.com/office/drawing/2014/main" id="{8B0411E7-4D20-42C2-AE16-1CED43EED22F}"/>
                </a:ext>
              </a:extLst>
            </p:cNvPr>
            <p:cNvSpPr/>
            <p:nvPr/>
          </p:nvSpPr>
          <p:spPr>
            <a:xfrm>
              <a:off x="4601249" y="4083720"/>
              <a:ext cx="15354" cy="20645"/>
            </a:xfrm>
            <a:custGeom>
              <a:avLst/>
              <a:gdLst/>
              <a:ahLst/>
              <a:cxnLst/>
              <a:rect l="l" t="t" r="r" b="b"/>
              <a:pathLst>
                <a:path w="386" h="519" extrusionOk="0">
                  <a:moveTo>
                    <a:pt x="168" y="485"/>
                  </a:moveTo>
                  <a:cubicBezTo>
                    <a:pt x="268" y="435"/>
                    <a:pt x="201" y="519"/>
                    <a:pt x="251" y="385"/>
                  </a:cubicBezTo>
                  <a:cubicBezTo>
                    <a:pt x="352" y="151"/>
                    <a:pt x="385" y="151"/>
                    <a:pt x="335" y="17"/>
                  </a:cubicBezTo>
                  <a:cubicBezTo>
                    <a:pt x="218" y="1"/>
                    <a:pt x="151" y="84"/>
                    <a:pt x="118" y="201"/>
                  </a:cubicBezTo>
                  <a:cubicBezTo>
                    <a:pt x="1" y="485"/>
                    <a:pt x="168" y="485"/>
                    <a:pt x="168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732;p21">
              <a:extLst>
                <a:ext uri="{FF2B5EF4-FFF2-40B4-BE49-F238E27FC236}">
                  <a16:creationId xmlns:a16="http://schemas.microsoft.com/office/drawing/2014/main" id="{8C92EE8E-D6A6-4B4E-801B-A4F3AB105F04}"/>
                </a:ext>
              </a:extLst>
            </p:cNvPr>
            <p:cNvSpPr/>
            <p:nvPr/>
          </p:nvSpPr>
          <p:spPr>
            <a:xfrm>
              <a:off x="4295517" y="3787296"/>
              <a:ext cx="15991" cy="19332"/>
            </a:xfrm>
            <a:custGeom>
              <a:avLst/>
              <a:gdLst/>
              <a:ahLst/>
              <a:cxnLst/>
              <a:rect l="l" t="t" r="r" b="b"/>
              <a:pathLst>
                <a:path w="402" h="486" extrusionOk="0">
                  <a:moveTo>
                    <a:pt x="34" y="485"/>
                  </a:moveTo>
                  <a:cubicBezTo>
                    <a:pt x="185" y="485"/>
                    <a:pt x="185" y="435"/>
                    <a:pt x="268" y="318"/>
                  </a:cubicBezTo>
                  <a:cubicBezTo>
                    <a:pt x="318" y="235"/>
                    <a:pt x="402" y="168"/>
                    <a:pt x="352" y="51"/>
                  </a:cubicBezTo>
                  <a:cubicBezTo>
                    <a:pt x="201" y="1"/>
                    <a:pt x="1" y="268"/>
                    <a:pt x="34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733;p21">
              <a:extLst>
                <a:ext uri="{FF2B5EF4-FFF2-40B4-BE49-F238E27FC236}">
                  <a16:creationId xmlns:a16="http://schemas.microsoft.com/office/drawing/2014/main" id="{DD5862B1-62FD-48D9-BDAF-58EC63A6B937}"/>
                </a:ext>
              </a:extLst>
            </p:cNvPr>
            <p:cNvSpPr/>
            <p:nvPr/>
          </p:nvSpPr>
          <p:spPr>
            <a:xfrm>
              <a:off x="4752802" y="2765763"/>
              <a:ext cx="17979" cy="15991"/>
            </a:xfrm>
            <a:custGeom>
              <a:avLst/>
              <a:gdLst/>
              <a:ahLst/>
              <a:cxnLst/>
              <a:rect l="l" t="t" r="r" b="b"/>
              <a:pathLst>
                <a:path w="452" h="402" extrusionOk="0">
                  <a:moveTo>
                    <a:pt x="452" y="335"/>
                  </a:moveTo>
                  <a:cubicBezTo>
                    <a:pt x="452" y="201"/>
                    <a:pt x="385" y="168"/>
                    <a:pt x="284" y="118"/>
                  </a:cubicBezTo>
                  <a:cubicBezTo>
                    <a:pt x="184" y="51"/>
                    <a:pt x="134" y="1"/>
                    <a:pt x="0" y="1"/>
                  </a:cubicBezTo>
                  <a:cubicBezTo>
                    <a:pt x="0" y="184"/>
                    <a:pt x="268" y="402"/>
                    <a:pt x="452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734;p21">
              <a:extLst>
                <a:ext uri="{FF2B5EF4-FFF2-40B4-BE49-F238E27FC236}">
                  <a16:creationId xmlns:a16="http://schemas.microsoft.com/office/drawing/2014/main" id="{AEC13E3D-6044-44EB-BF7A-67FEE564339A}"/>
                </a:ext>
              </a:extLst>
            </p:cNvPr>
            <p:cNvSpPr/>
            <p:nvPr/>
          </p:nvSpPr>
          <p:spPr>
            <a:xfrm>
              <a:off x="4576666" y="3466290"/>
              <a:ext cx="15314" cy="19292"/>
            </a:xfrm>
            <a:custGeom>
              <a:avLst/>
              <a:gdLst/>
              <a:ahLst/>
              <a:cxnLst/>
              <a:rect l="l" t="t" r="r" b="b"/>
              <a:pathLst>
                <a:path w="385" h="485" extrusionOk="0">
                  <a:moveTo>
                    <a:pt x="51" y="485"/>
                  </a:moveTo>
                  <a:cubicBezTo>
                    <a:pt x="168" y="485"/>
                    <a:pt x="168" y="435"/>
                    <a:pt x="251" y="335"/>
                  </a:cubicBezTo>
                  <a:cubicBezTo>
                    <a:pt x="301" y="251"/>
                    <a:pt x="385" y="184"/>
                    <a:pt x="351" y="84"/>
                  </a:cubicBezTo>
                  <a:cubicBezTo>
                    <a:pt x="351" y="84"/>
                    <a:pt x="351" y="0"/>
                    <a:pt x="218" y="84"/>
                  </a:cubicBezTo>
                  <a:cubicBezTo>
                    <a:pt x="184" y="101"/>
                    <a:pt x="151" y="151"/>
                    <a:pt x="118" y="184"/>
                  </a:cubicBezTo>
                  <a:cubicBezTo>
                    <a:pt x="34" y="268"/>
                    <a:pt x="1" y="3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735;p21">
              <a:extLst>
                <a:ext uri="{FF2B5EF4-FFF2-40B4-BE49-F238E27FC236}">
                  <a16:creationId xmlns:a16="http://schemas.microsoft.com/office/drawing/2014/main" id="{525B1B7C-E2F0-486F-B912-66A49D131B38}"/>
                </a:ext>
              </a:extLst>
            </p:cNvPr>
            <p:cNvSpPr/>
            <p:nvPr/>
          </p:nvSpPr>
          <p:spPr>
            <a:xfrm>
              <a:off x="4870425" y="3942151"/>
              <a:ext cx="10024" cy="24622"/>
            </a:xfrm>
            <a:custGeom>
              <a:avLst/>
              <a:gdLst/>
              <a:ahLst/>
              <a:cxnLst/>
              <a:rect l="l" t="t" r="r" b="b"/>
              <a:pathLst>
                <a:path w="252" h="619" extrusionOk="0">
                  <a:moveTo>
                    <a:pt x="251" y="34"/>
                  </a:moveTo>
                  <a:cubicBezTo>
                    <a:pt x="17" y="1"/>
                    <a:pt x="1" y="619"/>
                    <a:pt x="235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736;p21">
              <a:extLst>
                <a:ext uri="{FF2B5EF4-FFF2-40B4-BE49-F238E27FC236}">
                  <a16:creationId xmlns:a16="http://schemas.microsoft.com/office/drawing/2014/main" id="{605A3BB3-CF94-4B21-9FA4-564CDDB4AD0E}"/>
                </a:ext>
              </a:extLst>
            </p:cNvPr>
            <p:cNvSpPr/>
            <p:nvPr/>
          </p:nvSpPr>
          <p:spPr>
            <a:xfrm>
              <a:off x="4576666" y="4011961"/>
              <a:ext cx="19968" cy="21281"/>
            </a:xfrm>
            <a:custGeom>
              <a:avLst/>
              <a:gdLst/>
              <a:ahLst/>
              <a:cxnLst/>
              <a:rect l="l" t="t" r="r" b="b"/>
              <a:pathLst>
                <a:path w="502" h="535" extrusionOk="0">
                  <a:moveTo>
                    <a:pt x="385" y="251"/>
                  </a:moveTo>
                  <a:cubicBezTo>
                    <a:pt x="502" y="0"/>
                    <a:pt x="184" y="117"/>
                    <a:pt x="67" y="368"/>
                  </a:cubicBezTo>
                  <a:cubicBezTo>
                    <a:pt x="1" y="501"/>
                    <a:pt x="101" y="535"/>
                    <a:pt x="201" y="485"/>
                  </a:cubicBezTo>
                  <a:cubicBezTo>
                    <a:pt x="268" y="434"/>
                    <a:pt x="351" y="318"/>
                    <a:pt x="38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737;p21">
              <a:extLst>
                <a:ext uri="{FF2B5EF4-FFF2-40B4-BE49-F238E27FC236}">
                  <a16:creationId xmlns:a16="http://schemas.microsoft.com/office/drawing/2014/main" id="{56C2BBA0-3409-4809-89C1-D250C7D90565}"/>
                </a:ext>
              </a:extLst>
            </p:cNvPr>
            <p:cNvSpPr/>
            <p:nvPr/>
          </p:nvSpPr>
          <p:spPr>
            <a:xfrm>
              <a:off x="4464334" y="3072808"/>
              <a:ext cx="21321" cy="20645"/>
            </a:xfrm>
            <a:custGeom>
              <a:avLst/>
              <a:gdLst/>
              <a:ahLst/>
              <a:cxnLst/>
              <a:rect l="l" t="t" r="r" b="b"/>
              <a:pathLst>
                <a:path w="536" h="519" extrusionOk="0">
                  <a:moveTo>
                    <a:pt x="352" y="519"/>
                  </a:moveTo>
                  <a:lnTo>
                    <a:pt x="368" y="352"/>
                  </a:lnTo>
                  <a:cubicBezTo>
                    <a:pt x="519" y="318"/>
                    <a:pt x="519" y="335"/>
                    <a:pt x="536" y="218"/>
                  </a:cubicBezTo>
                  <a:cubicBezTo>
                    <a:pt x="201" y="1"/>
                    <a:pt x="1" y="469"/>
                    <a:pt x="352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738;p21">
              <a:extLst>
                <a:ext uri="{FF2B5EF4-FFF2-40B4-BE49-F238E27FC236}">
                  <a16:creationId xmlns:a16="http://schemas.microsoft.com/office/drawing/2014/main" id="{8DFE12C6-D2E5-40EB-BDF9-987B4AE6B634}"/>
                </a:ext>
              </a:extLst>
            </p:cNvPr>
            <p:cNvSpPr/>
            <p:nvPr/>
          </p:nvSpPr>
          <p:spPr>
            <a:xfrm>
              <a:off x="4835858" y="2781038"/>
              <a:ext cx="13365" cy="18019"/>
            </a:xfrm>
            <a:custGeom>
              <a:avLst/>
              <a:gdLst/>
              <a:ahLst/>
              <a:cxnLst/>
              <a:rect l="l" t="t" r="r" b="b"/>
              <a:pathLst>
                <a:path w="336" h="453" extrusionOk="0">
                  <a:moveTo>
                    <a:pt x="335" y="435"/>
                  </a:moveTo>
                  <a:cubicBezTo>
                    <a:pt x="318" y="235"/>
                    <a:pt x="302" y="368"/>
                    <a:pt x="235" y="218"/>
                  </a:cubicBezTo>
                  <a:cubicBezTo>
                    <a:pt x="185" y="84"/>
                    <a:pt x="268" y="84"/>
                    <a:pt x="135" y="1"/>
                  </a:cubicBezTo>
                  <a:cubicBezTo>
                    <a:pt x="18" y="68"/>
                    <a:pt x="1" y="185"/>
                    <a:pt x="68" y="302"/>
                  </a:cubicBezTo>
                  <a:cubicBezTo>
                    <a:pt x="118" y="419"/>
                    <a:pt x="201" y="452"/>
                    <a:pt x="335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739;p21">
              <a:extLst>
                <a:ext uri="{FF2B5EF4-FFF2-40B4-BE49-F238E27FC236}">
                  <a16:creationId xmlns:a16="http://schemas.microsoft.com/office/drawing/2014/main" id="{3548A2CB-68DF-412E-8E07-4DEB4C488B90}"/>
                </a:ext>
              </a:extLst>
            </p:cNvPr>
            <p:cNvSpPr/>
            <p:nvPr/>
          </p:nvSpPr>
          <p:spPr>
            <a:xfrm>
              <a:off x="4660399" y="3232993"/>
              <a:ext cx="20008" cy="17979"/>
            </a:xfrm>
            <a:custGeom>
              <a:avLst/>
              <a:gdLst/>
              <a:ahLst/>
              <a:cxnLst/>
              <a:rect l="l" t="t" r="r" b="b"/>
              <a:pathLst>
                <a:path w="503" h="452" extrusionOk="0">
                  <a:moveTo>
                    <a:pt x="101" y="452"/>
                  </a:moveTo>
                  <a:cubicBezTo>
                    <a:pt x="252" y="435"/>
                    <a:pt x="218" y="385"/>
                    <a:pt x="302" y="285"/>
                  </a:cubicBezTo>
                  <a:cubicBezTo>
                    <a:pt x="352" y="235"/>
                    <a:pt x="502" y="101"/>
                    <a:pt x="368" y="34"/>
                  </a:cubicBezTo>
                  <a:cubicBezTo>
                    <a:pt x="268" y="1"/>
                    <a:pt x="1" y="251"/>
                    <a:pt x="101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740;p21">
              <a:extLst>
                <a:ext uri="{FF2B5EF4-FFF2-40B4-BE49-F238E27FC236}">
                  <a16:creationId xmlns:a16="http://schemas.microsoft.com/office/drawing/2014/main" id="{EEE7B2F1-189D-49B1-BB8B-7E8686ED39F2}"/>
                </a:ext>
              </a:extLst>
            </p:cNvPr>
            <p:cNvSpPr/>
            <p:nvPr/>
          </p:nvSpPr>
          <p:spPr>
            <a:xfrm>
              <a:off x="4659762" y="2874118"/>
              <a:ext cx="14638" cy="20645"/>
            </a:xfrm>
            <a:custGeom>
              <a:avLst/>
              <a:gdLst/>
              <a:ahLst/>
              <a:cxnLst/>
              <a:rect l="l" t="t" r="r" b="b"/>
              <a:pathLst>
                <a:path w="368" h="519" extrusionOk="0">
                  <a:moveTo>
                    <a:pt x="318" y="0"/>
                  </a:moveTo>
                  <a:cubicBezTo>
                    <a:pt x="134" y="34"/>
                    <a:pt x="0" y="401"/>
                    <a:pt x="117" y="451"/>
                  </a:cubicBezTo>
                  <a:cubicBezTo>
                    <a:pt x="251" y="518"/>
                    <a:pt x="368" y="117"/>
                    <a:pt x="3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741;p21">
              <a:extLst>
                <a:ext uri="{FF2B5EF4-FFF2-40B4-BE49-F238E27FC236}">
                  <a16:creationId xmlns:a16="http://schemas.microsoft.com/office/drawing/2014/main" id="{4CDFA488-85F8-4A5B-A8F7-531B9E0F5B5D}"/>
                </a:ext>
              </a:extLst>
            </p:cNvPr>
            <p:cNvSpPr/>
            <p:nvPr/>
          </p:nvSpPr>
          <p:spPr>
            <a:xfrm>
              <a:off x="4768077" y="3195125"/>
              <a:ext cx="17979" cy="9348"/>
            </a:xfrm>
            <a:custGeom>
              <a:avLst/>
              <a:gdLst/>
              <a:ahLst/>
              <a:cxnLst/>
              <a:rect l="l" t="t" r="r" b="b"/>
              <a:pathLst>
                <a:path w="452" h="235" extrusionOk="0">
                  <a:moveTo>
                    <a:pt x="1" y="117"/>
                  </a:moveTo>
                  <a:cubicBezTo>
                    <a:pt x="101" y="234"/>
                    <a:pt x="352" y="218"/>
                    <a:pt x="452" y="117"/>
                  </a:cubicBezTo>
                  <a:cubicBezTo>
                    <a:pt x="435" y="17"/>
                    <a:pt x="402" y="0"/>
                    <a:pt x="235" y="0"/>
                  </a:cubicBezTo>
                  <a:cubicBezTo>
                    <a:pt x="84" y="0"/>
                    <a:pt x="17" y="0"/>
                    <a:pt x="1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742;p21">
              <a:extLst>
                <a:ext uri="{FF2B5EF4-FFF2-40B4-BE49-F238E27FC236}">
                  <a16:creationId xmlns:a16="http://schemas.microsoft.com/office/drawing/2014/main" id="{0A4DF799-C5ED-4184-86B7-925943395C54}"/>
                </a:ext>
              </a:extLst>
            </p:cNvPr>
            <p:cNvSpPr/>
            <p:nvPr/>
          </p:nvSpPr>
          <p:spPr>
            <a:xfrm>
              <a:off x="4578019" y="3617803"/>
              <a:ext cx="15991" cy="18019"/>
            </a:xfrm>
            <a:custGeom>
              <a:avLst/>
              <a:gdLst/>
              <a:ahLst/>
              <a:cxnLst/>
              <a:rect l="l" t="t" r="r" b="b"/>
              <a:pathLst>
                <a:path w="402" h="453" extrusionOk="0">
                  <a:moveTo>
                    <a:pt x="67" y="452"/>
                  </a:moveTo>
                  <a:cubicBezTo>
                    <a:pt x="201" y="452"/>
                    <a:pt x="217" y="402"/>
                    <a:pt x="284" y="302"/>
                  </a:cubicBezTo>
                  <a:cubicBezTo>
                    <a:pt x="317" y="235"/>
                    <a:pt x="401" y="101"/>
                    <a:pt x="301" y="51"/>
                  </a:cubicBezTo>
                  <a:cubicBezTo>
                    <a:pt x="201" y="1"/>
                    <a:pt x="0" y="302"/>
                    <a:pt x="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743;p21">
              <a:extLst>
                <a:ext uri="{FF2B5EF4-FFF2-40B4-BE49-F238E27FC236}">
                  <a16:creationId xmlns:a16="http://schemas.microsoft.com/office/drawing/2014/main" id="{F4DDA0E6-EBB5-491E-AEE9-0FCF9732A983}"/>
                </a:ext>
              </a:extLst>
            </p:cNvPr>
            <p:cNvSpPr/>
            <p:nvPr/>
          </p:nvSpPr>
          <p:spPr>
            <a:xfrm>
              <a:off x="4748148" y="2785692"/>
              <a:ext cx="21321" cy="12689"/>
            </a:xfrm>
            <a:custGeom>
              <a:avLst/>
              <a:gdLst/>
              <a:ahLst/>
              <a:cxnLst/>
              <a:rect l="l" t="t" r="r" b="b"/>
              <a:pathLst>
                <a:path w="536" h="319" extrusionOk="0">
                  <a:moveTo>
                    <a:pt x="502" y="285"/>
                  </a:moveTo>
                  <a:cubicBezTo>
                    <a:pt x="535" y="118"/>
                    <a:pt x="201" y="1"/>
                    <a:pt x="134" y="51"/>
                  </a:cubicBezTo>
                  <a:cubicBezTo>
                    <a:pt x="0" y="185"/>
                    <a:pt x="351" y="318"/>
                    <a:pt x="418" y="318"/>
                  </a:cubicBezTo>
                  <a:cubicBezTo>
                    <a:pt x="502" y="302"/>
                    <a:pt x="468" y="302"/>
                    <a:pt x="502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744;p21">
              <a:extLst>
                <a:ext uri="{FF2B5EF4-FFF2-40B4-BE49-F238E27FC236}">
                  <a16:creationId xmlns:a16="http://schemas.microsoft.com/office/drawing/2014/main" id="{45AA5F99-B6FD-445C-AA54-DFECC9442ABB}"/>
                </a:ext>
              </a:extLst>
            </p:cNvPr>
            <p:cNvSpPr/>
            <p:nvPr/>
          </p:nvSpPr>
          <p:spPr>
            <a:xfrm>
              <a:off x="4631838" y="2872766"/>
              <a:ext cx="16667" cy="19968"/>
            </a:xfrm>
            <a:custGeom>
              <a:avLst/>
              <a:gdLst/>
              <a:ahLst/>
              <a:cxnLst/>
              <a:rect l="l" t="t" r="r" b="b"/>
              <a:pathLst>
                <a:path w="419" h="502" extrusionOk="0">
                  <a:moveTo>
                    <a:pt x="51" y="485"/>
                  </a:moveTo>
                  <a:cubicBezTo>
                    <a:pt x="151" y="502"/>
                    <a:pt x="167" y="452"/>
                    <a:pt x="218" y="352"/>
                  </a:cubicBezTo>
                  <a:cubicBezTo>
                    <a:pt x="418" y="1"/>
                    <a:pt x="101" y="34"/>
                    <a:pt x="34" y="318"/>
                  </a:cubicBezTo>
                  <a:cubicBezTo>
                    <a:pt x="0" y="402"/>
                    <a:pt x="17" y="4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745;p21">
              <a:extLst>
                <a:ext uri="{FF2B5EF4-FFF2-40B4-BE49-F238E27FC236}">
                  <a16:creationId xmlns:a16="http://schemas.microsoft.com/office/drawing/2014/main" id="{B57DC05A-5897-4CBF-AE35-285756E90802}"/>
                </a:ext>
              </a:extLst>
            </p:cNvPr>
            <p:cNvSpPr/>
            <p:nvPr/>
          </p:nvSpPr>
          <p:spPr>
            <a:xfrm>
              <a:off x="4612546" y="2874118"/>
              <a:ext cx="17979" cy="15991"/>
            </a:xfrm>
            <a:custGeom>
              <a:avLst/>
              <a:gdLst/>
              <a:ahLst/>
              <a:cxnLst/>
              <a:rect l="l" t="t" r="r" b="b"/>
              <a:pathLst>
                <a:path w="452" h="402" extrusionOk="0">
                  <a:moveTo>
                    <a:pt x="201" y="401"/>
                  </a:moveTo>
                  <a:cubicBezTo>
                    <a:pt x="302" y="368"/>
                    <a:pt x="302" y="318"/>
                    <a:pt x="352" y="217"/>
                  </a:cubicBezTo>
                  <a:cubicBezTo>
                    <a:pt x="385" y="134"/>
                    <a:pt x="452" y="17"/>
                    <a:pt x="318" y="0"/>
                  </a:cubicBezTo>
                  <a:cubicBezTo>
                    <a:pt x="235" y="0"/>
                    <a:pt x="1" y="301"/>
                    <a:pt x="20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746;p21">
              <a:extLst>
                <a:ext uri="{FF2B5EF4-FFF2-40B4-BE49-F238E27FC236}">
                  <a16:creationId xmlns:a16="http://schemas.microsoft.com/office/drawing/2014/main" id="{46DD9A96-C640-4E56-A8C9-C83106115201}"/>
                </a:ext>
              </a:extLst>
            </p:cNvPr>
            <p:cNvSpPr/>
            <p:nvPr/>
          </p:nvSpPr>
          <p:spPr>
            <a:xfrm>
              <a:off x="4595959" y="4184756"/>
              <a:ext cx="13325" cy="15991"/>
            </a:xfrm>
            <a:custGeom>
              <a:avLst/>
              <a:gdLst/>
              <a:ahLst/>
              <a:cxnLst/>
              <a:rect l="l" t="t" r="r" b="b"/>
              <a:pathLst>
                <a:path w="335" h="402" extrusionOk="0">
                  <a:moveTo>
                    <a:pt x="67" y="401"/>
                  </a:moveTo>
                  <a:cubicBezTo>
                    <a:pt x="201" y="401"/>
                    <a:pt x="334" y="184"/>
                    <a:pt x="284" y="17"/>
                  </a:cubicBezTo>
                  <a:cubicBezTo>
                    <a:pt x="167" y="0"/>
                    <a:pt x="117" y="67"/>
                    <a:pt x="67" y="167"/>
                  </a:cubicBezTo>
                  <a:cubicBezTo>
                    <a:pt x="17" y="268"/>
                    <a:pt x="0" y="318"/>
                    <a:pt x="6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747;p21">
              <a:extLst>
                <a:ext uri="{FF2B5EF4-FFF2-40B4-BE49-F238E27FC236}">
                  <a16:creationId xmlns:a16="http://schemas.microsoft.com/office/drawing/2014/main" id="{5AA2CD4B-247D-4B72-90C4-A1FA09BDF072}"/>
                </a:ext>
              </a:extLst>
            </p:cNvPr>
            <p:cNvSpPr/>
            <p:nvPr/>
          </p:nvSpPr>
          <p:spPr>
            <a:xfrm>
              <a:off x="4340069" y="3619156"/>
              <a:ext cx="14638" cy="16667"/>
            </a:xfrm>
            <a:custGeom>
              <a:avLst/>
              <a:gdLst/>
              <a:ahLst/>
              <a:cxnLst/>
              <a:rect l="l" t="t" r="r" b="b"/>
              <a:pathLst>
                <a:path w="368" h="419" extrusionOk="0">
                  <a:moveTo>
                    <a:pt x="84" y="418"/>
                  </a:moveTo>
                  <a:cubicBezTo>
                    <a:pt x="201" y="418"/>
                    <a:pt x="218" y="368"/>
                    <a:pt x="268" y="268"/>
                  </a:cubicBezTo>
                  <a:cubicBezTo>
                    <a:pt x="368" y="84"/>
                    <a:pt x="318" y="101"/>
                    <a:pt x="318" y="50"/>
                  </a:cubicBezTo>
                  <a:cubicBezTo>
                    <a:pt x="318" y="50"/>
                    <a:pt x="301" y="34"/>
                    <a:pt x="301" y="34"/>
                  </a:cubicBezTo>
                  <a:cubicBezTo>
                    <a:pt x="167" y="0"/>
                    <a:pt x="0" y="234"/>
                    <a:pt x="8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748;p21">
              <a:extLst>
                <a:ext uri="{FF2B5EF4-FFF2-40B4-BE49-F238E27FC236}">
                  <a16:creationId xmlns:a16="http://schemas.microsoft.com/office/drawing/2014/main" id="{2D7E667E-0CF9-4112-A288-9EA24548868F}"/>
                </a:ext>
              </a:extLst>
            </p:cNvPr>
            <p:cNvSpPr/>
            <p:nvPr/>
          </p:nvSpPr>
          <p:spPr>
            <a:xfrm>
              <a:off x="4303513" y="3597875"/>
              <a:ext cx="17979" cy="20645"/>
            </a:xfrm>
            <a:custGeom>
              <a:avLst/>
              <a:gdLst/>
              <a:ahLst/>
              <a:cxnLst/>
              <a:rect l="l" t="t" r="r" b="b"/>
              <a:pathLst>
                <a:path w="452" h="519" extrusionOk="0">
                  <a:moveTo>
                    <a:pt x="51" y="502"/>
                  </a:moveTo>
                  <a:cubicBezTo>
                    <a:pt x="184" y="519"/>
                    <a:pt x="218" y="469"/>
                    <a:pt x="268" y="368"/>
                  </a:cubicBezTo>
                  <a:cubicBezTo>
                    <a:pt x="452" y="1"/>
                    <a:pt x="0" y="67"/>
                    <a:pt x="51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749;p21">
              <a:extLst>
                <a:ext uri="{FF2B5EF4-FFF2-40B4-BE49-F238E27FC236}">
                  <a16:creationId xmlns:a16="http://schemas.microsoft.com/office/drawing/2014/main" id="{51F55618-6E81-4064-9908-CB8ACC7248D2}"/>
                </a:ext>
              </a:extLst>
            </p:cNvPr>
            <p:cNvSpPr/>
            <p:nvPr/>
          </p:nvSpPr>
          <p:spPr>
            <a:xfrm>
              <a:off x="4576666" y="3365930"/>
              <a:ext cx="12013" cy="17979"/>
            </a:xfrm>
            <a:custGeom>
              <a:avLst/>
              <a:gdLst/>
              <a:ahLst/>
              <a:cxnLst/>
              <a:rect l="l" t="t" r="r" b="b"/>
              <a:pathLst>
                <a:path w="302" h="452" extrusionOk="0">
                  <a:moveTo>
                    <a:pt x="34" y="435"/>
                  </a:moveTo>
                  <a:cubicBezTo>
                    <a:pt x="168" y="452"/>
                    <a:pt x="184" y="401"/>
                    <a:pt x="235" y="301"/>
                  </a:cubicBezTo>
                  <a:cubicBezTo>
                    <a:pt x="251" y="268"/>
                    <a:pt x="268" y="218"/>
                    <a:pt x="285" y="184"/>
                  </a:cubicBezTo>
                  <a:cubicBezTo>
                    <a:pt x="301" y="151"/>
                    <a:pt x="301" y="167"/>
                    <a:pt x="301" y="117"/>
                  </a:cubicBezTo>
                  <a:cubicBezTo>
                    <a:pt x="301" y="0"/>
                    <a:pt x="301" y="117"/>
                    <a:pt x="285" y="67"/>
                  </a:cubicBezTo>
                  <a:cubicBezTo>
                    <a:pt x="134" y="17"/>
                    <a:pt x="1" y="251"/>
                    <a:pt x="3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750;p21">
              <a:extLst>
                <a:ext uri="{FF2B5EF4-FFF2-40B4-BE49-F238E27FC236}">
                  <a16:creationId xmlns:a16="http://schemas.microsoft.com/office/drawing/2014/main" id="{68E692E8-D6C7-487D-89C2-3966BE59AB56}"/>
                </a:ext>
              </a:extLst>
            </p:cNvPr>
            <p:cNvSpPr/>
            <p:nvPr/>
          </p:nvSpPr>
          <p:spPr>
            <a:xfrm>
              <a:off x="4703597" y="2098491"/>
              <a:ext cx="12689" cy="16627"/>
            </a:xfrm>
            <a:custGeom>
              <a:avLst/>
              <a:gdLst/>
              <a:ahLst/>
              <a:cxnLst/>
              <a:rect l="l" t="t" r="r" b="b"/>
              <a:pathLst>
                <a:path w="319" h="418" extrusionOk="0">
                  <a:moveTo>
                    <a:pt x="34" y="418"/>
                  </a:moveTo>
                  <a:cubicBezTo>
                    <a:pt x="168" y="418"/>
                    <a:pt x="185" y="368"/>
                    <a:pt x="235" y="284"/>
                  </a:cubicBezTo>
                  <a:cubicBezTo>
                    <a:pt x="268" y="201"/>
                    <a:pt x="318" y="167"/>
                    <a:pt x="318" y="34"/>
                  </a:cubicBezTo>
                  <a:cubicBezTo>
                    <a:pt x="135" y="0"/>
                    <a:pt x="1" y="201"/>
                    <a:pt x="3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751;p21">
              <a:extLst>
                <a:ext uri="{FF2B5EF4-FFF2-40B4-BE49-F238E27FC236}">
                  <a16:creationId xmlns:a16="http://schemas.microsoft.com/office/drawing/2014/main" id="{4D0BB369-8D5C-43B2-BBE5-07932636613F}"/>
                </a:ext>
              </a:extLst>
            </p:cNvPr>
            <p:cNvSpPr/>
            <p:nvPr/>
          </p:nvSpPr>
          <p:spPr>
            <a:xfrm>
              <a:off x="4609244" y="3966734"/>
              <a:ext cx="14002" cy="17343"/>
            </a:xfrm>
            <a:custGeom>
              <a:avLst/>
              <a:gdLst/>
              <a:ahLst/>
              <a:cxnLst/>
              <a:rect l="l" t="t" r="r" b="b"/>
              <a:pathLst>
                <a:path w="352" h="436" extrusionOk="0">
                  <a:moveTo>
                    <a:pt x="251" y="435"/>
                  </a:moveTo>
                  <a:cubicBezTo>
                    <a:pt x="301" y="368"/>
                    <a:pt x="351" y="151"/>
                    <a:pt x="334" y="51"/>
                  </a:cubicBezTo>
                  <a:cubicBezTo>
                    <a:pt x="201" y="34"/>
                    <a:pt x="284" y="1"/>
                    <a:pt x="201" y="68"/>
                  </a:cubicBezTo>
                  <a:cubicBezTo>
                    <a:pt x="134" y="118"/>
                    <a:pt x="0" y="402"/>
                    <a:pt x="25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752;p21">
              <a:extLst>
                <a:ext uri="{FF2B5EF4-FFF2-40B4-BE49-F238E27FC236}">
                  <a16:creationId xmlns:a16="http://schemas.microsoft.com/office/drawing/2014/main" id="{D815B234-3EEA-49DC-B11C-C719042A8EF1}"/>
                </a:ext>
              </a:extLst>
            </p:cNvPr>
            <p:cNvSpPr/>
            <p:nvPr/>
          </p:nvSpPr>
          <p:spPr>
            <a:xfrm>
              <a:off x="4467675" y="3216366"/>
              <a:ext cx="17303" cy="12689"/>
            </a:xfrm>
            <a:custGeom>
              <a:avLst/>
              <a:gdLst/>
              <a:ahLst/>
              <a:cxnLst/>
              <a:rect l="l" t="t" r="r" b="b"/>
              <a:pathLst>
                <a:path w="435" h="319" extrusionOk="0">
                  <a:moveTo>
                    <a:pt x="0" y="151"/>
                  </a:moveTo>
                  <a:cubicBezTo>
                    <a:pt x="51" y="252"/>
                    <a:pt x="84" y="268"/>
                    <a:pt x="201" y="285"/>
                  </a:cubicBezTo>
                  <a:cubicBezTo>
                    <a:pt x="301" y="302"/>
                    <a:pt x="435" y="318"/>
                    <a:pt x="401" y="201"/>
                  </a:cubicBezTo>
                  <a:cubicBezTo>
                    <a:pt x="385" y="101"/>
                    <a:pt x="34" y="1"/>
                    <a:pt x="0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753;p21">
              <a:extLst>
                <a:ext uri="{FF2B5EF4-FFF2-40B4-BE49-F238E27FC236}">
                  <a16:creationId xmlns:a16="http://schemas.microsoft.com/office/drawing/2014/main" id="{21C9CB89-D356-43B1-B8AC-294841CF595B}"/>
                </a:ext>
              </a:extLst>
            </p:cNvPr>
            <p:cNvSpPr/>
            <p:nvPr/>
          </p:nvSpPr>
          <p:spPr>
            <a:xfrm>
              <a:off x="4823249" y="2824237"/>
              <a:ext cx="15991" cy="14002"/>
            </a:xfrm>
            <a:custGeom>
              <a:avLst/>
              <a:gdLst/>
              <a:ahLst/>
              <a:cxnLst/>
              <a:rect l="l" t="t" r="r" b="b"/>
              <a:pathLst>
                <a:path w="402" h="352" extrusionOk="0">
                  <a:moveTo>
                    <a:pt x="401" y="335"/>
                  </a:moveTo>
                  <a:cubicBezTo>
                    <a:pt x="401" y="201"/>
                    <a:pt x="368" y="201"/>
                    <a:pt x="285" y="135"/>
                  </a:cubicBezTo>
                  <a:cubicBezTo>
                    <a:pt x="218" y="68"/>
                    <a:pt x="201" y="1"/>
                    <a:pt x="84" y="1"/>
                  </a:cubicBezTo>
                  <a:cubicBezTo>
                    <a:pt x="0" y="168"/>
                    <a:pt x="201" y="352"/>
                    <a:pt x="401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754;p21">
              <a:extLst>
                <a:ext uri="{FF2B5EF4-FFF2-40B4-BE49-F238E27FC236}">
                  <a16:creationId xmlns:a16="http://schemas.microsoft.com/office/drawing/2014/main" id="{B7B3CB90-3E66-477C-A5B4-8200451260A7}"/>
                </a:ext>
              </a:extLst>
            </p:cNvPr>
            <p:cNvSpPr/>
            <p:nvPr/>
          </p:nvSpPr>
          <p:spPr>
            <a:xfrm>
              <a:off x="4764099" y="3688290"/>
              <a:ext cx="16667" cy="16627"/>
            </a:xfrm>
            <a:custGeom>
              <a:avLst/>
              <a:gdLst/>
              <a:ahLst/>
              <a:cxnLst/>
              <a:rect l="l" t="t" r="r" b="b"/>
              <a:pathLst>
                <a:path w="419" h="418" extrusionOk="0">
                  <a:moveTo>
                    <a:pt x="234" y="100"/>
                  </a:moveTo>
                  <a:cubicBezTo>
                    <a:pt x="151" y="50"/>
                    <a:pt x="168" y="0"/>
                    <a:pt x="17" y="0"/>
                  </a:cubicBezTo>
                  <a:cubicBezTo>
                    <a:pt x="0" y="217"/>
                    <a:pt x="218" y="418"/>
                    <a:pt x="335" y="284"/>
                  </a:cubicBezTo>
                  <a:cubicBezTo>
                    <a:pt x="418" y="201"/>
                    <a:pt x="268" y="134"/>
                    <a:pt x="234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755;p21">
              <a:extLst>
                <a:ext uri="{FF2B5EF4-FFF2-40B4-BE49-F238E27FC236}">
                  <a16:creationId xmlns:a16="http://schemas.microsoft.com/office/drawing/2014/main" id="{69D409C9-54B1-4D15-8255-E2123DFC2E57}"/>
                </a:ext>
              </a:extLst>
            </p:cNvPr>
            <p:cNvSpPr/>
            <p:nvPr/>
          </p:nvSpPr>
          <p:spPr>
            <a:xfrm>
              <a:off x="4744807" y="3935508"/>
              <a:ext cx="15354" cy="19968"/>
            </a:xfrm>
            <a:custGeom>
              <a:avLst/>
              <a:gdLst/>
              <a:ahLst/>
              <a:cxnLst/>
              <a:rect l="l" t="t" r="r" b="b"/>
              <a:pathLst>
                <a:path w="386" h="502" extrusionOk="0">
                  <a:moveTo>
                    <a:pt x="285" y="285"/>
                  </a:moveTo>
                  <a:cubicBezTo>
                    <a:pt x="385" y="101"/>
                    <a:pt x="135" y="1"/>
                    <a:pt x="34" y="318"/>
                  </a:cubicBezTo>
                  <a:cubicBezTo>
                    <a:pt x="1" y="385"/>
                    <a:pt x="18" y="502"/>
                    <a:pt x="135" y="452"/>
                  </a:cubicBezTo>
                  <a:cubicBezTo>
                    <a:pt x="151" y="435"/>
                    <a:pt x="268" y="301"/>
                    <a:pt x="285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756;p21">
              <a:extLst>
                <a:ext uri="{FF2B5EF4-FFF2-40B4-BE49-F238E27FC236}">
                  <a16:creationId xmlns:a16="http://schemas.microsoft.com/office/drawing/2014/main" id="{E5AD91A3-D7E3-4FE2-B0F3-8EA1579D4EBA}"/>
                </a:ext>
              </a:extLst>
            </p:cNvPr>
            <p:cNvSpPr/>
            <p:nvPr/>
          </p:nvSpPr>
          <p:spPr>
            <a:xfrm>
              <a:off x="4572689" y="3255587"/>
              <a:ext cx="15314" cy="17979"/>
            </a:xfrm>
            <a:custGeom>
              <a:avLst/>
              <a:gdLst/>
              <a:ahLst/>
              <a:cxnLst/>
              <a:rect l="l" t="t" r="r" b="b"/>
              <a:pathLst>
                <a:path w="385" h="452" extrusionOk="0">
                  <a:moveTo>
                    <a:pt x="84" y="435"/>
                  </a:moveTo>
                  <a:cubicBezTo>
                    <a:pt x="218" y="452"/>
                    <a:pt x="184" y="418"/>
                    <a:pt x="251" y="318"/>
                  </a:cubicBezTo>
                  <a:cubicBezTo>
                    <a:pt x="284" y="268"/>
                    <a:pt x="385" y="168"/>
                    <a:pt x="318" y="101"/>
                  </a:cubicBezTo>
                  <a:cubicBezTo>
                    <a:pt x="218" y="1"/>
                    <a:pt x="0" y="235"/>
                    <a:pt x="8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757;p21">
              <a:extLst>
                <a:ext uri="{FF2B5EF4-FFF2-40B4-BE49-F238E27FC236}">
                  <a16:creationId xmlns:a16="http://schemas.microsoft.com/office/drawing/2014/main" id="{43995CAC-3D04-4267-8F61-E9BBCED61256}"/>
                </a:ext>
              </a:extLst>
            </p:cNvPr>
            <p:cNvSpPr/>
            <p:nvPr/>
          </p:nvSpPr>
          <p:spPr>
            <a:xfrm>
              <a:off x="4743494" y="3872381"/>
              <a:ext cx="12649" cy="15991"/>
            </a:xfrm>
            <a:custGeom>
              <a:avLst/>
              <a:gdLst/>
              <a:ahLst/>
              <a:cxnLst/>
              <a:rect l="l" t="t" r="r" b="b"/>
              <a:pathLst>
                <a:path w="318" h="402" extrusionOk="0">
                  <a:moveTo>
                    <a:pt x="67" y="368"/>
                  </a:moveTo>
                  <a:cubicBezTo>
                    <a:pt x="184" y="401"/>
                    <a:pt x="184" y="368"/>
                    <a:pt x="234" y="251"/>
                  </a:cubicBezTo>
                  <a:cubicBezTo>
                    <a:pt x="301" y="117"/>
                    <a:pt x="318" y="84"/>
                    <a:pt x="251" y="0"/>
                  </a:cubicBezTo>
                  <a:cubicBezTo>
                    <a:pt x="101" y="0"/>
                    <a:pt x="0" y="234"/>
                    <a:pt x="6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758;p21">
              <a:extLst>
                <a:ext uri="{FF2B5EF4-FFF2-40B4-BE49-F238E27FC236}">
                  <a16:creationId xmlns:a16="http://schemas.microsoft.com/office/drawing/2014/main" id="{BAE2599D-958F-456E-86D9-CA9FED7A3520}"/>
                </a:ext>
              </a:extLst>
            </p:cNvPr>
            <p:cNvSpPr/>
            <p:nvPr/>
          </p:nvSpPr>
          <p:spPr>
            <a:xfrm>
              <a:off x="4571336" y="4087062"/>
              <a:ext cx="18656" cy="23270"/>
            </a:xfrm>
            <a:custGeom>
              <a:avLst/>
              <a:gdLst/>
              <a:ahLst/>
              <a:cxnLst/>
              <a:rect l="l" t="t" r="r" b="b"/>
              <a:pathLst>
                <a:path w="469" h="585" extrusionOk="0">
                  <a:moveTo>
                    <a:pt x="318" y="301"/>
                  </a:moveTo>
                  <a:cubicBezTo>
                    <a:pt x="469" y="0"/>
                    <a:pt x="185" y="117"/>
                    <a:pt x="84" y="301"/>
                  </a:cubicBezTo>
                  <a:cubicBezTo>
                    <a:pt x="1" y="501"/>
                    <a:pt x="185" y="585"/>
                    <a:pt x="318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759;p21">
              <a:extLst>
                <a:ext uri="{FF2B5EF4-FFF2-40B4-BE49-F238E27FC236}">
                  <a16:creationId xmlns:a16="http://schemas.microsoft.com/office/drawing/2014/main" id="{EC62E7CB-D814-42A8-9B34-4688934C4633}"/>
                </a:ext>
              </a:extLst>
            </p:cNvPr>
            <p:cNvSpPr/>
            <p:nvPr/>
          </p:nvSpPr>
          <p:spPr>
            <a:xfrm>
              <a:off x="4728856" y="2136359"/>
              <a:ext cx="13365" cy="15314"/>
            </a:xfrm>
            <a:custGeom>
              <a:avLst/>
              <a:gdLst/>
              <a:ahLst/>
              <a:cxnLst/>
              <a:rect l="l" t="t" r="r" b="b"/>
              <a:pathLst>
                <a:path w="336" h="385" extrusionOk="0">
                  <a:moveTo>
                    <a:pt x="34" y="352"/>
                  </a:moveTo>
                  <a:cubicBezTo>
                    <a:pt x="168" y="385"/>
                    <a:pt x="335" y="184"/>
                    <a:pt x="302" y="34"/>
                  </a:cubicBezTo>
                  <a:cubicBezTo>
                    <a:pt x="185" y="1"/>
                    <a:pt x="151" y="51"/>
                    <a:pt x="84" y="118"/>
                  </a:cubicBezTo>
                  <a:cubicBezTo>
                    <a:pt x="84" y="118"/>
                    <a:pt x="18" y="201"/>
                    <a:pt x="18" y="201"/>
                  </a:cubicBezTo>
                  <a:cubicBezTo>
                    <a:pt x="1" y="235"/>
                    <a:pt x="1" y="218"/>
                    <a:pt x="1" y="268"/>
                  </a:cubicBezTo>
                  <a:cubicBezTo>
                    <a:pt x="1" y="352"/>
                    <a:pt x="1" y="318"/>
                    <a:pt x="34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760;p21">
              <a:extLst>
                <a:ext uri="{FF2B5EF4-FFF2-40B4-BE49-F238E27FC236}">
                  <a16:creationId xmlns:a16="http://schemas.microsoft.com/office/drawing/2014/main" id="{5CDFFEB7-1FFA-4F34-A64C-331B5CFAA555}"/>
                </a:ext>
              </a:extLst>
            </p:cNvPr>
            <p:cNvSpPr/>
            <p:nvPr/>
          </p:nvSpPr>
          <p:spPr>
            <a:xfrm>
              <a:off x="4817282" y="3819198"/>
              <a:ext cx="18616" cy="23310"/>
            </a:xfrm>
            <a:custGeom>
              <a:avLst/>
              <a:gdLst/>
              <a:ahLst/>
              <a:cxnLst/>
              <a:rect l="l" t="t" r="r" b="b"/>
              <a:pathLst>
                <a:path w="468" h="586" extrusionOk="0">
                  <a:moveTo>
                    <a:pt x="184" y="585"/>
                  </a:moveTo>
                  <a:cubicBezTo>
                    <a:pt x="301" y="585"/>
                    <a:pt x="301" y="585"/>
                    <a:pt x="334" y="468"/>
                  </a:cubicBezTo>
                  <a:cubicBezTo>
                    <a:pt x="468" y="1"/>
                    <a:pt x="0" y="268"/>
                    <a:pt x="1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761;p21">
              <a:extLst>
                <a:ext uri="{FF2B5EF4-FFF2-40B4-BE49-F238E27FC236}">
                  <a16:creationId xmlns:a16="http://schemas.microsoft.com/office/drawing/2014/main" id="{166D4A9B-628A-4683-A96B-0DF0CAF5AB52}"/>
                </a:ext>
              </a:extLst>
            </p:cNvPr>
            <p:cNvSpPr/>
            <p:nvPr/>
          </p:nvSpPr>
          <p:spPr>
            <a:xfrm>
              <a:off x="4457691" y="3290830"/>
              <a:ext cx="17979" cy="10660"/>
            </a:xfrm>
            <a:custGeom>
              <a:avLst/>
              <a:gdLst/>
              <a:ahLst/>
              <a:cxnLst/>
              <a:rect l="l" t="t" r="r" b="b"/>
              <a:pathLst>
                <a:path w="452" h="268" extrusionOk="0">
                  <a:moveTo>
                    <a:pt x="1" y="167"/>
                  </a:moveTo>
                  <a:cubicBezTo>
                    <a:pt x="51" y="251"/>
                    <a:pt x="51" y="251"/>
                    <a:pt x="168" y="251"/>
                  </a:cubicBezTo>
                  <a:cubicBezTo>
                    <a:pt x="268" y="268"/>
                    <a:pt x="302" y="268"/>
                    <a:pt x="385" y="234"/>
                  </a:cubicBezTo>
                  <a:cubicBezTo>
                    <a:pt x="452" y="34"/>
                    <a:pt x="68" y="0"/>
                    <a:pt x="1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762;p21">
              <a:extLst>
                <a:ext uri="{FF2B5EF4-FFF2-40B4-BE49-F238E27FC236}">
                  <a16:creationId xmlns:a16="http://schemas.microsoft.com/office/drawing/2014/main" id="{21E5F3AB-1A80-4730-8659-39B85F7FB6F8}"/>
                </a:ext>
              </a:extLst>
            </p:cNvPr>
            <p:cNvSpPr/>
            <p:nvPr/>
          </p:nvSpPr>
          <p:spPr>
            <a:xfrm>
              <a:off x="4427142" y="3848435"/>
              <a:ext cx="14638" cy="12013"/>
            </a:xfrm>
            <a:custGeom>
              <a:avLst/>
              <a:gdLst/>
              <a:ahLst/>
              <a:cxnLst/>
              <a:rect l="l" t="t" r="r" b="b"/>
              <a:pathLst>
                <a:path w="368" h="302" extrusionOk="0">
                  <a:moveTo>
                    <a:pt x="17" y="268"/>
                  </a:moveTo>
                  <a:cubicBezTo>
                    <a:pt x="134" y="302"/>
                    <a:pt x="201" y="268"/>
                    <a:pt x="268" y="201"/>
                  </a:cubicBezTo>
                  <a:cubicBezTo>
                    <a:pt x="368" y="134"/>
                    <a:pt x="368" y="101"/>
                    <a:pt x="301" y="1"/>
                  </a:cubicBezTo>
                  <a:cubicBezTo>
                    <a:pt x="151" y="17"/>
                    <a:pt x="0" y="101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763;p21">
              <a:extLst>
                <a:ext uri="{FF2B5EF4-FFF2-40B4-BE49-F238E27FC236}">
                  <a16:creationId xmlns:a16="http://schemas.microsoft.com/office/drawing/2014/main" id="{1CBA3318-35D0-4213-B0FE-DED2491E0BBE}"/>
                </a:ext>
              </a:extLst>
            </p:cNvPr>
            <p:cNvSpPr/>
            <p:nvPr/>
          </p:nvSpPr>
          <p:spPr>
            <a:xfrm>
              <a:off x="4855827" y="2640145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201" y="385"/>
                  </a:moveTo>
                  <a:cubicBezTo>
                    <a:pt x="301" y="318"/>
                    <a:pt x="251" y="335"/>
                    <a:pt x="301" y="184"/>
                  </a:cubicBezTo>
                  <a:cubicBezTo>
                    <a:pt x="334" y="118"/>
                    <a:pt x="384" y="34"/>
                    <a:pt x="268" y="17"/>
                  </a:cubicBezTo>
                  <a:cubicBezTo>
                    <a:pt x="100" y="1"/>
                    <a:pt x="0" y="301"/>
                    <a:pt x="2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764;p21">
              <a:extLst>
                <a:ext uri="{FF2B5EF4-FFF2-40B4-BE49-F238E27FC236}">
                  <a16:creationId xmlns:a16="http://schemas.microsoft.com/office/drawing/2014/main" id="{EA3A29E0-BDCB-4A5D-8608-9BC6A65E8CAC}"/>
                </a:ext>
              </a:extLst>
            </p:cNvPr>
            <p:cNvSpPr/>
            <p:nvPr/>
          </p:nvSpPr>
          <p:spPr>
            <a:xfrm>
              <a:off x="4668394" y="3895651"/>
              <a:ext cx="7995" cy="14638"/>
            </a:xfrm>
            <a:custGeom>
              <a:avLst/>
              <a:gdLst/>
              <a:ahLst/>
              <a:cxnLst/>
              <a:rect l="l" t="t" r="r" b="b"/>
              <a:pathLst>
                <a:path w="201" h="368" extrusionOk="0">
                  <a:moveTo>
                    <a:pt x="34" y="368"/>
                  </a:moveTo>
                  <a:cubicBezTo>
                    <a:pt x="184" y="368"/>
                    <a:pt x="201" y="334"/>
                    <a:pt x="201" y="184"/>
                  </a:cubicBezTo>
                  <a:cubicBezTo>
                    <a:pt x="201" y="33"/>
                    <a:pt x="184" y="0"/>
                    <a:pt x="34" y="0"/>
                  </a:cubicBezTo>
                  <a:cubicBezTo>
                    <a:pt x="0" y="134"/>
                    <a:pt x="0" y="234"/>
                    <a:pt x="3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765;p21">
              <a:extLst>
                <a:ext uri="{FF2B5EF4-FFF2-40B4-BE49-F238E27FC236}">
                  <a16:creationId xmlns:a16="http://schemas.microsoft.com/office/drawing/2014/main" id="{802129DF-BBBA-4053-B9C0-6B3F20930609}"/>
                </a:ext>
              </a:extLst>
            </p:cNvPr>
            <p:cNvSpPr/>
            <p:nvPr/>
          </p:nvSpPr>
          <p:spPr>
            <a:xfrm>
              <a:off x="4519506" y="2839551"/>
              <a:ext cx="8671" cy="15314"/>
            </a:xfrm>
            <a:custGeom>
              <a:avLst/>
              <a:gdLst/>
              <a:ahLst/>
              <a:cxnLst/>
              <a:rect l="l" t="t" r="r" b="b"/>
              <a:pathLst>
                <a:path w="218" h="385" extrusionOk="0">
                  <a:moveTo>
                    <a:pt x="151" y="368"/>
                  </a:moveTo>
                  <a:cubicBezTo>
                    <a:pt x="218" y="234"/>
                    <a:pt x="201" y="100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34"/>
                    <a:pt x="1" y="385"/>
                    <a:pt x="1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766;p21">
              <a:extLst>
                <a:ext uri="{FF2B5EF4-FFF2-40B4-BE49-F238E27FC236}">
                  <a16:creationId xmlns:a16="http://schemas.microsoft.com/office/drawing/2014/main" id="{B75DE9F0-029D-4F8B-B137-5B703A48C41C}"/>
                </a:ext>
              </a:extLst>
            </p:cNvPr>
            <p:cNvSpPr/>
            <p:nvPr/>
          </p:nvSpPr>
          <p:spPr>
            <a:xfrm>
              <a:off x="4909646" y="2714609"/>
              <a:ext cx="16667" cy="11973"/>
            </a:xfrm>
            <a:custGeom>
              <a:avLst/>
              <a:gdLst/>
              <a:ahLst/>
              <a:cxnLst/>
              <a:rect l="l" t="t" r="r" b="b"/>
              <a:pathLst>
                <a:path w="419" h="301" extrusionOk="0">
                  <a:moveTo>
                    <a:pt x="418" y="284"/>
                  </a:moveTo>
                  <a:cubicBezTo>
                    <a:pt x="418" y="167"/>
                    <a:pt x="402" y="117"/>
                    <a:pt x="301" y="84"/>
                  </a:cubicBezTo>
                  <a:cubicBezTo>
                    <a:pt x="201" y="33"/>
                    <a:pt x="101" y="0"/>
                    <a:pt x="51" y="100"/>
                  </a:cubicBezTo>
                  <a:cubicBezTo>
                    <a:pt x="1" y="217"/>
                    <a:pt x="335" y="301"/>
                    <a:pt x="418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767;p21">
              <a:extLst>
                <a:ext uri="{FF2B5EF4-FFF2-40B4-BE49-F238E27FC236}">
                  <a16:creationId xmlns:a16="http://schemas.microsoft.com/office/drawing/2014/main" id="{9CF7C8D9-0A71-4DEA-8349-44C34E56ED8A}"/>
                </a:ext>
              </a:extLst>
            </p:cNvPr>
            <p:cNvSpPr/>
            <p:nvPr/>
          </p:nvSpPr>
          <p:spPr>
            <a:xfrm>
              <a:off x="4552760" y="2630837"/>
              <a:ext cx="14638" cy="19332"/>
            </a:xfrm>
            <a:custGeom>
              <a:avLst/>
              <a:gdLst/>
              <a:ahLst/>
              <a:cxnLst/>
              <a:rect l="l" t="t" r="r" b="b"/>
              <a:pathLst>
                <a:path w="368" h="486" extrusionOk="0">
                  <a:moveTo>
                    <a:pt x="368" y="218"/>
                  </a:moveTo>
                  <a:cubicBezTo>
                    <a:pt x="251" y="1"/>
                    <a:pt x="0" y="268"/>
                    <a:pt x="0" y="302"/>
                  </a:cubicBezTo>
                  <a:cubicBezTo>
                    <a:pt x="0" y="485"/>
                    <a:pt x="318" y="368"/>
                    <a:pt x="368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768;p21">
              <a:extLst>
                <a:ext uri="{FF2B5EF4-FFF2-40B4-BE49-F238E27FC236}">
                  <a16:creationId xmlns:a16="http://schemas.microsoft.com/office/drawing/2014/main" id="{A697C9F1-B7B6-45D0-8AE9-ACBA1C3B1DC8}"/>
                </a:ext>
              </a:extLst>
            </p:cNvPr>
            <p:cNvSpPr/>
            <p:nvPr/>
          </p:nvSpPr>
          <p:spPr>
            <a:xfrm>
              <a:off x="4815930" y="3915580"/>
              <a:ext cx="9348" cy="15314"/>
            </a:xfrm>
            <a:custGeom>
              <a:avLst/>
              <a:gdLst/>
              <a:ahLst/>
              <a:cxnLst/>
              <a:rect l="l" t="t" r="r" b="b"/>
              <a:pathLst>
                <a:path w="235" h="385" extrusionOk="0">
                  <a:moveTo>
                    <a:pt x="68" y="368"/>
                  </a:moveTo>
                  <a:cubicBezTo>
                    <a:pt x="218" y="385"/>
                    <a:pt x="235" y="351"/>
                    <a:pt x="235" y="184"/>
                  </a:cubicBezTo>
                  <a:cubicBezTo>
                    <a:pt x="235" y="50"/>
                    <a:pt x="235" y="17"/>
                    <a:pt x="101" y="0"/>
                  </a:cubicBezTo>
                  <a:cubicBezTo>
                    <a:pt x="1" y="101"/>
                    <a:pt x="34" y="234"/>
                    <a:pt x="68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769;p21">
              <a:extLst>
                <a:ext uri="{FF2B5EF4-FFF2-40B4-BE49-F238E27FC236}">
                  <a16:creationId xmlns:a16="http://schemas.microsoft.com/office/drawing/2014/main" id="{60D94BF0-5754-4CB4-9EEA-6DD32A54B67A}"/>
                </a:ext>
              </a:extLst>
            </p:cNvPr>
            <p:cNvSpPr/>
            <p:nvPr/>
          </p:nvSpPr>
          <p:spPr>
            <a:xfrm>
              <a:off x="4734186" y="2561743"/>
              <a:ext cx="7359" cy="15314"/>
            </a:xfrm>
            <a:custGeom>
              <a:avLst/>
              <a:gdLst/>
              <a:ahLst/>
              <a:cxnLst/>
              <a:rect l="l" t="t" r="r" b="b"/>
              <a:pathLst>
                <a:path w="185" h="385" extrusionOk="0">
                  <a:moveTo>
                    <a:pt x="151" y="384"/>
                  </a:moveTo>
                  <a:cubicBezTo>
                    <a:pt x="184" y="267"/>
                    <a:pt x="184" y="117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68"/>
                    <a:pt x="17" y="384"/>
                    <a:pt x="151" y="3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770;p21">
              <a:extLst>
                <a:ext uri="{FF2B5EF4-FFF2-40B4-BE49-F238E27FC236}">
                  <a16:creationId xmlns:a16="http://schemas.microsoft.com/office/drawing/2014/main" id="{E4A516C3-7D64-402F-A10B-D2141EEF61A9}"/>
                </a:ext>
              </a:extLst>
            </p:cNvPr>
            <p:cNvSpPr/>
            <p:nvPr/>
          </p:nvSpPr>
          <p:spPr>
            <a:xfrm>
              <a:off x="4488280" y="3051567"/>
              <a:ext cx="14638" cy="10660"/>
            </a:xfrm>
            <a:custGeom>
              <a:avLst/>
              <a:gdLst/>
              <a:ahLst/>
              <a:cxnLst/>
              <a:rect l="l" t="t" r="r" b="b"/>
              <a:pathLst>
                <a:path w="368" h="268" extrusionOk="0">
                  <a:moveTo>
                    <a:pt x="0" y="67"/>
                  </a:moveTo>
                  <a:cubicBezTo>
                    <a:pt x="0" y="268"/>
                    <a:pt x="201" y="268"/>
                    <a:pt x="368" y="251"/>
                  </a:cubicBezTo>
                  <a:cubicBezTo>
                    <a:pt x="368" y="34"/>
                    <a:pt x="50" y="0"/>
                    <a:pt x="0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71;p21">
              <a:extLst>
                <a:ext uri="{FF2B5EF4-FFF2-40B4-BE49-F238E27FC236}">
                  <a16:creationId xmlns:a16="http://schemas.microsoft.com/office/drawing/2014/main" id="{44CE162A-2A78-4D06-8355-5BE609120E6C}"/>
                </a:ext>
              </a:extLst>
            </p:cNvPr>
            <p:cNvSpPr/>
            <p:nvPr/>
          </p:nvSpPr>
          <p:spPr>
            <a:xfrm>
              <a:off x="4581320" y="3221020"/>
              <a:ext cx="13325" cy="17343"/>
            </a:xfrm>
            <a:custGeom>
              <a:avLst/>
              <a:gdLst/>
              <a:ahLst/>
              <a:cxnLst/>
              <a:rect l="l" t="t" r="r" b="b"/>
              <a:pathLst>
                <a:path w="335" h="436" extrusionOk="0">
                  <a:moveTo>
                    <a:pt x="34" y="318"/>
                  </a:moveTo>
                  <a:cubicBezTo>
                    <a:pt x="34" y="318"/>
                    <a:pt x="84" y="435"/>
                    <a:pt x="234" y="268"/>
                  </a:cubicBezTo>
                  <a:cubicBezTo>
                    <a:pt x="285" y="201"/>
                    <a:pt x="335" y="135"/>
                    <a:pt x="301" y="18"/>
                  </a:cubicBezTo>
                  <a:cubicBezTo>
                    <a:pt x="151" y="1"/>
                    <a:pt x="1" y="201"/>
                    <a:pt x="34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72;p21">
              <a:extLst>
                <a:ext uri="{FF2B5EF4-FFF2-40B4-BE49-F238E27FC236}">
                  <a16:creationId xmlns:a16="http://schemas.microsoft.com/office/drawing/2014/main" id="{06AD2269-D42E-4116-B674-42B0CDE205B7}"/>
                </a:ext>
              </a:extLst>
            </p:cNvPr>
            <p:cNvSpPr/>
            <p:nvPr/>
          </p:nvSpPr>
          <p:spPr>
            <a:xfrm>
              <a:off x="4428455" y="2631513"/>
              <a:ext cx="15314" cy="14678"/>
            </a:xfrm>
            <a:custGeom>
              <a:avLst/>
              <a:gdLst/>
              <a:ahLst/>
              <a:cxnLst/>
              <a:rect l="l" t="t" r="r" b="b"/>
              <a:pathLst>
                <a:path w="385" h="369" extrusionOk="0">
                  <a:moveTo>
                    <a:pt x="118" y="318"/>
                  </a:moveTo>
                  <a:cubicBezTo>
                    <a:pt x="235" y="368"/>
                    <a:pt x="218" y="318"/>
                    <a:pt x="268" y="234"/>
                  </a:cubicBezTo>
                  <a:cubicBezTo>
                    <a:pt x="368" y="117"/>
                    <a:pt x="385" y="184"/>
                    <a:pt x="368" y="17"/>
                  </a:cubicBezTo>
                  <a:cubicBezTo>
                    <a:pt x="184" y="0"/>
                    <a:pt x="1" y="134"/>
                    <a:pt x="118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73;p21">
              <a:extLst>
                <a:ext uri="{FF2B5EF4-FFF2-40B4-BE49-F238E27FC236}">
                  <a16:creationId xmlns:a16="http://schemas.microsoft.com/office/drawing/2014/main" id="{FA6CB2B0-FDB2-48AA-8433-1C39783EC816}"/>
                </a:ext>
              </a:extLst>
            </p:cNvPr>
            <p:cNvSpPr/>
            <p:nvPr/>
          </p:nvSpPr>
          <p:spPr>
            <a:xfrm>
              <a:off x="4577343" y="3512154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101" y="385"/>
                  </a:moveTo>
                  <a:cubicBezTo>
                    <a:pt x="251" y="385"/>
                    <a:pt x="218" y="368"/>
                    <a:pt x="284" y="234"/>
                  </a:cubicBezTo>
                  <a:cubicBezTo>
                    <a:pt x="318" y="184"/>
                    <a:pt x="385" y="84"/>
                    <a:pt x="318" y="50"/>
                  </a:cubicBezTo>
                  <a:cubicBezTo>
                    <a:pt x="201" y="0"/>
                    <a:pt x="0" y="201"/>
                    <a:pt x="1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74;p21">
              <a:extLst>
                <a:ext uri="{FF2B5EF4-FFF2-40B4-BE49-F238E27FC236}">
                  <a16:creationId xmlns:a16="http://schemas.microsoft.com/office/drawing/2014/main" id="{F5B90426-E619-4509-B413-4A006567E6EA}"/>
                </a:ext>
              </a:extLst>
            </p:cNvPr>
            <p:cNvSpPr/>
            <p:nvPr/>
          </p:nvSpPr>
          <p:spPr>
            <a:xfrm>
              <a:off x="4576666" y="3437053"/>
              <a:ext cx="12689" cy="19292"/>
            </a:xfrm>
            <a:custGeom>
              <a:avLst/>
              <a:gdLst/>
              <a:ahLst/>
              <a:cxnLst/>
              <a:rect l="l" t="t" r="r" b="b"/>
              <a:pathLst>
                <a:path w="319" h="485" extrusionOk="0">
                  <a:moveTo>
                    <a:pt x="1" y="435"/>
                  </a:moveTo>
                  <a:cubicBezTo>
                    <a:pt x="101" y="468"/>
                    <a:pt x="134" y="485"/>
                    <a:pt x="201" y="401"/>
                  </a:cubicBezTo>
                  <a:cubicBezTo>
                    <a:pt x="218" y="384"/>
                    <a:pt x="318" y="234"/>
                    <a:pt x="285" y="184"/>
                  </a:cubicBezTo>
                  <a:cubicBezTo>
                    <a:pt x="201" y="0"/>
                    <a:pt x="17" y="284"/>
                    <a:pt x="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75;p21">
              <a:extLst>
                <a:ext uri="{FF2B5EF4-FFF2-40B4-BE49-F238E27FC236}">
                  <a16:creationId xmlns:a16="http://schemas.microsoft.com/office/drawing/2014/main" id="{3C9F2B17-4CED-4B2F-A632-4DB450971C89}"/>
                </a:ext>
              </a:extLst>
            </p:cNvPr>
            <p:cNvSpPr/>
            <p:nvPr/>
          </p:nvSpPr>
          <p:spPr>
            <a:xfrm>
              <a:off x="4643811" y="3964745"/>
              <a:ext cx="11973" cy="17343"/>
            </a:xfrm>
            <a:custGeom>
              <a:avLst/>
              <a:gdLst/>
              <a:ahLst/>
              <a:cxnLst/>
              <a:rect l="l" t="t" r="r" b="b"/>
              <a:pathLst>
                <a:path w="301" h="436" extrusionOk="0">
                  <a:moveTo>
                    <a:pt x="17" y="435"/>
                  </a:moveTo>
                  <a:cubicBezTo>
                    <a:pt x="151" y="385"/>
                    <a:pt x="151" y="435"/>
                    <a:pt x="217" y="285"/>
                  </a:cubicBezTo>
                  <a:cubicBezTo>
                    <a:pt x="268" y="201"/>
                    <a:pt x="301" y="134"/>
                    <a:pt x="217" y="84"/>
                  </a:cubicBezTo>
                  <a:cubicBezTo>
                    <a:pt x="50" y="1"/>
                    <a:pt x="0" y="335"/>
                    <a:pt x="17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76;p21">
              <a:extLst>
                <a:ext uri="{FF2B5EF4-FFF2-40B4-BE49-F238E27FC236}">
                  <a16:creationId xmlns:a16="http://schemas.microsoft.com/office/drawing/2014/main" id="{3305F683-1D32-41FF-8210-0E2BECA742D8}"/>
                </a:ext>
              </a:extLst>
            </p:cNvPr>
            <p:cNvSpPr/>
            <p:nvPr/>
          </p:nvSpPr>
          <p:spPr>
            <a:xfrm>
              <a:off x="4618552" y="3834473"/>
              <a:ext cx="11337" cy="14678"/>
            </a:xfrm>
            <a:custGeom>
              <a:avLst/>
              <a:gdLst/>
              <a:ahLst/>
              <a:cxnLst/>
              <a:rect l="l" t="t" r="r" b="b"/>
              <a:pathLst>
                <a:path w="285" h="369" extrusionOk="0">
                  <a:moveTo>
                    <a:pt x="117" y="1"/>
                  </a:moveTo>
                  <a:cubicBezTo>
                    <a:pt x="0" y="168"/>
                    <a:pt x="50" y="368"/>
                    <a:pt x="268" y="368"/>
                  </a:cubicBezTo>
                  <a:cubicBezTo>
                    <a:pt x="284" y="302"/>
                    <a:pt x="268" y="235"/>
                    <a:pt x="251" y="135"/>
                  </a:cubicBezTo>
                  <a:cubicBezTo>
                    <a:pt x="217" y="18"/>
                    <a:pt x="217" y="18"/>
                    <a:pt x="11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77;p21">
              <a:extLst>
                <a:ext uri="{FF2B5EF4-FFF2-40B4-BE49-F238E27FC236}">
                  <a16:creationId xmlns:a16="http://schemas.microsoft.com/office/drawing/2014/main" id="{2BAF37BD-7660-465E-901D-15A6FEB495B6}"/>
                </a:ext>
              </a:extLst>
            </p:cNvPr>
            <p:cNvSpPr/>
            <p:nvPr/>
          </p:nvSpPr>
          <p:spPr>
            <a:xfrm>
              <a:off x="4677702" y="2084529"/>
              <a:ext cx="15991" cy="12649"/>
            </a:xfrm>
            <a:custGeom>
              <a:avLst/>
              <a:gdLst/>
              <a:ahLst/>
              <a:cxnLst/>
              <a:rect l="l" t="t" r="r" b="b"/>
              <a:pathLst>
                <a:path w="402" h="318" extrusionOk="0">
                  <a:moveTo>
                    <a:pt x="67" y="318"/>
                  </a:moveTo>
                  <a:cubicBezTo>
                    <a:pt x="234" y="318"/>
                    <a:pt x="401" y="101"/>
                    <a:pt x="301" y="0"/>
                  </a:cubicBezTo>
                  <a:cubicBezTo>
                    <a:pt x="201" y="0"/>
                    <a:pt x="0" y="101"/>
                    <a:pt x="67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78;p21">
              <a:extLst>
                <a:ext uri="{FF2B5EF4-FFF2-40B4-BE49-F238E27FC236}">
                  <a16:creationId xmlns:a16="http://schemas.microsoft.com/office/drawing/2014/main" id="{C2C34D63-AB0B-45E0-AC92-7EE37F132B9B}"/>
                </a:ext>
              </a:extLst>
            </p:cNvPr>
            <p:cNvSpPr/>
            <p:nvPr/>
          </p:nvSpPr>
          <p:spPr>
            <a:xfrm>
              <a:off x="4467675" y="3355310"/>
              <a:ext cx="18656" cy="14638"/>
            </a:xfrm>
            <a:custGeom>
              <a:avLst/>
              <a:gdLst/>
              <a:ahLst/>
              <a:cxnLst/>
              <a:rect l="l" t="t" r="r" b="b"/>
              <a:pathLst>
                <a:path w="469" h="368" extrusionOk="0">
                  <a:moveTo>
                    <a:pt x="17" y="50"/>
                  </a:moveTo>
                  <a:cubicBezTo>
                    <a:pt x="17" y="167"/>
                    <a:pt x="0" y="134"/>
                    <a:pt x="117" y="184"/>
                  </a:cubicBezTo>
                  <a:cubicBezTo>
                    <a:pt x="468" y="368"/>
                    <a:pt x="335" y="84"/>
                    <a:pt x="301" y="50"/>
                  </a:cubicBezTo>
                  <a:cubicBezTo>
                    <a:pt x="218" y="0"/>
                    <a:pt x="101" y="0"/>
                    <a:pt x="17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79;p21">
              <a:extLst>
                <a:ext uri="{FF2B5EF4-FFF2-40B4-BE49-F238E27FC236}">
                  <a16:creationId xmlns:a16="http://schemas.microsoft.com/office/drawing/2014/main" id="{CC62B91D-D0CE-4A25-AADF-EC7228982C61}"/>
                </a:ext>
              </a:extLst>
            </p:cNvPr>
            <p:cNvSpPr/>
            <p:nvPr/>
          </p:nvSpPr>
          <p:spPr>
            <a:xfrm>
              <a:off x="4618552" y="3070819"/>
              <a:ext cx="14002" cy="14678"/>
            </a:xfrm>
            <a:custGeom>
              <a:avLst/>
              <a:gdLst/>
              <a:ahLst/>
              <a:cxnLst/>
              <a:rect l="l" t="t" r="r" b="b"/>
              <a:pathLst>
                <a:path w="352" h="369" extrusionOk="0">
                  <a:moveTo>
                    <a:pt x="67" y="335"/>
                  </a:moveTo>
                  <a:cubicBezTo>
                    <a:pt x="184" y="368"/>
                    <a:pt x="184" y="352"/>
                    <a:pt x="251" y="251"/>
                  </a:cubicBezTo>
                  <a:cubicBezTo>
                    <a:pt x="301" y="168"/>
                    <a:pt x="334" y="118"/>
                    <a:pt x="351" y="18"/>
                  </a:cubicBezTo>
                  <a:cubicBezTo>
                    <a:pt x="201" y="1"/>
                    <a:pt x="0" y="168"/>
                    <a:pt x="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80;p21">
              <a:extLst>
                <a:ext uri="{FF2B5EF4-FFF2-40B4-BE49-F238E27FC236}">
                  <a16:creationId xmlns:a16="http://schemas.microsoft.com/office/drawing/2014/main" id="{53269A9A-F718-4B79-82EB-ED71E042717D}"/>
                </a:ext>
              </a:extLst>
            </p:cNvPr>
            <p:cNvSpPr/>
            <p:nvPr/>
          </p:nvSpPr>
          <p:spPr>
            <a:xfrm>
              <a:off x="4573365" y="3487571"/>
              <a:ext cx="19292" cy="19968"/>
            </a:xfrm>
            <a:custGeom>
              <a:avLst/>
              <a:gdLst/>
              <a:ahLst/>
              <a:cxnLst/>
              <a:rect l="l" t="t" r="r" b="b"/>
              <a:pathLst>
                <a:path w="485" h="502" extrusionOk="0">
                  <a:moveTo>
                    <a:pt x="334" y="84"/>
                  </a:moveTo>
                  <a:cubicBezTo>
                    <a:pt x="0" y="351"/>
                    <a:pt x="401" y="501"/>
                    <a:pt x="485" y="167"/>
                  </a:cubicBezTo>
                  <a:cubicBezTo>
                    <a:pt x="485" y="117"/>
                    <a:pt x="485" y="84"/>
                    <a:pt x="451" y="67"/>
                  </a:cubicBezTo>
                  <a:cubicBezTo>
                    <a:pt x="351" y="0"/>
                    <a:pt x="334" y="84"/>
                    <a:pt x="3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81;p21">
              <a:extLst>
                <a:ext uri="{FF2B5EF4-FFF2-40B4-BE49-F238E27FC236}">
                  <a16:creationId xmlns:a16="http://schemas.microsoft.com/office/drawing/2014/main" id="{5D7F9C12-F97F-4B5D-8538-4D2B75C9BC33}"/>
                </a:ext>
              </a:extLst>
            </p:cNvPr>
            <p:cNvSpPr/>
            <p:nvPr/>
          </p:nvSpPr>
          <p:spPr>
            <a:xfrm>
              <a:off x="4526825" y="2600924"/>
              <a:ext cx="13325" cy="13365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34" y="302"/>
                  </a:moveTo>
                  <a:cubicBezTo>
                    <a:pt x="218" y="335"/>
                    <a:pt x="318" y="151"/>
                    <a:pt x="335" y="68"/>
                  </a:cubicBezTo>
                  <a:cubicBezTo>
                    <a:pt x="285" y="34"/>
                    <a:pt x="318" y="51"/>
                    <a:pt x="268" y="1"/>
                  </a:cubicBezTo>
                  <a:cubicBezTo>
                    <a:pt x="134" y="18"/>
                    <a:pt x="0" y="135"/>
                    <a:pt x="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82;p21">
              <a:extLst>
                <a:ext uri="{FF2B5EF4-FFF2-40B4-BE49-F238E27FC236}">
                  <a16:creationId xmlns:a16="http://schemas.microsoft.com/office/drawing/2014/main" id="{38D33F00-3267-4018-9BD5-D147E349F757}"/>
                </a:ext>
              </a:extLst>
            </p:cNvPr>
            <p:cNvSpPr/>
            <p:nvPr/>
          </p:nvSpPr>
          <p:spPr>
            <a:xfrm>
              <a:off x="4661751" y="3217718"/>
              <a:ext cx="12649" cy="14002"/>
            </a:xfrm>
            <a:custGeom>
              <a:avLst/>
              <a:gdLst/>
              <a:ahLst/>
              <a:cxnLst/>
              <a:rect l="l" t="t" r="r" b="b"/>
              <a:pathLst>
                <a:path w="318" h="352" extrusionOk="0">
                  <a:moveTo>
                    <a:pt x="34" y="335"/>
                  </a:moveTo>
                  <a:cubicBezTo>
                    <a:pt x="218" y="351"/>
                    <a:pt x="318" y="151"/>
                    <a:pt x="234" y="0"/>
                  </a:cubicBezTo>
                  <a:cubicBezTo>
                    <a:pt x="117" y="0"/>
                    <a:pt x="134" y="17"/>
                    <a:pt x="84" y="101"/>
                  </a:cubicBezTo>
                  <a:cubicBezTo>
                    <a:pt x="17" y="218"/>
                    <a:pt x="0" y="201"/>
                    <a:pt x="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83;p21">
              <a:extLst>
                <a:ext uri="{FF2B5EF4-FFF2-40B4-BE49-F238E27FC236}">
                  <a16:creationId xmlns:a16="http://schemas.microsoft.com/office/drawing/2014/main" id="{ED5F377E-D553-41B5-8F75-6483AB514678}"/>
                </a:ext>
              </a:extLst>
            </p:cNvPr>
            <p:cNvSpPr/>
            <p:nvPr/>
          </p:nvSpPr>
          <p:spPr>
            <a:xfrm>
              <a:off x="4752802" y="3062864"/>
              <a:ext cx="14002" cy="9984"/>
            </a:xfrm>
            <a:custGeom>
              <a:avLst/>
              <a:gdLst/>
              <a:ahLst/>
              <a:cxnLst/>
              <a:rect l="l" t="t" r="r" b="b"/>
              <a:pathLst>
                <a:path w="352" h="251" extrusionOk="0">
                  <a:moveTo>
                    <a:pt x="0" y="201"/>
                  </a:moveTo>
                  <a:cubicBezTo>
                    <a:pt x="84" y="251"/>
                    <a:pt x="251" y="218"/>
                    <a:pt x="351" y="201"/>
                  </a:cubicBezTo>
                  <a:cubicBezTo>
                    <a:pt x="351" y="50"/>
                    <a:pt x="318" y="0"/>
                    <a:pt x="167" y="34"/>
                  </a:cubicBezTo>
                  <a:cubicBezTo>
                    <a:pt x="50" y="50"/>
                    <a:pt x="0" y="101"/>
                    <a:pt x="0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84;p21">
              <a:extLst>
                <a:ext uri="{FF2B5EF4-FFF2-40B4-BE49-F238E27FC236}">
                  <a16:creationId xmlns:a16="http://schemas.microsoft.com/office/drawing/2014/main" id="{7693FE76-FD3D-4DBD-8C25-2E0E2F2E39B2}"/>
                </a:ext>
              </a:extLst>
            </p:cNvPr>
            <p:cNvSpPr/>
            <p:nvPr/>
          </p:nvSpPr>
          <p:spPr>
            <a:xfrm>
              <a:off x="4819271" y="4031890"/>
              <a:ext cx="11973" cy="16667"/>
            </a:xfrm>
            <a:custGeom>
              <a:avLst/>
              <a:gdLst/>
              <a:ahLst/>
              <a:cxnLst/>
              <a:rect l="l" t="t" r="r" b="b"/>
              <a:pathLst>
                <a:path w="301" h="419" extrusionOk="0">
                  <a:moveTo>
                    <a:pt x="268" y="0"/>
                  </a:moveTo>
                  <a:cubicBezTo>
                    <a:pt x="134" y="0"/>
                    <a:pt x="167" y="0"/>
                    <a:pt x="100" y="134"/>
                  </a:cubicBezTo>
                  <a:cubicBezTo>
                    <a:pt x="67" y="184"/>
                    <a:pt x="0" y="251"/>
                    <a:pt x="50" y="318"/>
                  </a:cubicBezTo>
                  <a:cubicBezTo>
                    <a:pt x="151" y="418"/>
                    <a:pt x="301" y="2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85;p21">
              <a:extLst>
                <a:ext uri="{FF2B5EF4-FFF2-40B4-BE49-F238E27FC236}">
                  <a16:creationId xmlns:a16="http://schemas.microsoft.com/office/drawing/2014/main" id="{8B9633A1-D5F5-48CB-A1B2-4A21C3A822FC}"/>
                </a:ext>
              </a:extLst>
            </p:cNvPr>
            <p:cNvSpPr/>
            <p:nvPr/>
          </p:nvSpPr>
          <p:spPr>
            <a:xfrm>
              <a:off x="4389234" y="2633502"/>
              <a:ext cx="13325" cy="23986"/>
            </a:xfrm>
            <a:custGeom>
              <a:avLst/>
              <a:gdLst/>
              <a:ahLst/>
              <a:cxnLst/>
              <a:rect l="l" t="t" r="r" b="b"/>
              <a:pathLst>
                <a:path w="335" h="603" extrusionOk="0">
                  <a:moveTo>
                    <a:pt x="51" y="535"/>
                  </a:moveTo>
                  <a:cubicBezTo>
                    <a:pt x="335" y="602"/>
                    <a:pt x="302" y="1"/>
                    <a:pt x="84" y="285"/>
                  </a:cubicBezTo>
                  <a:cubicBezTo>
                    <a:pt x="1" y="402"/>
                    <a:pt x="17" y="485"/>
                    <a:pt x="51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86;p21">
              <a:extLst>
                <a:ext uri="{FF2B5EF4-FFF2-40B4-BE49-F238E27FC236}">
                  <a16:creationId xmlns:a16="http://schemas.microsoft.com/office/drawing/2014/main" id="{223CE454-A6AB-4B23-9AC2-3BCD7A6D1C2B}"/>
                </a:ext>
              </a:extLst>
            </p:cNvPr>
            <p:cNvSpPr/>
            <p:nvPr/>
          </p:nvSpPr>
          <p:spPr>
            <a:xfrm>
              <a:off x="4532792" y="3262230"/>
              <a:ext cx="15354" cy="16667"/>
            </a:xfrm>
            <a:custGeom>
              <a:avLst/>
              <a:gdLst/>
              <a:ahLst/>
              <a:cxnLst/>
              <a:rect l="l" t="t" r="r" b="b"/>
              <a:pathLst>
                <a:path w="386" h="419" extrusionOk="0">
                  <a:moveTo>
                    <a:pt x="51" y="368"/>
                  </a:moveTo>
                  <a:cubicBezTo>
                    <a:pt x="201" y="419"/>
                    <a:pt x="385" y="168"/>
                    <a:pt x="318" y="101"/>
                  </a:cubicBezTo>
                  <a:cubicBezTo>
                    <a:pt x="218" y="1"/>
                    <a:pt x="1" y="201"/>
                    <a:pt x="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87;p21">
              <a:extLst>
                <a:ext uri="{FF2B5EF4-FFF2-40B4-BE49-F238E27FC236}">
                  <a16:creationId xmlns:a16="http://schemas.microsoft.com/office/drawing/2014/main" id="{7AE889A1-0E8C-4A1C-8690-A179AB2DD09C}"/>
                </a:ext>
              </a:extLst>
            </p:cNvPr>
            <p:cNvSpPr/>
            <p:nvPr/>
          </p:nvSpPr>
          <p:spPr>
            <a:xfrm>
              <a:off x="4687010" y="3890321"/>
              <a:ext cx="14638" cy="19968"/>
            </a:xfrm>
            <a:custGeom>
              <a:avLst/>
              <a:gdLst/>
              <a:ahLst/>
              <a:cxnLst/>
              <a:rect l="l" t="t" r="r" b="b"/>
              <a:pathLst>
                <a:path w="368" h="502" extrusionOk="0">
                  <a:moveTo>
                    <a:pt x="134" y="0"/>
                  </a:moveTo>
                  <a:cubicBezTo>
                    <a:pt x="0" y="502"/>
                    <a:pt x="368" y="4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88;p21">
              <a:extLst>
                <a:ext uri="{FF2B5EF4-FFF2-40B4-BE49-F238E27FC236}">
                  <a16:creationId xmlns:a16="http://schemas.microsoft.com/office/drawing/2014/main" id="{9E8897DF-BC29-4EEC-A253-AC7E64140022}"/>
                </a:ext>
              </a:extLst>
            </p:cNvPr>
            <p:cNvSpPr/>
            <p:nvPr/>
          </p:nvSpPr>
          <p:spPr>
            <a:xfrm>
              <a:off x="4583309" y="3835825"/>
              <a:ext cx="15991" cy="25298"/>
            </a:xfrm>
            <a:custGeom>
              <a:avLst/>
              <a:gdLst/>
              <a:ahLst/>
              <a:cxnLst/>
              <a:rect l="l" t="t" r="r" b="b"/>
              <a:pathLst>
                <a:path w="402" h="636" extrusionOk="0">
                  <a:moveTo>
                    <a:pt x="402" y="485"/>
                  </a:moveTo>
                  <a:cubicBezTo>
                    <a:pt x="385" y="351"/>
                    <a:pt x="402" y="418"/>
                    <a:pt x="352" y="318"/>
                  </a:cubicBezTo>
                  <a:cubicBezTo>
                    <a:pt x="101" y="0"/>
                    <a:pt x="1" y="635"/>
                    <a:pt x="402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89;p21">
              <a:extLst>
                <a:ext uri="{FF2B5EF4-FFF2-40B4-BE49-F238E27FC236}">
                  <a16:creationId xmlns:a16="http://schemas.microsoft.com/office/drawing/2014/main" id="{C361A7F3-D0F3-4ECD-BD40-8549B58E63BF}"/>
                </a:ext>
              </a:extLst>
            </p:cNvPr>
            <p:cNvSpPr/>
            <p:nvPr/>
          </p:nvSpPr>
          <p:spPr>
            <a:xfrm>
              <a:off x="4350013" y="3837814"/>
              <a:ext cx="13365" cy="11337"/>
            </a:xfrm>
            <a:custGeom>
              <a:avLst/>
              <a:gdLst/>
              <a:ahLst/>
              <a:cxnLst/>
              <a:rect l="l" t="t" r="r" b="b"/>
              <a:pathLst>
                <a:path w="336" h="285" extrusionOk="0">
                  <a:moveTo>
                    <a:pt x="34" y="268"/>
                  </a:moveTo>
                  <a:cubicBezTo>
                    <a:pt x="135" y="284"/>
                    <a:pt x="151" y="284"/>
                    <a:pt x="252" y="218"/>
                  </a:cubicBezTo>
                  <a:cubicBezTo>
                    <a:pt x="318" y="151"/>
                    <a:pt x="335" y="117"/>
                    <a:pt x="302" y="34"/>
                  </a:cubicBezTo>
                  <a:cubicBezTo>
                    <a:pt x="135" y="0"/>
                    <a:pt x="1" y="101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90;p21">
              <a:extLst>
                <a:ext uri="{FF2B5EF4-FFF2-40B4-BE49-F238E27FC236}">
                  <a16:creationId xmlns:a16="http://schemas.microsoft.com/office/drawing/2014/main" id="{364EFC21-8995-4452-BCD3-3CE872A9512E}"/>
                </a:ext>
              </a:extLst>
            </p:cNvPr>
            <p:cNvSpPr/>
            <p:nvPr/>
          </p:nvSpPr>
          <p:spPr>
            <a:xfrm>
              <a:off x="4744171" y="3698234"/>
              <a:ext cx="13325" cy="14002"/>
            </a:xfrm>
            <a:custGeom>
              <a:avLst/>
              <a:gdLst/>
              <a:ahLst/>
              <a:cxnLst/>
              <a:rect l="l" t="t" r="r" b="b"/>
              <a:pathLst>
                <a:path w="335" h="352" extrusionOk="0">
                  <a:moveTo>
                    <a:pt x="234" y="301"/>
                  </a:moveTo>
                  <a:cubicBezTo>
                    <a:pt x="334" y="268"/>
                    <a:pt x="284" y="184"/>
                    <a:pt x="251" y="118"/>
                  </a:cubicBezTo>
                  <a:cubicBezTo>
                    <a:pt x="184" y="17"/>
                    <a:pt x="201" y="17"/>
                    <a:pt x="67" y="1"/>
                  </a:cubicBezTo>
                  <a:cubicBezTo>
                    <a:pt x="0" y="134"/>
                    <a:pt x="100" y="352"/>
                    <a:pt x="2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91;p21">
              <a:extLst>
                <a:ext uri="{FF2B5EF4-FFF2-40B4-BE49-F238E27FC236}">
                  <a16:creationId xmlns:a16="http://schemas.microsoft.com/office/drawing/2014/main" id="{AE5DC989-9A0A-4649-B3E8-E513E4E7FDF5}"/>
                </a:ext>
              </a:extLst>
            </p:cNvPr>
            <p:cNvSpPr/>
            <p:nvPr/>
          </p:nvSpPr>
          <p:spPr>
            <a:xfrm>
              <a:off x="4804633" y="2854826"/>
              <a:ext cx="17979" cy="13325"/>
            </a:xfrm>
            <a:custGeom>
              <a:avLst/>
              <a:gdLst/>
              <a:ahLst/>
              <a:cxnLst/>
              <a:rect l="l" t="t" r="r" b="b"/>
              <a:pathLst>
                <a:path w="452" h="335" extrusionOk="0">
                  <a:moveTo>
                    <a:pt x="118" y="51"/>
                  </a:moveTo>
                  <a:cubicBezTo>
                    <a:pt x="1" y="168"/>
                    <a:pt x="268" y="335"/>
                    <a:pt x="352" y="251"/>
                  </a:cubicBezTo>
                  <a:cubicBezTo>
                    <a:pt x="452" y="151"/>
                    <a:pt x="251" y="34"/>
                    <a:pt x="218" y="34"/>
                  </a:cubicBezTo>
                  <a:cubicBezTo>
                    <a:pt x="84" y="1"/>
                    <a:pt x="134" y="34"/>
                    <a:pt x="118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92;p21">
              <a:extLst>
                <a:ext uri="{FF2B5EF4-FFF2-40B4-BE49-F238E27FC236}">
                  <a16:creationId xmlns:a16="http://schemas.microsoft.com/office/drawing/2014/main" id="{B791AD07-4438-4F74-99CA-0345A24C11B2}"/>
                </a:ext>
              </a:extLst>
            </p:cNvPr>
            <p:cNvSpPr/>
            <p:nvPr/>
          </p:nvSpPr>
          <p:spPr>
            <a:xfrm>
              <a:off x="4759445" y="2735214"/>
              <a:ext cx="14678" cy="12649"/>
            </a:xfrm>
            <a:custGeom>
              <a:avLst/>
              <a:gdLst/>
              <a:ahLst/>
              <a:cxnLst/>
              <a:rect l="l" t="t" r="r" b="b"/>
              <a:pathLst>
                <a:path w="369" h="318" extrusionOk="0">
                  <a:moveTo>
                    <a:pt x="51" y="67"/>
                  </a:moveTo>
                  <a:cubicBezTo>
                    <a:pt x="0" y="201"/>
                    <a:pt x="201" y="317"/>
                    <a:pt x="351" y="284"/>
                  </a:cubicBezTo>
                  <a:cubicBezTo>
                    <a:pt x="368" y="100"/>
                    <a:pt x="168" y="0"/>
                    <a:pt x="51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93;p21">
              <a:extLst>
                <a:ext uri="{FF2B5EF4-FFF2-40B4-BE49-F238E27FC236}">
                  <a16:creationId xmlns:a16="http://schemas.microsoft.com/office/drawing/2014/main" id="{4E30726D-C138-4E08-8FA7-98C6107A0B19}"/>
                </a:ext>
              </a:extLst>
            </p:cNvPr>
            <p:cNvSpPr/>
            <p:nvPr/>
          </p:nvSpPr>
          <p:spPr>
            <a:xfrm>
              <a:off x="4572013" y="2968471"/>
              <a:ext cx="17979" cy="12013"/>
            </a:xfrm>
            <a:custGeom>
              <a:avLst/>
              <a:gdLst/>
              <a:ahLst/>
              <a:cxnLst/>
              <a:rect l="l" t="t" r="r" b="b"/>
              <a:pathLst>
                <a:path w="452" h="302" extrusionOk="0">
                  <a:moveTo>
                    <a:pt x="352" y="34"/>
                  </a:moveTo>
                  <a:cubicBezTo>
                    <a:pt x="168" y="1"/>
                    <a:pt x="1" y="201"/>
                    <a:pt x="134" y="268"/>
                  </a:cubicBezTo>
                  <a:cubicBezTo>
                    <a:pt x="184" y="301"/>
                    <a:pt x="285" y="235"/>
                    <a:pt x="318" y="218"/>
                  </a:cubicBezTo>
                  <a:cubicBezTo>
                    <a:pt x="452" y="101"/>
                    <a:pt x="352" y="34"/>
                    <a:pt x="352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94;p21">
              <a:extLst>
                <a:ext uri="{FF2B5EF4-FFF2-40B4-BE49-F238E27FC236}">
                  <a16:creationId xmlns:a16="http://schemas.microsoft.com/office/drawing/2014/main" id="{9FBB21E8-45BB-49B3-A2D8-B570D43733B8}"/>
                </a:ext>
              </a:extLst>
            </p:cNvPr>
            <p:cNvSpPr/>
            <p:nvPr/>
          </p:nvSpPr>
          <p:spPr>
            <a:xfrm>
              <a:off x="4431120" y="2573676"/>
              <a:ext cx="12013" cy="13325"/>
            </a:xfrm>
            <a:custGeom>
              <a:avLst/>
              <a:gdLst/>
              <a:ahLst/>
              <a:cxnLst/>
              <a:rect l="l" t="t" r="r" b="b"/>
              <a:pathLst>
                <a:path w="302" h="335" extrusionOk="0">
                  <a:moveTo>
                    <a:pt x="0" y="51"/>
                  </a:moveTo>
                  <a:cubicBezTo>
                    <a:pt x="17" y="201"/>
                    <a:pt x="84" y="335"/>
                    <a:pt x="234" y="268"/>
                  </a:cubicBezTo>
                  <a:cubicBezTo>
                    <a:pt x="301" y="135"/>
                    <a:pt x="184" y="34"/>
                    <a:pt x="84" y="1"/>
                  </a:cubicBezTo>
                  <a:cubicBezTo>
                    <a:pt x="34" y="18"/>
                    <a:pt x="17" y="18"/>
                    <a:pt x="0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95;p21">
              <a:extLst>
                <a:ext uri="{FF2B5EF4-FFF2-40B4-BE49-F238E27FC236}">
                  <a16:creationId xmlns:a16="http://schemas.microsoft.com/office/drawing/2014/main" id="{17C5356F-D6DD-4D6D-BAA7-0F469157542E}"/>
                </a:ext>
              </a:extLst>
            </p:cNvPr>
            <p:cNvSpPr/>
            <p:nvPr/>
          </p:nvSpPr>
          <p:spPr>
            <a:xfrm>
              <a:off x="4779374" y="3783995"/>
              <a:ext cx="21321" cy="9984"/>
            </a:xfrm>
            <a:custGeom>
              <a:avLst/>
              <a:gdLst/>
              <a:ahLst/>
              <a:cxnLst/>
              <a:rect l="l" t="t" r="r" b="b"/>
              <a:pathLst>
                <a:path w="536" h="251" extrusionOk="0">
                  <a:moveTo>
                    <a:pt x="168" y="217"/>
                  </a:moveTo>
                  <a:cubicBezTo>
                    <a:pt x="235" y="251"/>
                    <a:pt x="535" y="167"/>
                    <a:pt x="251" y="33"/>
                  </a:cubicBezTo>
                  <a:lnTo>
                    <a:pt x="51" y="0"/>
                  </a:lnTo>
                  <a:cubicBezTo>
                    <a:pt x="1" y="100"/>
                    <a:pt x="101" y="167"/>
                    <a:pt x="1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96;p21">
              <a:extLst>
                <a:ext uri="{FF2B5EF4-FFF2-40B4-BE49-F238E27FC236}">
                  <a16:creationId xmlns:a16="http://schemas.microsoft.com/office/drawing/2014/main" id="{6D5CF0B5-3FB5-4847-B511-83CA9287B270}"/>
                </a:ext>
              </a:extLst>
            </p:cNvPr>
            <p:cNvSpPr/>
            <p:nvPr/>
          </p:nvSpPr>
          <p:spPr>
            <a:xfrm>
              <a:off x="4828579" y="3980696"/>
              <a:ext cx="9984" cy="14002"/>
            </a:xfrm>
            <a:custGeom>
              <a:avLst/>
              <a:gdLst/>
              <a:ahLst/>
              <a:cxnLst/>
              <a:rect l="l" t="t" r="r" b="b"/>
              <a:pathLst>
                <a:path w="251" h="352" extrusionOk="0">
                  <a:moveTo>
                    <a:pt x="201" y="17"/>
                  </a:moveTo>
                  <a:cubicBezTo>
                    <a:pt x="34" y="1"/>
                    <a:pt x="0" y="201"/>
                    <a:pt x="84" y="318"/>
                  </a:cubicBezTo>
                  <a:cubicBezTo>
                    <a:pt x="184" y="335"/>
                    <a:pt x="201" y="352"/>
                    <a:pt x="217" y="235"/>
                  </a:cubicBezTo>
                  <a:cubicBezTo>
                    <a:pt x="251" y="134"/>
                    <a:pt x="251" y="101"/>
                    <a:pt x="2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97;p21">
              <a:extLst>
                <a:ext uri="{FF2B5EF4-FFF2-40B4-BE49-F238E27FC236}">
                  <a16:creationId xmlns:a16="http://schemas.microsoft.com/office/drawing/2014/main" id="{EB41DAEC-6278-4561-8C20-C2B4F34C8B10}"/>
                </a:ext>
              </a:extLst>
            </p:cNvPr>
            <p:cNvSpPr/>
            <p:nvPr/>
          </p:nvSpPr>
          <p:spPr>
            <a:xfrm>
              <a:off x="4465010" y="3318078"/>
              <a:ext cx="12689" cy="9348"/>
            </a:xfrm>
            <a:custGeom>
              <a:avLst/>
              <a:gdLst/>
              <a:ahLst/>
              <a:cxnLst/>
              <a:rect l="l" t="t" r="r" b="b"/>
              <a:pathLst>
                <a:path w="319" h="235" extrusionOk="0">
                  <a:moveTo>
                    <a:pt x="1" y="218"/>
                  </a:moveTo>
                  <a:cubicBezTo>
                    <a:pt x="134" y="234"/>
                    <a:pt x="234" y="234"/>
                    <a:pt x="318" y="134"/>
                  </a:cubicBezTo>
                  <a:cubicBezTo>
                    <a:pt x="301" y="34"/>
                    <a:pt x="268" y="0"/>
                    <a:pt x="151" y="34"/>
                  </a:cubicBezTo>
                  <a:cubicBezTo>
                    <a:pt x="34" y="51"/>
                    <a:pt x="17" y="101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98;p21">
              <a:extLst>
                <a:ext uri="{FF2B5EF4-FFF2-40B4-BE49-F238E27FC236}">
                  <a16:creationId xmlns:a16="http://schemas.microsoft.com/office/drawing/2014/main" id="{D64FAA62-5A3F-40A8-ACE6-384A62D33EBE}"/>
                </a:ext>
              </a:extLst>
            </p:cNvPr>
            <p:cNvSpPr/>
            <p:nvPr/>
          </p:nvSpPr>
          <p:spPr>
            <a:xfrm>
              <a:off x="4574678" y="3236971"/>
              <a:ext cx="15314" cy="19332"/>
            </a:xfrm>
            <a:custGeom>
              <a:avLst/>
              <a:gdLst/>
              <a:ahLst/>
              <a:cxnLst/>
              <a:rect l="l" t="t" r="r" b="b"/>
              <a:pathLst>
                <a:path w="385" h="486" extrusionOk="0">
                  <a:moveTo>
                    <a:pt x="84" y="369"/>
                  </a:moveTo>
                  <a:cubicBezTo>
                    <a:pt x="385" y="485"/>
                    <a:pt x="385" y="1"/>
                    <a:pt x="134" y="185"/>
                  </a:cubicBezTo>
                  <a:cubicBezTo>
                    <a:pt x="101" y="201"/>
                    <a:pt x="84" y="235"/>
                    <a:pt x="67" y="252"/>
                  </a:cubicBezTo>
                  <a:cubicBezTo>
                    <a:pt x="0" y="402"/>
                    <a:pt x="84" y="369"/>
                    <a:pt x="84" y="3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99;p21">
              <a:extLst>
                <a:ext uri="{FF2B5EF4-FFF2-40B4-BE49-F238E27FC236}">
                  <a16:creationId xmlns:a16="http://schemas.microsoft.com/office/drawing/2014/main" id="{A9316319-7943-458B-AAB4-8EFF8E42BD88}"/>
                </a:ext>
              </a:extLst>
            </p:cNvPr>
            <p:cNvSpPr/>
            <p:nvPr/>
          </p:nvSpPr>
          <p:spPr>
            <a:xfrm>
              <a:off x="4814617" y="3761361"/>
              <a:ext cx="11337" cy="12013"/>
            </a:xfrm>
            <a:custGeom>
              <a:avLst/>
              <a:gdLst/>
              <a:ahLst/>
              <a:cxnLst/>
              <a:rect l="l" t="t" r="r" b="b"/>
              <a:pathLst>
                <a:path w="285" h="302" extrusionOk="0">
                  <a:moveTo>
                    <a:pt x="284" y="235"/>
                  </a:moveTo>
                  <a:cubicBezTo>
                    <a:pt x="284" y="118"/>
                    <a:pt x="201" y="1"/>
                    <a:pt x="84" y="18"/>
                  </a:cubicBezTo>
                  <a:cubicBezTo>
                    <a:pt x="0" y="151"/>
                    <a:pt x="50" y="218"/>
                    <a:pt x="1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800;p21">
              <a:extLst>
                <a:ext uri="{FF2B5EF4-FFF2-40B4-BE49-F238E27FC236}">
                  <a16:creationId xmlns:a16="http://schemas.microsoft.com/office/drawing/2014/main" id="{4D9BD672-3493-485F-B38B-64D50CE86ACA}"/>
                </a:ext>
              </a:extLst>
            </p:cNvPr>
            <p:cNvSpPr/>
            <p:nvPr/>
          </p:nvSpPr>
          <p:spPr>
            <a:xfrm>
              <a:off x="4621218" y="2815605"/>
              <a:ext cx="13325" cy="12689"/>
            </a:xfrm>
            <a:custGeom>
              <a:avLst/>
              <a:gdLst/>
              <a:ahLst/>
              <a:cxnLst/>
              <a:rect l="l" t="t" r="r" b="b"/>
              <a:pathLst>
                <a:path w="335" h="319" extrusionOk="0">
                  <a:moveTo>
                    <a:pt x="0" y="118"/>
                  </a:moveTo>
                  <a:cubicBezTo>
                    <a:pt x="84" y="235"/>
                    <a:pt x="251" y="318"/>
                    <a:pt x="334" y="151"/>
                  </a:cubicBezTo>
                  <a:cubicBezTo>
                    <a:pt x="267" y="17"/>
                    <a:pt x="33" y="1"/>
                    <a:pt x="0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801;p21">
              <a:extLst>
                <a:ext uri="{FF2B5EF4-FFF2-40B4-BE49-F238E27FC236}">
                  <a16:creationId xmlns:a16="http://schemas.microsoft.com/office/drawing/2014/main" id="{2055E861-B8FD-44A3-BF84-DE02FEF2BCBB}"/>
                </a:ext>
              </a:extLst>
            </p:cNvPr>
            <p:cNvSpPr/>
            <p:nvPr/>
          </p:nvSpPr>
          <p:spPr>
            <a:xfrm>
              <a:off x="4883074" y="2749136"/>
              <a:ext cx="17303" cy="18019"/>
            </a:xfrm>
            <a:custGeom>
              <a:avLst/>
              <a:gdLst/>
              <a:ahLst/>
              <a:cxnLst/>
              <a:rect l="l" t="t" r="r" b="b"/>
              <a:pathLst>
                <a:path w="435" h="453" extrusionOk="0">
                  <a:moveTo>
                    <a:pt x="167" y="452"/>
                  </a:moveTo>
                  <a:lnTo>
                    <a:pt x="334" y="452"/>
                  </a:lnTo>
                  <a:cubicBezTo>
                    <a:pt x="435" y="1"/>
                    <a:pt x="0" y="185"/>
                    <a:pt x="1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802;p21">
              <a:extLst>
                <a:ext uri="{FF2B5EF4-FFF2-40B4-BE49-F238E27FC236}">
                  <a16:creationId xmlns:a16="http://schemas.microsoft.com/office/drawing/2014/main" id="{D619700C-F62B-4A2A-9006-6A11F3CDFCD9}"/>
                </a:ext>
              </a:extLst>
            </p:cNvPr>
            <p:cNvSpPr/>
            <p:nvPr/>
          </p:nvSpPr>
          <p:spPr>
            <a:xfrm>
              <a:off x="4784028" y="3929542"/>
              <a:ext cx="10024" cy="14002"/>
            </a:xfrm>
            <a:custGeom>
              <a:avLst/>
              <a:gdLst/>
              <a:ahLst/>
              <a:cxnLst/>
              <a:rect l="l" t="t" r="r" b="b"/>
              <a:pathLst>
                <a:path w="252" h="352" extrusionOk="0">
                  <a:moveTo>
                    <a:pt x="51" y="351"/>
                  </a:moveTo>
                  <a:cubicBezTo>
                    <a:pt x="218" y="334"/>
                    <a:pt x="251" y="201"/>
                    <a:pt x="201" y="34"/>
                  </a:cubicBezTo>
                  <a:cubicBezTo>
                    <a:pt x="17" y="0"/>
                    <a:pt x="1" y="201"/>
                    <a:pt x="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803;p21">
              <a:extLst>
                <a:ext uri="{FF2B5EF4-FFF2-40B4-BE49-F238E27FC236}">
                  <a16:creationId xmlns:a16="http://schemas.microsoft.com/office/drawing/2014/main" id="{AC11B4F8-E41A-41E4-91D7-B2276A2F5577}"/>
                </a:ext>
              </a:extLst>
            </p:cNvPr>
            <p:cNvSpPr/>
            <p:nvPr/>
          </p:nvSpPr>
          <p:spPr>
            <a:xfrm>
              <a:off x="4673724" y="2950531"/>
              <a:ext cx="11973" cy="1066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33" y="17"/>
                  </a:moveTo>
                  <a:cubicBezTo>
                    <a:pt x="0" y="201"/>
                    <a:pt x="134" y="268"/>
                    <a:pt x="284" y="218"/>
                  </a:cubicBezTo>
                  <a:cubicBezTo>
                    <a:pt x="301" y="118"/>
                    <a:pt x="301" y="84"/>
                    <a:pt x="217" y="34"/>
                  </a:cubicBezTo>
                  <a:cubicBezTo>
                    <a:pt x="167" y="17"/>
                    <a:pt x="67" y="1"/>
                    <a:pt x="33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804;p21">
              <a:extLst>
                <a:ext uri="{FF2B5EF4-FFF2-40B4-BE49-F238E27FC236}">
                  <a16:creationId xmlns:a16="http://schemas.microsoft.com/office/drawing/2014/main" id="{41493882-E8CC-4D9A-8BB0-8C9095086141}"/>
                </a:ext>
              </a:extLst>
            </p:cNvPr>
            <p:cNvSpPr/>
            <p:nvPr/>
          </p:nvSpPr>
          <p:spPr>
            <a:xfrm>
              <a:off x="4358684" y="2642134"/>
              <a:ext cx="11973" cy="14002"/>
            </a:xfrm>
            <a:custGeom>
              <a:avLst/>
              <a:gdLst/>
              <a:ahLst/>
              <a:cxnLst/>
              <a:rect l="l" t="t" r="r" b="b"/>
              <a:pathLst>
                <a:path w="301" h="352" extrusionOk="0">
                  <a:moveTo>
                    <a:pt x="234" y="335"/>
                  </a:moveTo>
                  <a:cubicBezTo>
                    <a:pt x="301" y="185"/>
                    <a:pt x="184" y="1"/>
                    <a:pt x="67" y="68"/>
                  </a:cubicBezTo>
                  <a:cubicBezTo>
                    <a:pt x="0" y="118"/>
                    <a:pt x="17" y="352"/>
                    <a:pt x="2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805;p21">
              <a:extLst>
                <a:ext uri="{FF2B5EF4-FFF2-40B4-BE49-F238E27FC236}">
                  <a16:creationId xmlns:a16="http://schemas.microsoft.com/office/drawing/2014/main" id="{D84F6474-5C2C-44B6-9BBA-77AD037FAC4D}"/>
                </a:ext>
              </a:extLst>
            </p:cNvPr>
            <p:cNvSpPr/>
            <p:nvPr/>
          </p:nvSpPr>
          <p:spPr>
            <a:xfrm>
              <a:off x="4881722" y="2659437"/>
              <a:ext cx="15991" cy="10660"/>
            </a:xfrm>
            <a:custGeom>
              <a:avLst/>
              <a:gdLst/>
              <a:ahLst/>
              <a:cxnLst/>
              <a:rect l="l" t="t" r="r" b="b"/>
              <a:pathLst>
                <a:path w="402" h="268" extrusionOk="0">
                  <a:moveTo>
                    <a:pt x="68" y="217"/>
                  </a:moveTo>
                  <a:cubicBezTo>
                    <a:pt x="101" y="234"/>
                    <a:pt x="1" y="268"/>
                    <a:pt x="185" y="251"/>
                  </a:cubicBezTo>
                  <a:cubicBezTo>
                    <a:pt x="235" y="251"/>
                    <a:pt x="402" y="151"/>
                    <a:pt x="302" y="50"/>
                  </a:cubicBezTo>
                  <a:cubicBezTo>
                    <a:pt x="251" y="0"/>
                    <a:pt x="1" y="50"/>
                    <a:pt x="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806;p21">
              <a:extLst>
                <a:ext uri="{FF2B5EF4-FFF2-40B4-BE49-F238E27FC236}">
                  <a16:creationId xmlns:a16="http://schemas.microsoft.com/office/drawing/2014/main" id="{F82F4E2A-4EFB-4A44-BC46-6EA2911784C7}"/>
                </a:ext>
              </a:extLst>
            </p:cNvPr>
            <p:cNvSpPr/>
            <p:nvPr/>
          </p:nvSpPr>
          <p:spPr>
            <a:xfrm>
              <a:off x="4908333" y="2735214"/>
              <a:ext cx="11973" cy="14638"/>
            </a:xfrm>
            <a:custGeom>
              <a:avLst/>
              <a:gdLst/>
              <a:ahLst/>
              <a:cxnLst/>
              <a:rect l="l" t="t" r="r" b="b"/>
              <a:pathLst>
                <a:path w="301" h="368" extrusionOk="0">
                  <a:moveTo>
                    <a:pt x="50" y="84"/>
                  </a:moveTo>
                  <a:cubicBezTo>
                    <a:pt x="34" y="100"/>
                    <a:pt x="0" y="33"/>
                    <a:pt x="0" y="167"/>
                  </a:cubicBezTo>
                  <a:cubicBezTo>
                    <a:pt x="17" y="234"/>
                    <a:pt x="134" y="368"/>
                    <a:pt x="234" y="267"/>
                  </a:cubicBezTo>
                  <a:cubicBezTo>
                    <a:pt x="301" y="201"/>
                    <a:pt x="151" y="0"/>
                    <a:pt x="5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807;p21">
              <a:extLst>
                <a:ext uri="{FF2B5EF4-FFF2-40B4-BE49-F238E27FC236}">
                  <a16:creationId xmlns:a16="http://schemas.microsoft.com/office/drawing/2014/main" id="{A394E4A4-00C4-4DB8-B530-230A29F5BF0B}"/>
                </a:ext>
              </a:extLst>
            </p:cNvPr>
            <p:cNvSpPr/>
            <p:nvPr/>
          </p:nvSpPr>
          <p:spPr>
            <a:xfrm>
              <a:off x="4450372" y="2741857"/>
              <a:ext cx="12689" cy="17303"/>
            </a:xfrm>
            <a:custGeom>
              <a:avLst/>
              <a:gdLst/>
              <a:ahLst/>
              <a:cxnLst/>
              <a:rect l="l" t="t" r="r" b="b"/>
              <a:pathLst>
                <a:path w="319" h="435" extrusionOk="0">
                  <a:moveTo>
                    <a:pt x="101" y="418"/>
                  </a:moveTo>
                  <a:cubicBezTo>
                    <a:pt x="185" y="435"/>
                    <a:pt x="218" y="435"/>
                    <a:pt x="252" y="384"/>
                  </a:cubicBezTo>
                  <a:cubicBezTo>
                    <a:pt x="268" y="351"/>
                    <a:pt x="302" y="318"/>
                    <a:pt x="302" y="284"/>
                  </a:cubicBezTo>
                  <a:cubicBezTo>
                    <a:pt x="318" y="0"/>
                    <a:pt x="1" y="234"/>
                    <a:pt x="101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808;p21">
              <a:extLst>
                <a:ext uri="{FF2B5EF4-FFF2-40B4-BE49-F238E27FC236}">
                  <a16:creationId xmlns:a16="http://schemas.microsoft.com/office/drawing/2014/main" id="{D0AA4FD8-B037-4D2B-992D-1AB3CAA69A0D}"/>
                </a:ext>
              </a:extLst>
            </p:cNvPr>
            <p:cNvSpPr/>
            <p:nvPr/>
          </p:nvSpPr>
          <p:spPr>
            <a:xfrm>
              <a:off x="4757456" y="3160558"/>
              <a:ext cx="17303" cy="8671"/>
            </a:xfrm>
            <a:custGeom>
              <a:avLst/>
              <a:gdLst/>
              <a:ahLst/>
              <a:cxnLst/>
              <a:rect l="l" t="t" r="r" b="b"/>
              <a:pathLst>
                <a:path w="435" h="218" extrusionOk="0">
                  <a:moveTo>
                    <a:pt x="385" y="17"/>
                  </a:moveTo>
                  <a:cubicBezTo>
                    <a:pt x="234" y="0"/>
                    <a:pt x="0" y="84"/>
                    <a:pt x="184" y="184"/>
                  </a:cubicBezTo>
                  <a:cubicBezTo>
                    <a:pt x="218" y="218"/>
                    <a:pt x="318" y="201"/>
                    <a:pt x="351" y="184"/>
                  </a:cubicBezTo>
                  <a:cubicBezTo>
                    <a:pt x="435" y="134"/>
                    <a:pt x="401" y="101"/>
                    <a:pt x="385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809;p21">
              <a:extLst>
                <a:ext uri="{FF2B5EF4-FFF2-40B4-BE49-F238E27FC236}">
                  <a16:creationId xmlns:a16="http://schemas.microsoft.com/office/drawing/2014/main" id="{D282ECB6-5030-4BD6-AFC5-E5705958C3E3}"/>
                </a:ext>
              </a:extLst>
            </p:cNvPr>
            <p:cNvSpPr/>
            <p:nvPr/>
          </p:nvSpPr>
          <p:spPr>
            <a:xfrm>
              <a:off x="4653119" y="2067902"/>
              <a:ext cx="12649" cy="12689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84" y="301"/>
                  </a:moveTo>
                  <a:cubicBezTo>
                    <a:pt x="284" y="318"/>
                    <a:pt x="318" y="84"/>
                    <a:pt x="217" y="34"/>
                  </a:cubicBezTo>
                  <a:cubicBezTo>
                    <a:pt x="150" y="1"/>
                    <a:pt x="0" y="168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810;p21">
              <a:extLst>
                <a:ext uri="{FF2B5EF4-FFF2-40B4-BE49-F238E27FC236}">
                  <a16:creationId xmlns:a16="http://schemas.microsoft.com/office/drawing/2014/main" id="{17248040-105B-4470-A1A2-7AE3842AA6C6}"/>
                </a:ext>
              </a:extLst>
            </p:cNvPr>
            <p:cNvSpPr/>
            <p:nvPr/>
          </p:nvSpPr>
          <p:spPr>
            <a:xfrm>
              <a:off x="4463698" y="3396480"/>
              <a:ext cx="12649" cy="13365"/>
            </a:xfrm>
            <a:custGeom>
              <a:avLst/>
              <a:gdLst/>
              <a:ahLst/>
              <a:cxnLst/>
              <a:rect l="l" t="t" r="r" b="b"/>
              <a:pathLst>
                <a:path w="318" h="336" extrusionOk="0">
                  <a:moveTo>
                    <a:pt x="267" y="335"/>
                  </a:moveTo>
                  <a:lnTo>
                    <a:pt x="318" y="268"/>
                  </a:lnTo>
                  <a:cubicBezTo>
                    <a:pt x="318" y="168"/>
                    <a:pt x="201" y="1"/>
                    <a:pt x="100" y="101"/>
                  </a:cubicBezTo>
                  <a:cubicBezTo>
                    <a:pt x="0" y="201"/>
                    <a:pt x="167" y="318"/>
                    <a:pt x="2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811;p21">
              <a:extLst>
                <a:ext uri="{FF2B5EF4-FFF2-40B4-BE49-F238E27FC236}">
                  <a16:creationId xmlns:a16="http://schemas.microsoft.com/office/drawing/2014/main" id="{4786D90F-1832-41F7-9F4B-E39CDD75B906}"/>
                </a:ext>
              </a:extLst>
            </p:cNvPr>
            <p:cNvSpPr/>
            <p:nvPr/>
          </p:nvSpPr>
          <p:spPr>
            <a:xfrm>
              <a:off x="4363338" y="3634430"/>
              <a:ext cx="9984" cy="12689"/>
            </a:xfrm>
            <a:custGeom>
              <a:avLst/>
              <a:gdLst/>
              <a:ahLst/>
              <a:cxnLst/>
              <a:rect l="l" t="t" r="r" b="b"/>
              <a:pathLst>
                <a:path w="251" h="319" extrusionOk="0">
                  <a:moveTo>
                    <a:pt x="34" y="51"/>
                  </a:moveTo>
                  <a:cubicBezTo>
                    <a:pt x="0" y="218"/>
                    <a:pt x="34" y="318"/>
                    <a:pt x="201" y="268"/>
                  </a:cubicBezTo>
                  <a:cubicBezTo>
                    <a:pt x="234" y="201"/>
                    <a:pt x="251" y="134"/>
                    <a:pt x="184" y="51"/>
                  </a:cubicBezTo>
                  <a:cubicBezTo>
                    <a:pt x="151" y="1"/>
                    <a:pt x="117" y="17"/>
                    <a:pt x="34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812;p21">
              <a:extLst>
                <a:ext uri="{FF2B5EF4-FFF2-40B4-BE49-F238E27FC236}">
                  <a16:creationId xmlns:a16="http://schemas.microsoft.com/office/drawing/2014/main" id="{3CDC4FA4-A9F7-49EF-B4AE-8D09782591F0}"/>
                </a:ext>
              </a:extLst>
            </p:cNvPr>
            <p:cNvSpPr/>
            <p:nvPr/>
          </p:nvSpPr>
          <p:spPr>
            <a:xfrm>
              <a:off x="4457055" y="3847122"/>
              <a:ext cx="13325" cy="10660"/>
            </a:xfrm>
            <a:custGeom>
              <a:avLst/>
              <a:gdLst/>
              <a:ahLst/>
              <a:cxnLst/>
              <a:rect l="l" t="t" r="r" b="b"/>
              <a:pathLst>
                <a:path w="335" h="268" extrusionOk="0">
                  <a:moveTo>
                    <a:pt x="217" y="268"/>
                  </a:moveTo>
                  <a:cubicBezTo>
                    <a:pt x="217" y="184"/>
                    <a:pt x="334" y="184"/>
                    <a:pt x="251" y="17"/>
                  </a:cubicBezTo>
                  <a:lnTo>
                    <a:pt x="150" y="0"/>
                  </a:lnTo>
                  <a:cubicBezTo>
                    <a:pt x="67" y="101"/>
                    <a:pt x="0" y="251"/>
                    <a:pt x="2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813;p21">
              <a:extLst>
                <a:ext uri="{FF2B5EF4-FFF2-40B4-BE49-F238E27FC236}">
                  <a16:creationId xmlns:a16="http://schemas.microsoft.com/office/drawing/2014/main" id="{E37209E5-2626-483F-BFD4-25A599FD6EA1}"/>
                </a:ext>
              </a:extLst>
            </p:cNvPr>
            <p:cNvSpPr/>
            <p:nvPr/>
          </p:nvSpPr>
          <p:spPr>
            <a:xfrm>
              <a:off x="4797314" y="3841116"/>
              <a:ext cx="12689" cy="13365"/>
            </a:xfrm>
            <a:custGeom>
              <a:avLst/>
              <a:gdLst/>
              <a:ahLst/>
              <a:cxnLst/>
              <a:rect l="l" t="t" r="r" b="b"/>
              <a:pathLst>
                <a:path w="319" h="336" extrusionOk="0">
                  <a:moveTo>
                    <a:pt x="68" y="285"/>
                  </a:moveTo>
                  <a:cubicBezTo>
                    <a:pt x="251" y="335"/>
                    <a:pt x="318" y="1"/>
                    <a:pt x="84" y="34"/>
                  </a:cubicBezTo>
                  <a:cubicBezTo>
                    <a:pt x="68" y="51"/>
                    <a:pt x="34" y="85"/>
                    <a:pt x="34" y="151"/>
                  </a:cubicBezTo>
                  <a:cubicBezTo>
                    <a:pt x="1" y="302"/>
                    <a:pt x="51" y="252"/>
                    <a:pt x="68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814;p21">
              <a:extLst>
                <a:ext uri="{FF2B5EF4-FFF2-40B4-BE49-F238E27FC236}">
                  <a16:creationId xmlns:a16="http://schemas.microsoft.com/office/drawing/2014/main" id="{740C12C9-50A3-4293-951F-F00816AE8196}"/>
                </a:ext>
              </a:extLst>
            </p:cNvPr>
            <p:cNvSpPr/>
            <p:nvPr/>
          </p:nvSpPr>
          <p:spPr>
            <a:xfrm>
              <a:off x="4500890" y="3774011"/>
              <a:ext cx="9348" cy="13325"/>
            </a:xfrm>
            <a:custGeom>
              <a:avLst/>
              <a:gdLst/>
              <a:ahLst/>
              <a:cxnLst/>
              <a:rect l="l" t="t" r="r" b="b"/>
              <a:pathLst>
                <a:path w="235" h="335" extrusionOk="0">
                  <a:moveTo>
                    <a:pt x="1" y="201"/>
                  </a:moveTo>
                  <a:cubicBezTo>
                    <a:pt x="1" y="301"/>
                    <a:pt x="235" y="335"/>
                    <a:pt x="168" y="17"/>
                  </a:cubicBezTo>
                  <a:cubicBezTo>
                    <a:pt x="18" y="0"/>
                    <a:pt x="1" y="51"/>
                    <a:pt x="1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815;p21">
              <a:extLst>
                <a:ext uri="{FF2B5EF4-FFF2-40B4-BE49-F238E27FC236}">
                  <a16:creationId xmlns:a16="http://schemas.microsoft.com/office/drawing/2014/main" id="{920A6E8E-E215-4FFF-B5E1-B4D817433164}"/>
                </a:ext>
              </a:extLst>
            </p:cNvPr>
            <p:cNvSpPr/>
            <p:nvPr/>
          </p:nvSpPr>
          <p:spPr>
            <a:xfrm>
              <a:off x="4651091" y="2751801"/>
              <a:ext cx="12689" cy="8671"/>
            </a:xfrm>
            <a:custGeom>
              <a:avLst/>
              <a:gdLst/>
              <a:ahLst/>
              <a:cxnLst/>
              <a:rect l="l" t="t" r="r" b="b"/>
              <a:pathLst>
                <a:path w="319" h="218" extrusionOk="0">
                  <a:moveTo>
                    <a:pt x="34" y="68"/>
                  </a:moveTo>
                  <a:cubicBezTo>
                    <a:pt x="1" y="68"/>
                    <a:pt x="34" y="134"/>
                    <a:pt x="34" y="185"/>
                  </a:cubicBezTo>
                  <a:cubicBezTo>
                    <a:pt x="235" y="218"/>
                    <a:pt x="201" y="201"/>
                    <a:pt x="268" y="151"/>
                  </a:cubicBezTo>
                  <a:lnTo>
                    <a:pt x="285" y="68"/>
                  </a:lnTo>
                  <a:cubicBezTo>
                    <a:pt x="252" y="51"/>
                    <a:pt x="318" y="17"/>
                    <a:pt x="168" y="17"/>
                  </a:cubicBezTo>
                  <a:cubicBezTo>
                    <a:pt x="34" y="1"/>
                    <a:pt x="51" y="51"/>
                    <a:pt x="34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816;p21">
              <a:extLst>
                <a:ext uri="{FF2B5EF4-FFF2-40B4-BE49-F238E27FC236}">
                  <a16:creationId xmlns:a16="http://schemas.microsoft.com/office/drawing/2014/main" id="{0421C453-ACC7-41BB-92A3-1FB05A58CCB3}"/>
                </a:ext>
              </a:extLst>
            </p:cNvPr>
            <p:cNvSpPr/>
            <p:nvPr/>
          </p:nvSpPr>
          <p:spPr>
            <a:xfrm>
              <a:off x="4561392" y="2921294"/>
              <a:ext cx="14002" cy="10024"/>
            </a:xfrm>
            <a:custGeom>
              <a:avLst/>
              <a:gdLst/>
              <a:ahLst/>
              <a:cxnLst/>
              <a:rect l="l" t="t" r="r" b="b"/>
              <a:pathLst>
                <a:path w="352" h="252" extrusionOk="0">
                  <a:moveTo>
                    <a:pt x="84" y="218"/>
                  </a:moveTo>
                  <a:cubicBezTo>
                    <a:pt x="234" y="251"/>
                    <a:pt x="351" y="218"/>
                    <a:pt x="301" y="51"/>
                  </a:cubicBezTo>
                  <a:cubicBezTo>
                    <a:pt x="218" y="17"/>
                    <a:pt x="0" y="0"/>
                    <a:pt x="84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817;p21">
              <a:extLst>
                <a:ext uri="{FF2B5EF4-FFF2-40B4-BE49-F238E27FC236}">
                  <a16:creationId xmlns:a16="http://schemas.microsoft.com/office/drawing/2014/main" id="{92524D49-3ED6-4266-9F55-5405E65446EF}"/>
                </a:ext>
              </a:extLst>
            </p:cNvPr>
            <p:cNvSpPr/>
            <p:nvPr/>
          </p:nvSpPr>
          <p:spPr>
            <a:xfrm>
              <a:off x="4889717" y="3716850"/>
              <a:ext cx="11337" cy="10660"/>
            </a:xfrm>
            <a:custGeom>
              <a:avLst/>
              <a:gdLst/>
              <a:ahLst/>
              <a:cxnLst/>
              <a:rect l="l" t="t" r="r" b="b"/>
              <a:pathLst>
                <a:path w="285" h="268" extrusionOk="0">
                  <a:moveTo>
                    <a:pt x="251" y="251"/>
                  </a:moveTo>
                  <a:cubicBezTo>
                    <a:pt x="284" y="117"/>
                    <a:pt x="218" y="0"/>
                    <a:pt x="50" y="51"/>
                  </a:cubicBezTo>
                  <a:cubicBezTo>
                    <a:pt x="0" y="201"/>
                    <a:pt x="117" y="268"/>
                    <a:pt x="2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818;p21">
              <a:extLst>
                <a:ext uri="{FF2B5EF4-FFF2-40B4-BE49-F238E27FC236}">
                  <a16:creationId xmlns:a16="http://schemas.microsoft.com/office/drawing/2014/main" id="{F9AC81A6-54CD-4107-9CA5-2D09637C2801}"/>
                </a:ext>
              </a:extLst>
            </p:cNvPr>
            <p:cNvSpPr/>
            <p:nvPr/>
          </p:nvSpPr>
          <p:spPr>
            <a:xfrm>
              <a:off x="4571336" y="2945877"/>
              <a:ext cx="10700" cy="11337"/>
            </a:xfrm>
            <a:custGeom>
              <a:avLst/>
              <a:gdLst/>
              <a:ahLst/>
              <a:cxnLst/>
              <a:rect l="l" t="t" r="r" b="b"/>
              <a:pathLst>
                <a:path w="269" h="285" extrusionOk="0">
                  <a:moveTo>
                    <a:pt x="1" y="51"/>
                  </a:moveTo>
                  <a:cubicBezTo>
                    <a:pt x="1" y="285"/>
                    <a:pt x="268" y="285"/>
                    <a:pt x="252" y="51"/>
                  </a:cubicBezTo>
                  <a:cubicBezTo>
                    <a:pt x="201" y="34"/>
                    <a:pt x="68" y="1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819;p21">
              <a:extLst>
                <a:ext uri="{FF2B5EF4-FFF2-40B4-BE49-F238E27FC236}">
                  <a16:creationId xmlns:a16="http://schemas.microsoft.com/office/drawing/2014/main" id="{16EF82BF-BF29-4583-AFB2-CBD71535563B}"/>
                </a:ext>
              </a:extLst>
            </p:cNvPr>
            <p:cNvSpPr/>
            <p:nvPr/>
          </p:nvSpPr>
          <p:spPr>
            <a:xfrm>
              <a:off x="4809963" y="2280594"/>
              <a:ext cx="12649" cy="14002"/>
            </a:xfrm>
            <a:custGeom>
              <a:avLst/>
              <a:gdLst/>
              <a:ahLst/>
              <a:cxnLst/>
              <a:rect l="l" t="t" r="r" b="b"/>
              <a:pathLst>
                <a:path w="318" h="352" extrusionOk="0">
                  <a:moveTo>
                    <a:pt x="117" y="101"/>
                  </a:moveTo>
                  <a:cubicBezTo>
                    <a:pt x="0" y="151"/>
                    <a:pt x="34" y="351"/>
                    <a:pt x="184" y="301"/>
                  </a:cubicBezTo>
                  <a:cubicBezTo>
                    <a:pt x="318" y="251"/>
                    <a:pt x="284" y="0"/>
                    <a:pt x="117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820;p21">
              <a:extLst>
                <a:ext uri="{FF2B5EF4-FFF2-40B4-BE49-F238E27FC236}">
                  <a16:creationId xmlns:a16="http://schemas.microsoft.com/office/drawing/2014/main" id="{6778F871-EFAC-428E-BF72-3A762B558FBC}"/>
                </a:ext>
              </a:extLst>
            </p:cNvPr>
            <p:cNvSpPr/>
            <p:nvPr/>
          </p:nvSpPr>
          <p:spPr>
            <a:xfrm>
              <a:off x="4690311" y="4013950"/>
              <a:ext cx="8671" cy="10660"/>
            </a:xfrm>
            <a:custGeom>
              <a:avLst/>
              <a:gdLst/>
              <a:ahLst/>
              <a:cxnLst/>
              <a:rect l="l" t="t" r="r" b="b"/>
              <a:pathLst>
                <a:path w="218" h="268" extrusionOk="0">
                  <a:moveTo>
                    <a:pt x="51" y="34"/>
                  </a:moveTo>
                  <a:cubicBezTo>
                    <a:pt x="1" y="167"/>
                    <a:pt x="17" y="268"/>
                    <a:pt x="185" y="251"/>
                  </a:cubicBezTo>
                  <a:cubicBezTo>
                    <a:pt x="218" y="167"/>
                    <a:pt x="218" y="100"/>
                    <a:pt x="185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821;p21">
              <a:extLst>
                <a:ext uri="{FF2B5EF4-FFF2-40B4-BE49-F238E27FC236}">
                  <a16:creationId xmlns:a16="http://schemas.microsoft.com/office/drawing/2014/main" id="{6C9C9916-7FBC-458F-A328-84677F3D8A22}"/>
                </a:ext>
              </a:extLst>
            </p:cNvPr>
            <p:cNvSpPr/>
            <p:nvPr/>
          </p:nvSpPr>
          <p:spPr>
            <a:xfrm>
              <a:off x="4659086" y="3379892"/>
              <a:ext cx="10024" cy="11337"/>
            </a:xfrm>
            <a:custGeom>
              <a:avLst/>
              <a:gdLst/>
              <a:ahLst/>
              <a:cxnLst/>
              <a:rect l="l" t="t" r="r" b="b"/>
              <a:pathLst>
                <a:path w="252" h="285" extrusionOk="0">
                  <a:moveTo>
                    <a:pt x="51" y="234"/>
                  </a:moveTo>
                  <a:cubicBezTo>
                    <a:pt x="218" y="284"/>
                    <a:pt x="251" y="217"/>
                    <a:pt x="251" y="67"/>
                  </a:cubicBezTo>
                  <a:cubicBezTo>
                    <a:pt x="101" y="0"/>
                    <a:pt x="0" y="67"/>
                    <a:pt x="51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822;p21">
              <a:extLst>
                <a:ext uri="{FF2B5EF4-FFF2-40B4-BE49-F238E27FC236}">
                  <a16:creationId xmlns:a16="http://schemas.microsoft.com/office/drawing/2014/main" id="{2014E0E0-AD33-47AE-A6EC-0FF53F38D755}"/>
                </a:ext>
              </a:extLst>
            </p:cNvPr>
            <p:cNvSpPr/>
            <p:nvPr/>
          </p:nvSpPr>
          <p:spPr>
            <a:xfrm>
              <a:off x="4322129" y="3613149"/>
              <a:ext cx="15314" cy="15991"/>
            </a:xfrm>
            <a:custGeom>
              <a:avLst/>
              <a:gdLst/>
              <a:ahLst/>
              <a:cxnLst/>
              <a:rect l="l" t="t" r="r" b="b"/>
              <a:pathLst>
                <a:path w="385" h="402" extrusionOk="0">
                  <a:moveTo>
                    <a:pt x="117" y="402"/>
                  </a:moveTo>
                  <a:cubicBezTo>
                    <a:pt x="385" y="218"/>
                    <a:pt x="67" y="1"/>
                    <a:pt x="0" y="318"/>
                  </a:cubicBezTo>
                  <a:cubicBezTo>
                    <a:pt x="67" y="402"/>
                    <a:pt x="0" y="369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823;p21">
              <a:extLst>
                <a:ext uri="{FF2B5EF4-FFF2-40B4-BE49-F238E27FC236}">
                  <a16:creationId xmlns:a16="http://schemas.microsoft.com/office/drawing/2014/main" id="{2D48860D-64BF-4997-AB35-86DAEB39ED00}"/>
                </a:ext>
              </a:extLst>
            </p:cNvPr>
            <p:cNvSpPr/>
            <p:nvPr/>
          </p:nvSpPr>
          <p:spPr>
            <a:xfrm>
              <a:off x="4333426" y="2703949"/>
              <a:ext cx="10660" cy="10024"/>
            </a:xfrm>
            <a:custGeom>
              <a:avLst/>
              <a:gdLst/>
              <a:ahLst/>
              <a:cxnLst/>
              <a:rect l="l" t="t" r="r" b="b"/>
              <a:pathLst>
                <a:path w="268" h="252" extrusionOk="0">
                  <a:moveTo>
                    <a:pt x="151" y="251"/>
                  </a:moveTo>
                  <a:cubicBezTo>
                    <a:pt x="234" y="201"/>
                    <a:pt x="268" y="184"/>
                    <a:pt x="234" y="51"/>
                  </a:cubicBezTo>
                  <a:cubicBezTo>
                    <a:pt x="134" y="1"/>
                    <a:pt x="101" y="17"/>
                    <a:pt x="50" y="101"/>
                  </a:cubicBezTo>
                  <a:cubicBezTo>
                    <a:pt x="0" y="218"/>
                    <a:pt x="50" y="235"/>
                    <a:pt x="1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824;p21">
              <a:extLst>
                <a:ext uri="{FF2B5EF4-FFF2-40B4-BE49-F238E27FC236}">
                  <a16:creationId xmlns:a16="http://schemas.microsoft.com/office/drawing/2014/main" id="{0B8B4A57-436C-4402-806F-C6F2112635A7}"/>
                </a:ext>
              </a:extLst>
            </p:cNvPr>
            <p:cNvSpPr/>
            <p:nvPr/>
          </p:nvSpPr>
          <p:spPr>
            <a:xfrm>
              <a:off x="4557414" y="3848435"/>
              <a:ext cx="11337" cy="10024"/>
            </a:xfrm>
            <a:custGeom>
              <a:avLst/>
              <a:gdLst/>
              <a:ahLst/>
              <a:cxnLst/>
              <a:rect l="l" t="t" r="r" b="b"/>
              <a:pathLst>
                <a:path w="285" h="252" extrusionOk="0">
                  <a:moveTo>
                    <a:pt x="201" y="251"/>
                  </a:moveTo>
                  <a:cubicBezTo>
                    <a:pt x="201" y="201"/>
                    <a:pt x="284" y="185"/>
                    <a:pt x="267" y="84"/>
                  </a:cubicBezTo>
                  <a:cubicBezTo>
                    <a:pt x="251" y="17"/>
                    <a:pt x="201" y="1"/>
                    <a:pt x="134" y="34"/>
                  </a:cubicBezTo>
                  <a:cubicBezTo>
                    <a:pt x="33" y="101"/>
                    <a:pt x="0" y="235"/>
                    <a:pt x="20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825;p21">
              <a:extLst>
                <a:ext uri="{FF2B5EF4-FFF2-40B4-BE49-F238E27FC236}">
                  <a16:creationId xmlns:a16="http://schemas.microsoft.com/office/drawing/2014/main" id="{1EFB0036-F674-4A97-9081-BB9A1DF3DA6A}"/>
                </a:ext>
              </a:extLst>
            </p:cNvPr>
            <p:cNvSpPr/>
            <p:nvPr/>
          </p:nvSpPr>
          <p:spPr>
            <a:xfrm>
              <a:off x="4617200" y="3894975"/>
              <a:ext cx="12013" cy="12649"/>
            </a:xfrm>
            <a:custGeom>
              <a:avLst/>
              <a:gdLst/>
              <a:ahLst/>
              <a:cxnLst/>
              <a:rect l="l" t="t" r="r" b="b"/>
              <a:pathLst>
                <a:path w="302" h="318" extrusionOk="0">
                  <a:moveTo>
                    <a:pt x="101" y="268"/>
                  </a:moveTo>
                  <a:cubicBezTo>
                    <a:pt x="235" y="318"/>
                    <a:pt x="302" y="218"/>
                    <a:pt x="285" y="101"/>
                  </a:cubicBezTo>
                  <a:cubicBezTo>
                    <a:pt x="218" y="0"/>
                    <a:pt x="1" y="84"/>
                    <a:pt x="101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826;p21">
              <a:extLst>
                <a:ext uri="{FF2B5EF4-FFF2-40B4-BE49-F238E27FC236}">
                  <a16:creationId xmlns:a16="http://schemas.microsoft.com/office/drawing/2014/main" id="{D5DD4EFC-155C-4AB0-87AD-E825D4FF293A}"/>
                </a:ext>
              </a:extLst>
            </p:cNvPr>
            <p:cNvSpPr/>
            <p:nvPr/>
          </p:nvSpPr>
          <p:spPr>
            <a:xfrm>
              <a:off x="4717559" y="3804600"/>
              <a:ext cx="13325" cy="10660"/>
            </a:xfrm>
            <a:custGeom>
              <a:avLst/>
              <a:gdLst/>
              <a:ahLst/>
              <a:cxnLst/>
              <a:rect l="l" t="t" r="r" b="b"/>
              <a:pathLst>
                <a:path w="335" h="268" extrusionOk="0">
                  <a:moveTo>
                    <a:pt x="235" y="217"/>
                  </a:moveTo>
                  <a:cubicBezTo>
                    <a:pt x="335" y="167"/>
                    <a:pt x="268" y="0"/>
                    <a:pt x="68" y="33"/>
                  </a:cubicBezTo>
                  <a:cubicBezTo>
                    <a:pt x="1" y="167"/>
                    <a:pt x="151" y="267"/>
                    <a:pt x="235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827;p21">
              <a:extLst>
                <a:ext uri="{FF2B5EF4-FFF2-40B4-BE49-F238E27FC236}">
                  <a16:creationId xmlns:a16="http://schemas.microsoft.com/office/drawing/2014/main" id="{60093CF7-6D6F-4152-B16B-BEF9145AA072}"/>
                </a:ext>
              </a:extLst>
            </p:cNvPr>
            <p:cNvSpPr/>
            <p:nvPr/>
          </p:nvSpPr>
          <p:spPr>
            <a:xfrm>
              <a:off x="4681004" y="2872766"/>
              <a:ext cx="13365" cy="12689"/>
            </a:xfrm>
            <a:custGeom>
              <a:avLst/>
              <a:gdLst/>
              <a:ahLst/>
              <a:cxnLst/>
              <a:rect l="l" t="t" r="r" b="b"/>
              <a:pathLst>
                <a:path w="336" h="319" extrusionOk="0">
                  <a:moveTo>
                    <a:pt x="201" y="318"/>
                  </a:moveTo>
                  <a:cubicBezTo>
                    <a:pt x="235" y="268"/>
                    <a:pt x="335" y="1"/>
                    <a:pt x="118" y="118"/>
                  </a:cubicBezTo>
                  <a:cubicBezTo>
                    <a:pt x="34" y="168"/>
                    <a:pt x="1" y="301"/>
                    <a:pt x="201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828;p21">
              <a:extLst>
                <a:ext uri="{FF2B5EF4-FFF2-40B4-BE49-F238E27FC236}">
                  <a16:creationId xmlns:a16="http://schemas.microsoft.com/office/drawing/2014/main" id="{CF4C24FB-EFB1-4E20-BD9B-77DFB44CAE5A}"/>
                </a:ext>
              </a:extLst>
            </p:cNvPr>
            <p:cNvSpPr/>
            <p:nvPr/>
          </p:nvSpPr>
          <p:spPr>
            <a:xfrm>
              <a:off x="4676350" y="2929250"/>
              <a:ext cx="13365" cy="11337"/>
            </a:xfrm>
            <a:custGeom>
              <a:avLst/>
              <a:gdLst/>
              <a:ahLst/>
              <a:cxnLst/>
              <a:rect l="l" t="t" r="r" b="b"/>
              <a:pathLst>
                <a:path w="336" h="285" extrusionOk="0">
                  <a:moveTo>
                    <a:pt x="268" y="235"/>
                  </a:moveTo>
                  <a:cubicBezTo>
                    <a:pt x="335" y="68"/>
                    <a:pt x="168" y="1"/>
                    <a:pt x="84" y="84"/>
                  </a:cubicBezTo>
                  <a:cubicBezTo>
                    <a:pt x="1" y="168"/>
                    <a:pt x="118" y="285"/>
                    <a:pt x="268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829;p21">
              <a:extLst>
                <a:ext uri="{FF2B5EF4-FFF2-40B4-BE49-F238E27FC236}">
                  <a16:creationId xmlns:a16="http://schemas.microsoft.com/office/drawing/2014/main" id="{F474ACBC-40DA-45BE-BFC1-9BCB85AC3540}"/>
                </a:ext>
              </a:extLst>
            </p:cNvPr>
            <p:cNvSpPr/>
            <p:nvPr/>
          </p:nvSpPr>
          <p:spPr>
            <a:xfrm>
              <a:off x="4796677" y="2886051"/>
              <a:ext cx="11973" cy="11337"/>
            </a:xfrm>
            <a:custGeom>
              <a:avLst/>
              <a:gdLst/>
              <a:ahLst/>
              <a:cxnLst/>
              <a:rect l="l" t="t" r="r" b="b"/>
              <a:pathLst>
                <a:path w="301" h="285" extrusionOk="0">
                  <a:moveTo>
                    <a:pt x="34" y="101"/>
                  </a:moveTo>
                  <a:cubicBezTo>
                    <a:pt x="0" y="235"/>
                    <a:pt x="100" y="285"/>
                    <a:pt x="217" y="235"/>
                  </a:cubicBezTo>
                  <a:cubicBezTo>
                    <a:pt x="301" y="118"/>
                    <a:pt x="201" y="1"/>
                    <a:pt x="34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830;p21">
              <a:extLst>
                <a:ext uri="{FF2B5EF4-FFF2-40B4-BE49-F238E27FC236}">
                  <a16:creationId xmlns:a16="http://schemas.microsoft.com/office/drawing/2014/main" id="{BB8E45E3-AA73-4CA4-831B-CBC6AC57102E}"/>
                </a:ext>
              </a:extLst>
            </p:cNvPr>
            <p:cNvSpPr/>
            <p:nvPr/>
          </p:nvSpPr>
          <p:spPr>
            <a:xfrm>
              <a:off x="4691664" y="2909321"/>
              <a:ext cx="10660" cy="10660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0" y="84"/>
                  </a:moveTo>
                  <a:cubicBezTo>
                    <a:pt x="17" y="218"/>
                    <a:pt x="67" y="268"/>
                    <a:pt x="201" y="235"/>
                  </a:cubicBezTo>
                  <a:cubicBezTo>
                    <a:pt x="268" y="1"/>
                    <a:pt x="50" y="1"/>
                    <a:pt x="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831;p21">
              <a:extLst>
                <a:ext uri="{FF2B5EF4-FFF2-40B4-BE49-F238E27FC236}">
                  <a16:creationId xmlns:a16="http://schemas.microsoft.com/office/drawing/2014/main" id="{87CF5587-2C07-4DF6-B024-258718072EB1}"/>
                </a:ext>
              </a:extLst>
            </p:cNvPr>
            <p:cNvSpPr/>
            <p:nvPr/>
          </p:nvSpPr>
          <p:spPr>
            <a:xfrm>
              <a:off x="4745483" y="2824913"/>
              <a:ext cx="10660" cy="10024"/>
            </a:xfrm>
            <a:custGeom>
              <a:avLst/>
              <a:gdLst/>
              <a:ahLst/>
              <a:cxnLst/>
              <a:rect l="l" t="t" r="r" b="b"/>
              <a:pathLst>
                <a:path w="268" h="252" extrusionOk="0">
                  <a:moveTo>
                    <a:pt x="67" y="34"/>
                  </a:moveTo>
                  <a:cubicBezTo>
                    <a:pt x="17" y="168"/>
                    <a:pt x="134" y="251"/>
                    <a:pt x="268" y="184"/>
                  </a:cubicBezTo>
                  <a:cubicBezTo>
                    <a:pt x="268" y="118"/>
                    <a:pt x="268" y="17"/>
                    <a:pt x="151" y="1"/>
                  </a:cubicBezTo>
                  <a:cubicBezTo>
                    <a:pt x="1" y="1"/>
                    <a:pt x="134" y="1"/>
                    <a:pt x="67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832;p21">
              <a:extLst>
                <a:ext uri="{FF2B5EF4-FFF2-40B4-BE49-F238E27FC236}">
                  <a16:creationId xmlns:a16="http://schemas.microsoft.com/office/drawing/2014/main" id="{BEED97E8-5CEE-4467-A306-E6DA4C9E7252}"/>
                </a:ext>
              </a:extLst>
            </p:cNvPr>
            <p:cNvSpPr/>
            <p:nvPr/>
          </p:nvSpPr>
          <p:spPr>
            <a:xfrm>
              <a:off x="4419823" y="2593645"/>
              <a:ext cx="12649" cy="9348"/>
            </a:xfrm>
            <a:custGeom>
              <a:avLst/>
              <a:gdLst/>
              <a:ahLst/>
              <a:cxnLst/>
              <a:rect l="l" t="t" r="r" b="b"/>
              <a:pathLst>
                <a:path w="318" h="235" extrusionOk="0">
                  <a:moveTo>
                    <a:pt x="84" y="50"/>
                  </a:moveTo>
                  <a:cubicBezTo>
                    <a:pt x="84" y="50"/>
                    <a:pt x="0" y="201"/>
                    <a:pt x="151" y="217"/>
                  </a:cubicBezTo>
                  <a:cubicBezTo>
                    <a:pt x="318" y="234"/>
                    <a:pt x="218" y="201"/>
                    <a:pt x="251" y="167"/>
                  </a:cubicBezTo>
                  <a:lnTo>
                    <a:pt x="268" y="67"/>
                  </a:lnTo>
                  <a:cubicBezTo>
                    <a:pt x="167" y="17"/>
                    <a:pt x="184" y="0"/>
                    <a:pt x="84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833;p21">
              <a:extLst>
                <a:ext uri="{FF2B5EF4-FFF2-40B4-BE49-F238E27FC236}">
                  <a16:creationId xmlns:a16="http://schemas.microsoft.com/office/drawing/2014/main" id="{FA366959-EF33-4437-B2FF-1D29F9A26663}"/>
                </a:ext>
              </a:extLst>
            </p:cNvPr>
            <p:cNvSpPr/>
            <p:nvPr/>
          </p:nvSpPr>
          <p:spPr>
            <a:xfrm>
              <a:off x="4782039" y="4039209"/>
              <a:ext cx="12013" cy="11973"/>
            </a:xfrm>
            <a:custGeom>
              <a:avLst/>
              <a:gdLst/>
              <a:ahLst/>
              <a:cxnLst/>
              <a:rect l="l" t="t" r="r" b="b"/>
              <a:pathLst>
                <a:path w="302" h="301" extrusionOk="0">
                  <a:moveTo>
                    <a:pt x="51" y="251"/>
                  </a:moveTo>
                  <a:cubicBezTo>
                    <a:pt x="301" y="301"/>
                    <a:pt x="251" y="100"/>
                    <a:pt x="168" y="67"/>
                  </a:cubicBezTo>
                  <a:cubicBezTo>
                    <a:pt x="1" y="0"/>
                    <a:pt x="34" y="184"/>
                    <a:pt x="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834;p21">
              <a:extLst>
                <a:ext uri="{FF2B5EF4-FFF2-40B4-BE49-F238E27FC236}">
                  <a16:creationId xmlns:a16="http://schemas.microsoft.com/office/drawing/2014/main" id="{82D73859-14B0-41FC-B241-BE34052AACDB}"/>
                </a:ext>
              </a:extLst>
            </p:cNvPr>
            <p:cNvSpPr/>
            <p:nvPr/>
          </p:nvSpPr>
          <p:spPr>
            <a:xfrm>
              <a:off x="4349376" y="2725230"/>
              <a:ext cx="8671" cy="8671"/>
            </a:xfrm>
            <a:custGeom>
              <a:avLst/>
              <a:gdLst/>
              <a:ahLst/>
              <a:cxnLst/>
              <a:rect l="l" t="t" r="r" b="b"/>
              <a:pathLst>
                <a:path w="218" h="218" extrusionOk="0">
                  <a:moveTo>
                    <a:pt x="0" y="184"/>
                  </a:moveTo>
                  <a:lnTo>
                    <a:pt x="167" y="218"/>
                  </a:lnTo>
                  <a:cubicBezTo>
                    <a:pt x="201" y="51"/>
                    <a:pt x="217" y="0"/>
                    <a:pt x="34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835;p21">
              <a:extLst>
                <a:ext uri="{FF2B5EF4-FFF2-40B4-BE49-F238E27FC236}">
                  <a16:creationId xmlns:a16="http://schemas.microsoft.com/office/drawing/2014/main" id="{BF27E4FE-A940-4ADD-AE31-4D2893F43D50}"/>
                </a:ext>
              </a:extLst>
            </p:cNvPr>
            <p:cNvSpPr/>
            <p:nvPr/>
          </p:nvSpPr>
          <p:spPr>
            <a:xfrm>
              <a:off x="4484303" y="2793011"/>
              <a:ext cx="8671" cy="10660"/>
            </a:xfrm>
            <a:custGeom>
              <a:avLst/>
              <a:gdLst/>
              <a:ahLst/>
              <a:cxnLst/>
              <a:rect l="l" t="t" r="r" b="b"/>
              <a:pathLst>
                <a:path w="218" h="268" extrusionOk="0">
                  <a:moveTo>
                    <a:pt x="50" y="184"/>
                  </a:moveTo>
                  <a:cubicBezTo>
                    <a:pt x="201" y="268"/>
                    <a:pt x="217" y="218"/>
                    <a:pt x="217" y="67"/>
                  </a:cubicBezTo>
                  <a:lnTo>
                    <a:pt x="100" y="1"/>
                  </a:lnTo>
                  <a:cubicBezTo>
                    <a:pt x="50" y="67"/>
                    <a:pt x="0" y="67"/>
                    <a:pt x="50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836;p21">
              <a:extLst>
                <a:ext uri="{FF2B5EF4-FFF2-40B4-BE49-F238E27FC236}">
                  <a16:creationId xmlns:a16="http://schemas.microsoft.com/office/drawing/2014/main" id="{1E29331D-2075-42C3-9306-F27571CFB6B4}"/>
                </a:ext>
              </a:extLst>
            </p:cNvPr>
            <p:cNvSpPr/>
            <p:nvPr/>
          </p:nvSpPr>
          <p:spPr>
            <a:xfrm>
              <a:off x="4359997" y="3978707"/>
              <a:ext cx="12689" cy="13325"/>
            </a:xfrm>
            <a:custGeom>
              <a:avLst/>
              <a:gdLst/>
              <a:ahLst/>
              <a:cxnLst/>
              <a:rect l="l" t="t" r="r" b="b"/>
              <a:pathLst>
                <a:path w="319" h="335" extrusionOk="0">
                  <a:moveTo>
                    <a:pt x="168" y="1"/>
                  </a:moveTo>
                  <a:cubicBezTo>
                    <a:pt x="1" y="201"/>
                    <a:pt x="318" y="335"/>
                    <a:pt x="3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837;p21">
              <a:extLst>
                <a:ext uri="{FF2B5EF4-FFF2-40B4-BE49-F238E27FC236}">
                  <a16:creationId xmlns:a16="http://schemas.microsoft.com/office/drawing/2014/main" id="{26F0C667-D774-49F8-B416-5C895BE342B3}"/>
                </a:ext>
              </a:extLst>
            </p:cNvPr>
            <p:cNvSpPr/>
            <p:nvPr/>
          </p:nvSpPr>
          <p:spPr>
            <a:xfrm>
              <a:off x="4505544" y="3038917"/>
              <a:ext cx="9348" cy="9348"/>
            </a:xfrm>
            <a:custGeom>
              <a:avLst/>
              <a:gdLst/>
              <a:ahLst/>
              <a:cxnLst/>
              <a:rect l="l" t="t" r="r" b="b"/>
              <a:pathLst>
                <a:path w="235" h="235" extrusionOk="0">
                  <a:moveTo>
                    <a:pt x="84" y="201"/>
                  </a:moveTo>
                  <a:cubicBezTo>
                    <a:pt x="218" y="235"/>
                    <a:pt x="235" y="151"/>
                    <a:pt x="201" y="51"/>
                  </a:cubicBezTo>
                  <a:cubicBezTo>
                    <a:pt x="151" y="34"/>
                    <a:pt x="151" y="1"/>
                    <a:pt x="84" y="51"/>
                  </a:cubicBezTo>
                  <a:cubicBezTo>
                    <a:pt x="1" y="151"/>
                    <a:pt x="84" y="201"/>
                    <a:pt x="8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838;p21">
              <a:extLst>
                <a:ext uri="{FF2B5EF4-FFF2-40B4-BE49-F238E27FC236}">
                  <a16:creationId xmlns:a16="http://schemas.microsoft.com/office/drawing/2014/main" id="{2B5700AE-E798-4D9E-82CB-7BCE6D416105}"/>
                </a:ext>
              </a:extLst>
            </p:cNvPr>
            <p:cNvSpPr/>
            <p:nvPr/>
          </p:nvSpPr>
          <p:spPr>
            <a:xfrm>
              <a:off x="4558727" y="4191399"/>
              <a:ext cx="15314" cy="15314"/>
            </a:xfrm>
            <a:custGeom>
              <a:avLst/>
              <a:gdLst/>
              <a:ahLst/>
              <a:cxnLst/>
              <a:rect l="l" t="t" r="r" b="b"/>
              <a:pathLst>
                <a:path w="385" h="385" extrusionOk="0">
                  <a:moveTo>
                    <a:pt x="117" y="385"/>
                  </a:moveTo>
                  <a:lnTo>
                    <a:pt x="184" y="385"/>
                  </a:lnTo>
                  <a:cubicBezTo>
                    <a:pt x="335" y="117"/>
                    <a:pt x="385" y="184"/>
                    <a:pt x="385" y="17"/>
                  </a:cubicBezTo>
                  <a:cubicBezTo>
                    <a:pt x="184" y="0"/>
                    <a:pt x="0" y="167"/>
                    <a:pt x="117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440411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ulb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0719E"/>
      </a:accent1>
      <a:accent2>
        <a:srgbClr val="EEBED3"/>
      </a:accent2>
      <a:accent3>
        <a:srgbClr val="6491E9"/>
      </a:accent3>
      <a:accent4>
        <a:srgbClr val="AAC6FC"/>
      </a:accent4>
      <a:accent5>
        <a:srgbClr val="FCBD24"/>
      </a:accent5>
      <a:accent6>
        <a:srgbClr val="F6E04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37</Words>
  <Application>Microsoft Office PowerPoint</Application>
  <PresentationFormat>Presentación en pantalla (16:9)</PresentationFormat>
  <Paragraphs>15</Paragraphs>
  <Slides>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Fira Sans Extra Condensed Medium</vt:lpstr>
      <vt:lpstr>Roboto</vt:lpstr>
      <vt:lpstr>Inter Variable</vt:lpstr>
      <vt:lpstr>Light Bulb Infographics by Slidesgo</vt:lpstr>
      <vt:lpstr>Comp. Gráfica – Iluminación, materiales y texturas</vt:lpstr>
      <vt:lpstr>Presentación de PowerPoint</vt:lpstr>
      <vt:lpstr>Shaders, materiales y texturas</vt:lpstr>
      <vt:lpstr>Iluminación</vt:lpstr>
      <vt:lpstr>Iluminación</vt:lpstr>
      <vt:lpstr>Escena B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Comp. Gráfica – Iluminación, materiales y texturas</dc:title>
  <cp:lastModifiedBy>Facundo Gartner</cp:lastModifiedBy>
  <cp:revision>10</cp:revision>
  <dcterms:modified xsi:type="dcterms:W3CDTF">2026-06-05T11:04:35Z</dcterms:modified>
</cp:coreProperties>
</file>